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77" r:id="rId2"/>
    <p:sldId id="566" r:id="rId3"/>
    <p:sldId id="581" r:id="rId4"/>
    <p:sldId id="578" r:id="rId5"/>
    <p:sldId id="572" r:id="rId6"/>
    <p:sldId id="583" r:id="rId7"/>
    <p:sldId id="584" r:id="rId8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4F0"/>
    <a:srgbClr val="FFFFFF"/>
    <a:srgbClr val="FAF9F4"/>
    <a:srgbClr val="1B6CB3"/>
    <a:srgbClr val="00A44C"/>
    <a:srgbClr val="19974C"/>
    <a:srgbClr val="1EB45B"/>
    <a:srgbClr val="F5F3EB"/>
    <a:srgbClr val="CCFF33"/>
    <a:srgbClr val="9D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6FE798-A68E-1751-1021-289636425B43}" v="5" dt="2025-05-31T02:28:59.4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55" d="100"/>
          <a:sy n="55" d="100"/>
        </p:scale>
        <p:origin x="2750" y="4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</pc:sldChg>
    </pc:docChg>
  </pc:docChgLst>
  <pc:docChgLst>
    <pc:chgData name="Manuj" userId="1a07f523-e16f-486a-b610-37539cc763a0" providerId="ADAL" clId="{050EE098-6103-4A26-9B5F-8BE5A495E895}"/>
    <pc:docChg chg="custSel modSld">
      <pc:chgData name="Manuj" userId="1a07f523-e16f-486a-b610-37539cc763a0" providerId="ADAL" clId="{050EE098-6103-4A26-9B5F-8BE5A495E895}" dt="2023-12-07T06:23:36.604" v="14" actId="1076"/>
      <pc:docMkLst>
        <pc:docMk/>
      </pc:docMkLst>
      <pc:sldChg chg="addSp delSp modSp mod">
        <pc:chgData name="Manuj" userId="1a07f523-e16f-486a-b610-37539cc763a0" providerId="ADAL" clId="{050EE098-6103-4A26-9B5F-8BE5A495E895}" dt="2023-12-07T06:23:36.604" v="14" actId="1076"/>
        <pc:sldMkLst>
          <pc:docMk/>
          <pc:sldMk cId="1917565795" sldId="583"/>
        </pc:sldMkLst>
      </pc:sldChg>
    </pc:docChg>
  </pc:docChgLst>
  <pc:docChgLst>
    <pc:chgData name="Manuj" userId="1a07f523-e16f-486a-b610-37539cc763a0" providerId="ADAL" clId="{BADCAD8F-9DF4-483D-B37A-A884F5ACEA34}"/>
    <pc:docChg chg="undo custSel delSld modSld modMainMaster">
      <pc:chgData name="Manuj" userId="1a07f523-e16f-486a-b610-37539cc763a0" providerId="ADAL" clId="{BADCAD8F-9DF4-483D-B37A-A884F5ACEA34}" dt="2023-12-01T07:15:15.501" v="73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1-29T11:54:10.134" v="69" actId="1076"/>
        <pc:sldMkLst>
          <pc:docMk/>
          <pc:sldMk cId="2856650110" sldId="566"/>
        </pc:sldMkLst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247023824" sldId="572"/>
        </pc:sldMkLst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4028893296" sldId="577"/>
        </pc:sldMkLst>
      </pc:sldChg>
      <pc:sldChg chg="modSp mod">
        <pc:chgData name="Manuj" userId="1a07f523-e16f-486a-b610-37539cc763a0" providerId="ADAL" clId="{BADCAD8F-9DF4-483D-B37A-A884F5ACEA34}" dt="2023-12-01T07:15:15.501" v="73" actId="20577"/>
        <pc:sldMkLst>
          <pc:docMk/>
          <pc:sldMk cId="2743113738" sldId="578"/>
        </pc:sldMkLst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</pc:sld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</pc:sldChg>
    </pc:docChg>
  </pc:docChgLst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</pc:sldChg>
    </pc:docChg>
  </pc:docChgLst>
  <pc:docChgLst>
    <pc:chgData name="karthick raja" userId="S::karthick.raja@webberec.com::610066ca-c6bf-4898-8645-8b83e46fd7bb" providerId="AD" clId="Web-{934F6256-23F4-8510-B865-7BAB1633FF4D}"/>
    <pc:docChg chg="modSld">
      <pc:chgData name="karthick raja" userId="S::karthick.raja@webberec.com::610066ca-c6bf-4898-8645-8b83e46fd7bb" providerId="AD" clId="Web-{934F6256-23F4-8510-B865-7BAB1633FF4D}" dt="2025-01-23T06:54:20.378" v="0" actId="1076"/>
      <pc:docMkLst>
        <pc:docMk/>
      </pc:docMkLst>
      <pc:sldChg chg="modSp">
        <pc:chgData name="karthick raja" userId="S::karthick.raja@webberec.com::610066ca-c6bf-4898-8645-8b83e46fd7bb" providerId="AD" clId="Web-{934F6256-23F4-8510-B865-7BAB1633FF4D}" dt="2025-01-23T06:54:20.378" v="0" actId="1076"/>
        <pc:sldMkLst>
          <pc:docMk/>
          <pc:sldMk cId="1917565795" sldId="583"/>
        </pc:sldMkLst>
        <pc:picChg chg="mod">
          <ac:chgData name="karthick raja" userId="S::karthick.raja@webberec.com::610066ca-c6bf-4898-8645-8b83e46fd7bb" providerId="AD" clId="Web-{934F6256-23F4-8510-B865-7BAB1633FF4D}" dt="2025-01-23T06:54:20.378" v="0" actId="1076"/>
          <ac:picMkLst>
            <pc:docMk/>
            <pc:sldMk cId="1917565795" sldId="583"/>
            <ac:picMk id="4" creationId="{C7207505-EE52-60FB-6457-C555FB57F6F3}"/>
          </ac:picMkLst>
        </pc:picChg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" userId="1a07f523-e16f-486a-b610-37539cc763a0" providerId="ADAL" clId="{5140A015-BA9E-4355-9893-01A9F21393E9}"/>
    <pc:docChg chg="undo custSel addSld delSld modSld sldOrd">
      <pc:chgData name="Manuj" userId="1a07f523-e16f-486a-b610-37539cc763a0" providerId="ADAL" clId="{5140A015-BA9E-4355-9893-01A9F21393E9}" dt="2023-12-03T18:58:31.902" v="1680" actId="20577"/>
      <pc:docMkLst>
        <pc:docMk/>
      </pc:docMkLst>
      <pc:sldChg chg="addSp modSp">
        <pc:chgData name="Manuj" userId="1a07f523-e16f-486a-b610-37539cc763a0" providerId="ADAL" clId="{5140A015-BA9E-4355-9893-01A9F21393E9}" dt="2023-12-03T15:59:56.464" v="1509" actId="571"/>
        <pc:sldMkLst>
          <pc:docMk/>
          <pc:sldMk cId="2856650110" sldId="566"/>
        </pc:sldMkLst>
      </pc:sldChg>
      <pc:sldChg chg="addSp modSp mod">
        <pc:chgData name="Manuj" userId="1a07f523-e16f-486a-b610-37539cc763a0" providerId="ADAL" clId="{5140A015-BA9E-4355-9893-01A9F21393E9}" dt="2023-12-03T15:57:31.007" v="1502" actId="1035"/>
        <pc:sldMkLst>
          <pc:docMk/>
          <pc:sldMk cId="247023824" sldId="572"/>
        </pc:sldMkLst>
      </pc:sldChg>
      <pc:sldChg chg="modSp mod">
        <pc:chgData name="Manuj" userId="1a07f523-e16f-486a-b610-37539cc763a0" providerId="ADAL" clId="{5140A015-BA9E-4355-9893-01A9F21393E9}" dt="2023-12-03T15:58:06.154" v="1506" actId="20577"/>
        <pc:sldMkLst>
          <pc:docMk/>
          <pc:sldMk cId="4028893296" sldId="577"/>
        </pc:sldMkLst>
      </pc:sldChg>
      <pc:sldChg chg="modSp mod">
        <pc:chgData name="Manuj" userId="1a07f523-e16f-486a-b610-37539cc763a0" providerId="ADAL" clId="{5140A015-BA9E-4355-9893-01A9F21393E9}" dt="2023-12-03T15:58:58.534" v="1508" actId="20577"/>
        <pc:sldMkLst>
          <pc:docMk/>
          <pc:sldMk cId="2743113738" sldId="578"/>
        </pc:sldMkLst>
      </pc:sldChg>
      <pc:sldChg chg="modSp mod">
        <pc:chgData name="Manuj" userId="1a07f523-e16f-486a-b610-37539cc763a0" providerId="ADAL" clId="{5140A015-BA9E-4355-9893-01A9F21393E9}" dt="2023-12-03T15:52:40.965" v="1481" actId="108"/>
        <pc:sldMkLst>
          <pc:docMk/>
          <pc:sldMk cId="1054229470" sldId="581"/>
        </pc:sldMkLst>
      </pc:sldChg>
      <pc:sldChg chg="addSp modSp mod">
        <pc:chgData name="Manuj" userId="1a07f523-e16f-486a-b610-37539cc763a0" providerId="ADAL" clId="{5140A015-BA9E-4355-9893-01A9F21393E9}" dt="2023-12-03T16:01:35.755" v="1672" actId="404"/>
        <pc:sldMkLst>
          <pc:docMk/>
          <pc:sldMk cId="1917565795" sldId="583"/>
        </pc:sldMkLst>
      </pc:sldChg>
      <pc:sldChg chg="addSp modSp mod">
        <pc:chgData name="Manuj" userId="1a07f523-e16f-486a-b610-37539cc763a0" providerId="ADAL" clId="{5140A015-BA9E-4355-9893-01A9F21393E9}" dt="2023-12-03T16:01:27.093" v="1671" actId="404"/>
        <pc:sldMkLst>
          <pc:docMk/>
          <pc:sldMk cId="2234882258" sldId="584"/>
        </pc:sldMkLst>
      </pc:sldChg>
      <pc:sldChg chg="new del">
        <pc:chgData name="Manuj" userId="1a07f523-e16f-486a-b610-37539cc763a0" providerId="ADAL" clId="{5140A015-BA9E-4355-9893-01A9F21393E9}" dt="2023-12-03T13:53:27.123" v="478" actId="680"/>
        <pc:sldMkLst>
          <pc:docMk/>
          <pc:sldMk cId="3645182740" sldId="585"/>
        </pc:sldMkLst>
      </pc:sldChg>
      <pc:sldChg chg="addSp delSp modSp add mod ord">
        <pc:chgData name="Manuj" userId="1a07f523-e16f-486a-b610-37539cc763a0" providerId="ADAL" clId="{5140A015-BA9E-4355-9893-01A9F21393E9}" dt="2023-12-03T18:58:31.902" v="1680" actId="20577"/>
        <pc:sldMkLst>
          <pc:docMk/>
          <pc:sldMk cId="3826781572" sldId="585"/>
        </pc:sldMkLst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</pc:sldChg>
    </pc:docChg>
  </pc:docChgLst>
  <pc:docChgLst>
    <pc:chgData name="karthick raja" userId="S::karthick.raja@webberec.com::610066ca-c6bf-4898-8645-8b83e46fd7bb" providerId="AD" clId="Web-{1F6FE798-A68E-1751-1021-289636425B43}"/>
    <pc:docChg chg="modSld">
      <pc:chgData name="karthick raja" userId="S::karthick.raja@webberec.com::610066ca-c6bf-4898-8645-8b83e46fd7bb" providerId="AD" clId="Web-{1F6FE798-A68E-1751-1021-289636425B43}" dt="2025-05-31T02:28:59.447" v="4" actId="1076"/>
      <pc:docMkLst>
        <pc:docMk/>
      </pc:docMkLst>
      <pc:sldChg chg="modSp">
        <pc:chgData name="karthick raja" userId="S::karthick.raja@webberec.com::610066ca-c6bf-4898-8645-8b83e46fd7bb" providerId="AD" clId="Web-{1F6FE798-A68E-1751-1021-289636425B43}" dt="2025-05-31T02:28:25.259" v="0" actId="1076"/>
        <pc:sldMkLst>
          <pc:docMk/>
          <pc:sldMk cId="4028893296" sldId="577"/>
        </pc:sldMkLst>
        <pc:picChg chg="mod">
          <ac:chgData name="karthick raja" userId="S::karthick.raja@webberec.com::610066ca-c6bf-4898-8645-8b83e46fd7bb" providerId="AD" clId="Web-{1F6FE798-A68E-1751-1021-289636425B43}" dt="2025-05-31T02:28:25.259" v="0" actId="1076"/>
          <ac:picMkLst>
            <pc:docMk/>
            <pc:sldMk cId="4028893296" sldId="577"/>
            <ac:picMk id="3" creationId="{2912B5AA-D163-78A1-9840-5BAA51FC8A48}"/>
          </ac:picMkLst>
        </pc:picChg>
      </pc:sldChg>
      <pc:sldChg chg="modSp">
        <pc:chgData name="karthick raja" userId="S::karthick.raja@webberec.com::610066ca-c6bf-4898-8645-8b83e46fd7bb" providerId="AD" clId="Web-{1F6FE798-A68E-1751-1021-289636425B43}" dt="2025-05-31T02:28:59.447" v="4" actId="1076"/>
        <pc:sldMkLst>
          <pc:docMk/>
          <pc:sldMk cId="1917565795" sldId="583"/>
        </pc:sldMkLst>
        <pc:picChg chg="mod">
          <ac:chgData name="karthick raja" userId="S::karthick.raja@webberec.com::610066ca-c6bf-4898-8645-8b83e46fd7bb" providerId="AD" clId="Web-{1F6FE798-A68E-1751-1021-289636425B43}" dt="2025-05-31T02:28:59.447" v="4" actId="1076"/>
          <ac:picMkLst>
            <pc:docMk/>
            <pc:sldMk cId="1917565795" sldId="583"/>
            <ac:picMk id="3" creationId="{B9B59DBF-07B2-42AF-6790-860F1E51CD92}"/>
          </ac:picMkLst>
        </pc:picChg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</pc:sldChg>
    </pc:docChg>
  </pc:docChgLst>
  <pc:docChgLst>
    <pc:chgData name="Manuj" userId="1a07f523-e16f-486a-b610-37539cc763a0" providerId="ADAL" clId="{F5489017-6C9C-42E8-A377-6E345B0F8CF4}"/>
    <pc:docChg chg="undo custSel addSld delSld modSld">
      <pc:chgData name="Manuj" userId="1a07f523-e16f-486a-b610-37539cc763a0" providerId="ADAL" clId="{F5489017-6C9C-42E8-A377-6E345B0F8CF4}" dt="2023-11-30T12:25:36.712" v="2245" actId="403"/>
      <pc:docMkLst>
        <pc:docMk/>
      </pc:docMkLst>
      <pc:sldChg chg="addSp delSp modSp mod">
        <pc:chgData name="Manuj" userId="1a07f523-e16f-486a-b610-37539cc763a0" providerId="ADAL" clId="{F5489017-6C9C-42E8-A377-6E345B0F8CF4}" dt="2023-11-30T10:50:03.103" v="1187" actId="1037"/>
        <pc:sldMkLst>
          <pc:docMk/>
          <pc:sldMk cId="2856650110" sldId="566"/>
        </pc:sldMkLst>
      </pc:sldChg>
      <pc:sldChg chg="addSp delSp modSp mod">
        <pc:chgData name="Manuj" userId="1a07f523-e16f-486a-b610-37539cc763a0" providerId="ADAL" clId="{F5489017-6C9C-42E8-A377-6E345B0F8CF4}" dt="2023-11-30T10:40:22.576" v="795" actId="1036"/>
        <pc:sldMkLst>
          <pc:docMk/>
          <pc:sldMk cId="247023824" sldId="572"/>
        </pc:sldMkLst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</pc:sldChg>
      <pc:sldChg chg="modSp add mod">
        <pc:chgData name="Manuj" userId="1a07f523-e16f-486a-b610-37539cc763a0" providerId="ADAL" clId="{F5489017-6C9C-42E8-A377-6E345B0F8CF4}" dt="2023-11-30T12:05:37.988" v="2235" actId="20577"/>
        <pc:sldMkLst>
          <pc:docMk/>
          <pc:sldMk cId="2743113738" sldId="578"/>
        </pc:sldMkLst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</pc:sldChg>
      <pc:sldChg chg="addSp delSp modSp add mod">
        <pc:chgData name="Manuj" userId="1a07f523-e16f-486a-b610-37539cc763a0" providerId="ADAL" clId="{F5489017-6C9C-42E8-A377-6E345B0F8CF4}" dt="2023-11-30T11:43:47.845" v="1920" actId="948"/>
        <pc:sldMkLst>
          <pc:docMk/>
          <pc:sldMk cId="1054229470" sldId="581"/>
        </pc:sldMkLst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</pc:sldChg>
      <pc:sldChg chg="addSp delSp modSp add mod">
        <pc:chgData name="Manuj" userId="1a07f523-e16f-486a-b610-37539cc763a0" providerId="ADAL" clId="{F5489017-6C9C-42E8-A377-6E345B0F8CF4}" dt="2023-11-30T11:37:27.952" v="1914" actId="1038"/>
        <pc:sldMkLst>
          <pc:docMk/>
          <pc:sldMk cId="1917565795" sldId="583"/>
        </pc:sldMkLst>
      </pc:sld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</pc:sldChg>
      <pc:sldChg chg="ord">
        <pc:chgData name="Manuj Agrawal" userId="8275e378daeca5b2" providerId="LiveId" clId="{316D9F79-00BA-41CF-AA83-D3F31A222D18}" dt="2022-05-20T10:42:03.145" v="18"/>
        <pc:sldMkLst>
          <pc:docMk/>
          <pc:sldMk cId="2856650110" sldId="566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</pc:sldChg>
    </pc:docChg>
  </pc:docChgLst>
  <pc:docChgLst>
    <pc:chgData name="Sharvari Kulkarni" userId="S::sharvari.kulkarni@webberec.com::5f0d8fd3-c69b-459f-ac2b-0e751844282f" providerId="AD" clId="Web-{8D0D189C-1BE8-A8EF-8C1E-8E92CE4A41FF}"/>
    <pc:docChg chg="modSld">
      <pc:chgData name="Sharvari Kulkarni" userId="S::sharvari.kulkarni@webberec.com::5f0d8fd3-c69b-459f-ac2b-0e751844282f" providerId="AD" clId="Web-{8D0D189C-1BE8-A8EF-8C1E-8E92CE4A41FF}" dt="2025-04-25T07:15:37.933" v="29" actId="1076"/>
      <pc:docMkLst>
        <pc:docMk/>
      </pc:docMkLst>
      <pc:sldChg chg="addSp delSp modSp">
        <pc:chgData name="Sharvari Kulkarni" userId="S::sharvari.kulkarni@webberec.com::5f0d8fd3-c69b-459f-ac2b-0e751844282f" providerId="AD" clId="Web-{8D0D189C-1BE8-A8EF-8C1E-8E92CE4A41FF}" dt="2025-04-25T07:05:40.377" v="15" actId="1076"/>
        <pc:sldMkLst>
          <pc:docMk/>
          <pc:sldMk cId="4028893296" sldId="577"/>
        </pc:sldMkLst>
        <pc:picChg chg="add del mod">
          <ac:chgData name="Sharvari Kulkarni" userId="S::sharvari.kulkarni@webberec.com::5f0d8fd3-c69b-459f-ac2b-0e751844282f" providerId="AD" clId="Web-{8D0D189C-1BE8-A8EF-8C1E-8E92CE4A41FF}" dt="2025-04-25T07:02:57.604" v="10"/>
          <ac:picMkLst>
            <pc:docMk/>
            <pc:sldMk cId="4028893296" sldId="577"/>
            <ac:picMk id="2" creationId="{E53D369C-4152-1C86-3A72-8A9E5E409219}"/>
          </ac:picMkLst>
        </pc:picChg>
        <pc:picChg chg="add mod">
          <ac:chgData name="Sharvari Kulkarni" userId="S::sharvari.kulkarni@webberec.com::5f0d8fd3-c69b-459f-ac2b-0e751844282f" providerId="AD" clId="Web-{8D0D189C-1BE8-A8EF-8C1E-8E92CE4A41FF}" dt="2025-04-25T07:05:40.377" v="15" actId="1076"/>
          <ac:picMkLst>
            <pc:docMk/>
            <pc:sldMk cId="4028893296" sldId="577"/>
            <ac:picMk id="3" creationId="{2912B5AA-D163-78A1-9840-5BAA51FC8A48}"/>
          </ac:picMkLst>
        </pc:picChg>
        <pc:picChg chg="del">
          <ac:chgData name="Sharvari Kulkarni" userId="S::sharvari.kulkarni@webberec.com::5f0d8fd3-c69b-459f-ac2b-0e751844282f" providerId="AD" clId="Web-{8D0D189C-1BE8-A8EF-8C1E-8E92CE4A41FF}" dt="2025-04-25T05:57:57.182" v="0"/>
          <ac:picMkLst>
            <pc:docMk/>
            <pc:sldMk cId="4028893296" sldId="577"/>
            <ac:picMk id="7" creationId="{66CE0C12-A39B-C801-3D52-EC21DEB8E025}"/>
          </ac:picMkLst>
        </pc:picChg>
      </pc:sldChg>
      <pc:sldChg chg="addSp delSp modSp">
        <pc:chgData name="Sharvari Kulkarni" userId="S::sharvari.kulkarni@webberec.com::5f0d8fd3-c69b-459f-ac2b-0e751844282f" providerId="AD" clId="Web-{8D0D189C-1BE8-A8EF-8C1E-8E92CE4A41FF}" dt="2025-04-25T07:09:38.746" v="18"/>
        <pc:sldMkLst>
          <pc:docMk/>
          <pc:sldMk cId="1917565795" sldId="583"/>
        </pc:sldMkLst>
        <pc:grpChg chg="del">
          <ac:chgData name="Sharvari Kulkarni" userId="S::sharvari.kulkarni@webberec.com::5f0d8fd3-c69b-459f-ac2b-0e751844282f" providerId="AD" clId="Web-{8D0D189C-1BE8-A8EF-8C1E-8E92CE4A41FF}" dt="2025-04-25T07:06:19.472" v="17"/>
          <ac:grpSpMkLst>
            <pc:docMk/>
            <pc:sldMk cId="1917565795" sldId="583"/>
            <ac:grpSpMk id="14" creationId="{76936609-8531-E39A-711B-B9D40CE7A46D}"/>
          </ac:grpSpMkLst>
        </pc:grpChg>
        <pc:picChg chg="add mod">
          <ac:chgData name="Sharvari Kulkarni" userId="S::sharvari.kulkarni@webberec.com::5f0d8fd3-c69b-459f-ac2b-0e751844282f" providerId="AD" clId="Web-{8D0D189C-1BE8-A8EF-8C1E-8E92CE4A41FF}" dt="2025-04-25T07:09:38.746" v="18"/>
          <ac:picMkLst>
            <pc:docMk/>
            <pc:sldMk cId="1917565795" sldId="583"/>
            <ac:picMk id="3" creationId="{B9B59DBF-07B2-42AF-6790-860F1E51CD92}"/>
          </ac:picMkLst>
        </pc:picChg>
        <pc:picChg chg="del">
          <ac:chgData name="Sharvari Kulkarni" userId="S::sharvari.kulkarni@webberec.com::5f0d8fd3-c69b-459f-ac2b-0e751844282f" providerId="AD" clId="Web-{8D0D189C-1BE8-A8EF-8C1E-8E92CE4A41FF}" dt="2025-04-25T07:06:16.675" v="16"/>
          <ac:picMkLst>
            <pc:docMk/>
            <pc:sldMk cId="1917565795" sldId="583"/>
            <ac:picMk id="4" creationId="{C7207505-EE52-60FB-6457-C555FB57F6F3}"/>
          </ac:picMkLst>
        </pc:picChg>
      </pc:sldChg>
      <pc:sldChg chg="addSp delSp modSp">
        <pc:chgData name="Sharvari Kulkarni" userId="S::sharvari.kulkarni@webberec.com::5f0d8fd3-c69b-459f-ac2b-0e751844282f" providerId="AD" clId="Web-{8D0D189C-1BE8-A8EF-8C1E-8E92CE4A41FF}" dt="2025-04-25T07:15:37.933" v="29" actId="1076"/>
        <pc:sldMkLst>
          <pc:docMk/>
          <pc:sldMk cId="2234882258" sldId="584"/>
        </pc:sldMkLst>
        <pc:picChg chg="add mod">
          <ac:chgData name="Sharvari Kulkarni" userId="S::sharvari.kulkarni@webberec.com::5f0d8fd3-c69b-459f-ac2b-0e751844282f" providerId="AD" clId="Web-{8D0D189C-1BE8-A8EF-8C1E-8E92CE4A41FF}" dt="2025-04-25T07:14:01.850" v="23" actId="1076"/>
          <ac:picMkLst>
            <pc:docMk/>
            <pc:sldMk cId="2234882258" sldId="584"/>
            <ac:picMk id="3" creationId="{4E04B8A7-6E83-2D74-ABF4-0EC3E6CC33CF}"/>
          </ac:picMkLst>
        </pc:picChg>
        <pc:picChg chg="add mod">
          <ac:chgData name="Sharvari Kulkarni" userId="S::sharvari.kulkarni@webberec.com::5f0d8fd3-c69b-459f-ac2b-0e751844282f" providerId="AD" clId="Web-{8D0D189C-1BE8-A8EF-8C1E-8E92CE4A41FF}" dt="2025-04-25T07:15:37.933" v="29" actId="1076"/>
          <ac:picMkLst>
            <pc:docMk/>
            <pc:sldMk cId="2234882258" sldId="584"/>
            <ac:picMk id="4" creationId="{1BCC2093-DC9A-6F2A-0792-43CCBE646FC2}"/>
          </ac:picMkLst>
        </pc:picChg>
        <pc:picChg chg="del">
          <ac:chgData name="Sharvari Kulkarni" userId="S::sharvari.kulkarni@webberec.com::5f0d8fd3-c69b-459f-ac2b-0e751844282f" providerId="AD" clId="Web-{8D0D189C-1BE8-A8EF-8C1E-8E92CE4A41FF}" dt="2025-04-25T07:14:05.038" v="24"/>
          <ac:picMkLst>
            <pc:docMk/>
            <pc:sldMk cId="2234882258" sldId="584"/>
            <ac:picMk id="7" creationId="{8A998563-F697-3E0D-EB47-ACD5758CDD02}"/>
          </ac:picMkLst>
        </pc:picChg>
        <pc:picChg chg="del">
          <ac:chgData name="Sharvari Kulkarni" userId="S::sharvari.kulkarni@webberec.com::5f0d8fd3-c69b-459f-ac2b-0e751844282f" providerId="AD" clId="Web-{8D0D189C-1BE8-A8EF-8C1E-8E92CE4A41FF}" dt="2025-04-25T07:10:21.466" v="19"/>
          <ac:picMkLst>
            <pc:docMk/>
            <pc:sldMk cId="2234882258" sldId="584"/>
            <ac:picMk id="10" creationId="{C7F1B7A1-EDB5-D273-2979-A10A7B1DE246}"/>
          </ac:picMkLst>
        </pc:picChg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</pc:sld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</pc:sldChg>
    </pc:docChg>
  </pc:docChgLst>
  <pc:docChgLst>
    <pc:chgData name="Manuj" userId="1a07f523-e16f-486a-b610-37539cc763a0" providerId="ADAL" clId="{2AAAD2E6-91A8-422B-8AFE-3FE72AE9D124}"/>
    <pc:docChg chg="undo custSel addSld modSld">
      <pc:chgData name="Manuj" userId="1a07f523-e16f-486a-b610-37539cc763a0" providerId="ADAL" clId="{2AAAD2E6-91A8-422B-8AFE-3FE72AE9D124}" dt="2023-12-05T08:35:11.964" v="365" actId="732"/>
      <pc:docMkLst>
        <pc:docMk/>
      </pc:docMkLst>
      <pc:sldChg chg="modSp mod">
        <pc:chgData name="Manuj" userId="1a07f523-e16f-486a-b610-37539cc763a0" providerId="ADAL" clId="{2AAAD2E6-91A8-422B-8AFE-3FE72AE9D124}" dt="2023-12-01T10:00:01.872" v="156" actId="20577"/>
        <pc:sldMkLst>
          <pc:docMk/>
          <pc:sldMk cId="247023824" sldId="572"/>
        </pc:sldMkLst>
      </pc:sldChg>
      <pc:sldChg chg="addSp delSp modSp mod">
        <pc:chgData name="Manuj" userId="1a07f523-e16f-486a-b610-37539cc763a0" providerId="ADAL" clId="{2AAAD2E6-91A8-422B-8AFE-3FE72AE9D124}" dt="2023-12-01T11:58:47.021" v="344" actId="1037"/>
        <pc:sldMkLst>
          <pc:docMk/>
          <pc:sldMk cId="4028893296" sldId="577"/>
        </pc:sldMkLst>
      </pc:sldChg>
      <pc:sldChg chg="modSp mod">
        <pc:chgData name="Manuj" userId="1a07f523-e16f-486a-b610-37539cc763a0" providerId="ADAL" clId="{2AAAD2E6-91A8-422B-8AFE-3FE72AE9D124}" dt="2023-12-01T11:53:46.233" v="325" actId="108"/>
        <pc:sldMkLst>
          <pc:docMk/>
          <pc:sldMk cId="2743113738" sldId="578"/>
        </pc:sldMkLst>
      </pc:sldChg>
      <pc:sldChg chg="modSp mod">
        <pc:chgData name="Manuj" userId="1a07f523-e16f-486a-b610-37539cc763a0" providerId="ADAL" clId="{2AAAD2E6-91A8-422B-8AFE-3FE72AE9D124}" dt="2023-12-01T09:37:51.427" v="16" actId="20577"/>
        <pc:sldMkLst>
          <pc:docMk/>
          <pc:sldMk cId="1054229470" sldId="581"/>
        </pc:sldMkLst>
      </pc:sldChg>
      <pc:sldChg chg="addSp delSp modSp mod">
        <pc:chgData name="Manuj" userId="1a07f523-e16f-486a-b610-37539cc763a0" providerId="ADAL" clId="{2AAAD2E6-91A8-422B-8AFE-3FE72AE9D124}" dt="2023-12-05T08:35:11.964" v="365" actId="732"/>
        <pc:sldMkLst>
          <pc:docMk/>
          <pc:sldMk cId="1917565795" sldId="583"/>
        </pc:sldMkLst>
      </pc:sldChg>
      <pc:sldChg chg="addSp delSp modSp add mod">
        <pc:chgData name="Manuj" userId="1a07f523-e16f-486a-b610-37539cc763a0" providerId="ADAL" clId="{2AAAD2E6-91A8-422B-8AFE-3FE72AE9D124}" dt="2023-12-01T11:52:42.437" v="319" actId="1038"/>
        <pc:sldMkLst>
          <pc:docMk/>
          <pc:sldMk cId="2234882258" sldId="584"/>
        </pc:sldMkLst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</pc:sldChg>
    </pc:docChg>
  </pc:docChgLst>
  <pc:docChgLst>
    <pc:chgData name="Manuj" userId="1a07f523-e16f-486a-b610-37539cc763a0" providerId="ADAL" clId="{1EEB9B92-5BE8-4566-8531-DE3436BFF42E}"/>
    <pc:docChg chg="undo custSel addSld delSld modSld">
      <pc:chgData name="Manuj" userId="1a07f523-e16f-486a-b610-37539cc763a0" providerId="ADAL" clId="{1EEB9B92-5BE8-4566-8531-DE3436BFF42E}" dt="2023-12-06T12:21:20.397" v="1044" actId="108"/>
      <pc:docMkLst>
        <pc:docMk/>
      </pc:docMkLst>
      <pc:sldChg chg="delSp modSp mod">
        <pc:chgData name="Manuj" userId="1a07f523-e16f-486a-b610-37539cc763a0" providerId="ADAL" clId="{1EEB9B92-5BE8-4566-8531-DE3436BFF42E}" dt="2023-12-06T08:16:38.967" v="957" actId="20577"/>
        <pc:sldMkLst>
          <pc:docMk/>
          <pc:sldMk cId="247023824" sldId="572"/>
        </pc:sldMkLst>
      </pc:sldChg>
      <pc:sldChg chg="addSp delSp modSp mod">
        <pc:chgData name="Manuj" userId="1a07f523-e16f-486a-b610-37539cc763a0" providerId="ADAL" clId="{1EEB9B92-5BE8-4566-8531-DE3436BFF42E}" dt="2023-12-06T12:18:12.596" v="1026" actId="1076"/>
        <pc:sldMkLst>
          <pc:docMk/>
          <pc:sldMk cId="4028893296" sldId="577"/>
        </pc:sldMkLst>
      </pc:sldChg>
      <pc:sldChg chg="addSp modSp mod">
        <pc:chgData name="Manuj" userId="1a07f523-e16f-486a-b610-37539cc763a0" providerId="ADAL" clId="{1EEB9B92-5BE8-4566-8531-DE3436BFF42E}" dt="2023-12-06T12:18:51.654" v="1041" actId="20577"/>
        <pc:sldMkLst>
          <pc:docMk/>
          <pc:sldMk cId="2743113738" sldId="578"/>
        </pc:sldMkLst>
      </pc:sldChg>
      <pc:sldChg chg="modSp mod">
        <pc:chgData name="Manuj" userId="1a07f523-e16f-486a-b610-37539cc763a0" providerId="ADAL" clId="{1EEB9B92-5BE8-4566-8531-DE3436BFF42E}" dt="2023-12-06T12:21:20.397" v="1044" actId="108"/>
        <pc:sldMkLst>
          <pc:docMk/>
          <pc:sldMk cId="1054229470" sldId="581"/>
        </pc:sldMkLst>
      </pc:sldChg>
      <pc:sldChg chg="addSp delSp modSp mod">
        <pc:chgData name="Manuj" userId="1a07f523-e16f-486a-b610-37539cc763a0" providerId="ADAL" clId="{1EEB9B92-5BE8-4566-8531-DE3436BFF42E}" dt="2023-12-06T12:19:15.205" v="1042" actId="1076"/>
        <pc:sldMkLst>
          <pc:docMk/>
          <pc:sldMk cId="1917565795" sldId="583"/>
        </pc:sldMkLst>
      </pc:sldChg>
      <pc:sldChg chg="addSp delSp modSp mod">
        <pc:chgData name="Manuj" userId="1a07f523-e16f-486a-b610-37539cc763a0" providerId="ADAL" clId="{1EEB9B92-5BE8-4566-8531-DE3436BFF42E}" dt="2023-12-06T12:00:44.876" v="986" actId="1076"/>
        <pc:sldMkLst>
          <pc:docMk/>
          <pc:sldMk cId="2234882258" sldId="584"/>
        </pc:sldMkLst>
      </pc:sldChg>
      <pc:sldChg chg="delSp modSp del mod">
        <pc:chgData name="Manuj" userId="1a07f523-e16f-486a-b610-37539cc763a0" providerId="ADAL" clId="{1EEB9B92-5BE8-4566-8531-DE3436BFF42E}" dt="2023-12-06T08:15:07.613" v="943" actId="2696"/>
        <pc:sldMkLst>
          <pc:docMk/>
          <pc:sldMk cId="3826781572" sldId="585"/>
        </pc:sldMkLst>
      </pc:sldChg>
      <pc:sldChg chg="delSp add del mod">
        <pc:chgData name="Manuj" userId="1a07f523-e16f-486a-b610-37539cc763a0" providerId="ADAL" clId="{1EEB9B92-5BE8-4566-8531-DE3436BFF42E}" dt="2023-12-06T12:01:37.886" v="987" actId="47"/>
        <pc:sldMkLst>
          <pc:docMk/>
          <pc:sldMk cId="3058462057" sldId="586"/>
        </pc:sldMkLst>
      </pc:sldChg>
    </pc:docChg>
  </pc:docChgLst>
  <pc:docChgLst>
    <pc:chgData name="Bhanu Marwaha" userId="f39ffc35-35af-4f7b-b03f-a7583911184d" providerId="ADAL" clId="{5846C9D5-9E81-48AC-BA9B-3E0E60060FEB}"/>
    <pc:docChg chg="modSld">
      <pc:chgData name="Bhanu Marwaha" userId="f39ffc35-35af-4f7b-b03f-a7583911184d" providerId="ADAL" clId="{5846C9D5-9E81-48AC-BA9B-3E0E60060FEB}" dt="2025-03-11T11:52:44.302" v="2" actId="20577"/>
      <pc:docMkLst>
        <pc:docMk/>
      </pc:docMkLst>
      <pc:sldChg chg="modSp mod">
        <pc:chgData name="Bhanu Marwaha" userId="f39ffc35-35af-4f7b-b03f-a7583911184d" providerId="ADAL" clId="{5846C9D5-9E81-48AC-BA9B-3E0E60060FEB}" dt="2025-03-11T11:52:44.302" v="2" actId="20577"/>
        <pc:sldMkLst>
          <pc:docMk/>
          <pc:sldMk cId="2743113738" sldId="578"/>
        </pc:sldMkLst>
        <pc:graphicFrameChg chg="modGraphic">
          <ac:chgData name="Bhanu Marwaha" userId="f39ffc35-35af-4f7b-b03f-a7583911184d" providerId="ADAL" clId="{5846C9D5-9E81-48AC-BA9B-3E0E60060FEB}" dt="2025-03-11T11:52:44.302" v="2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</pc:sld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815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5/30/2025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581216"/>
            <a:ext cx="59483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WBMS-SW</a:t>
            </a:r>
            <a:r>
              <a:rPr lang="en-US" sz="4400" b="1" dirty="0">
                <a:solidFill>
                  <a:srgbClr val="073763"/>
                </a:solidFill>
                <a:latin typeface="Calibri" panose="020F0502020204030204" pitchFamily="34" charset="0"/>
              </a:rPr>
              <a:t>-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16S Contactor</a:t>
            </a:r>
            <a:endParaRPr lang="en-US" sz="4400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340043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43607" y="43337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v3.0</a:t>
            </a:r>
            <a:endParaRPr lang="en-IN" sz="5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12B5AA-D163-78A1-9840-5BAA51FC8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5133" y="-2309"/>
            <a:ext cx="6494756" cy="483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113ED75-5E65-B1F6-CC6B-A0E30B532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2671"/>
            <a:ext cx="6743700" cy="601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27CB06-4987-E246-4CBC-05844A24C4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4831" y="6417740"/>
            <a:ext cx="761563" cy="11228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CE602B8-88DE-FEDF-DE88-5C2936DDC30F}"/>
              </a:ext>
            </a:extLst>
          </p:cNvPr>
          <p:cNvSpPr/>
          <p:nvPr/>
        </p:nvSpPr>
        <p:spPr>
          <a:xfrm>
            <a:off x="3924344" y="6165850"/>
            <a:ext cx="609556" cy="158750"/>
          </a:xfrm>
          <a:prstGeom prst="rect">
            <a:avLst/>
          </a:prstGeom>
          <a:solidFill>
            <a:srgbClr val="AAD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accent6">
                    <a:lumMod val="50000"/>
                  </a:schemeClr>
                </a:solidFill>
              </a:rPr>
              <a:t>ISO CAN2.0B</a:t>
            </a:r>
            <a:endParaRPr lang="en-IN" sz="7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338303" y="794133"/>
            <a:ext cx="6303797" cy="8918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48-60V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MOSFET Failure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I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solated 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uSD Card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Contactor Switching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Hardware and Software interlocks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for Charger and Discharge Paths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On board power supply and switching or predischarge control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. Does not need external 12V power supply and predisharge contactor  </a:t>
            </a:r>
            <a:endParaRPr lang="en-US" sz="1600" b="0" i="0" u="none" strike="noStrike" dirty="0">
              <a:solidFill>
                <a:srgbClr val="222222"/>
              </a:solidFill>
              <a:effectLst/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High 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ell balancing current up to 400mA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1702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608573"/>
              </p:ext>
            </p:extLst>
          </p:nvPr>
        </p:nvGraphicFramePr>
        <p:xfrm>
          <a:off x="406866" y="234387"/>
          <a:ext cx="6131250" cy="911250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mm X 102 mm X 28 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Nominal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250A</a:t>
                      </a:r>
                      <a:endParaRPr lang="en-US" sz="10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32599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~400mA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 (Customisable)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~50mA (Contactor OFF) 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~100mA (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 ON)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~8uA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2562308966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Six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</a:t>
                      </a: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Card or EEPROM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Card: every 1 second, logged over last 60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OFF. 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is allowed if Charger is connected and Ignition is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and Discharging are allowed only after fault is cleared</a:t>
                      </a:r>
                      <a:endParaRPr lang="en-US" sz="8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and Discharging are allowed only after fault is cleared</a:t>
                      </a:r>
                      <a:endParaRPr lang="en-US" sz="8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B5412-15E7-AC7F-9754-4BAD24CFFE02}"/>
              </a:ext>
            </a:extLst>
          </p:cNvPr>
          <p:cNvSpPr txBox="1"/>
          <p:nvPr/>
        </p:nvSpPr>
        <p:spPr>
          <a:xfrm>
            <a:off x="383384" y="9346889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</a:t>
            </a:r>
            <a:r>
              <a:rPr lang="en-IN" sz="800" b="1" dirty="0">
                <a:latin typeface="Calibri" panose="020F0502020204030204" pitchFamily="34" charset="0"/>
              </a:rPr>
              <a:t>S</a:t>
            </a: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762225"/>
              </p:ext>
            </p:extLst>
          </p:nvPr>
        </p:nvGraphicFramePr>
        <p:xfrm>
          <a:off x="372590" y="219771"/>
          <a:ext cx="6193378" cy="9516634"/>
        </p:xfrm>
        <a:graphic>
          <a:graphicData uri="http://schemas.openxmlformats.org/drawingml/2006/table">
            <a:tbl>
              <a:tblPr/>
              <a:tblGrid>
                <a:gridCol w="1278410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392185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Latch Protection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and Discharging are allowed only after fault is cleared</a:t>
                      </a:r>
                      <a:endParaRPr lang="en-US" sz="8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Charge Protection Level-1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Threshold, 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Discharging is allowed if Charger is removed and Ignition is 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Protection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～20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mSec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Latch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Discharge Protection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OFF 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is allowed if Charger is connected and Ignition is OFF</a:t>
                      </a:r>
                      <a:endParaRPr lang="en-US" sz="8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Discharge Protection</a:t>
                      </a: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is allowed if Charger is connected and Ignition is OFF</a:t>
                      </a:r>
                      <a:endParaRPr lang="en-US" sz="8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Contactor: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Discharging is allowed if Charger is removed and Ignition is ON</a:t>
                      </a: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Buzzer Output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Contactor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02F4A-32AA-4455-A265-049E966FCDB4}"/>
              </a:ext>
            </a:extLst>
          </p:cNvPr>
          <p:cNvSpPr txBox="1"/>
          <p:nvPr/>
        </p:nvSpPr>
        <p:spPr>
          <a:xfrm>
            <a:off x="368658" y="250746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59DBF-07B2-42AF-6790-860F1E51C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6358" y="-856767"/>
            <a:ext cx="6195463" cy="805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DBE6B0-7D32-BE3A-80E6-B1ACD4E196C2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Mechanical Dimensions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260BC-891D-2C3D-FD1F-74C32BD349D8}"/>
              </a:ext>
            </a:extLst>
          </p:cNvPr>
          <p:cNvSpPr txBox="1"/>
          <p:nvPr/>
        </p:nvSpPr>
        <p:spPr>
          <a:xfrm>
            <a:off x="4455207" y="8677387"/>
            <a:ext cx="2402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1200" b="1" i="0" u="none" strike="noStrike" dirty="0">
                <a:effectLst/>
                <a:latin typeface="Calibri" panose="020F0502020204030204" pitchFamily="34" charset="0"/>
              </a:rPr>
              <a:t>All dimensions in mm</a:t>
            </a:r>
            <a:endParaRPr lang="en-IN" sz="1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04B8A7-6E83-2D74-ABF4-0EC3E6CC3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65" y="4004139"/>
            <a:ext cx="6577195" cy="42519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CC2093-DC9A-6F2A-0792-43CCBE646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65" y="1457971"/>
            <a:ext cx="6164798" cy="229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8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1965</TotalTime>
  <Words>972</Words>
  <Application>Microsoft Office PowerPoint</Application>
  <PresentationFormat>A4 Paper (210x297 mm)</PresentationFormat>
  <Paragraphs>174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Bhanu Marwaha</cp:lastModifiedBy>
  <cp:revision>28</cp:revision>
  <cp:lastPrinted>2023-11-21T08:53:41Z</cp:lastPrinted>
  <dcterms:created xsi:type="dcterms:W3CDTF">2018-05-28T01:20:05Z</dcterms:created>
  <dcterms:modified xsi:type="dcterms:W3CDTF">2025-05-31T02:28:59Z</dcterms:modified>
</cp:coreProperties>
</file>