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577" r:id="rId2"/>
    <p:sldId id="566" r:id="rId3"/>
    <p:sldId id="581" r:id="rId4"/>
    <p:sldId id="578" r:id="rId5"/>
    <p:sldId id="572" r:id="rId6"/>
    <p:sldId id="585" r:id="rId7"/>
    <p:sldId id="583" r:id="rId8"/>
    <p:sldId id="584" r:id="rId9"/>
  </p:sldIdLst>
  <p:sldSz cx="6858000" cy="9906000" type="A4"/>
  <p:notesSz cx="6858000" cy="9144000"/>
  <p:defaultTextStyle>
    <a:defPPr>
      <a:defRPr lang="en-US"/>
    </a:defPPr>
    <a:lvl1pPr marL="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4257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8513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2770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7027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21284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65541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9798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54055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D4F0"/>
    <a:srgbClr val="FFFFFF"/>
    <a:srgbClr val="FAF9F4"/>
    <a:srgbClr val="1B6CB3"/>
    <a:srgbClr val="00A44C"/>
    <a:srgbClr val="19974C"/>
    <a:srgbClr val="1EB45B"/>
    <a:srgbClr val="F5F3EB"/>
    <a:srgbClr val="CCFF33"/>
    <a:srgbClr val="9DCC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4660"/>
  </p:normalViewPr>
  <p:slideViewPr>
    <p:cSldViewPr snapToGrid="0">
      <p:cViewPr varScale="1">
        <p:scale>
          <a:sx n="73" d="100"/>
          <a:sy n="73" d="100"/>
        </p:scale>
        <p:origin x="3360" y="60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j Agrawal" userId="8275e378daeca5b2" providerId="LiveId" clId="{CAD1D656-CB9D-4E7F-B16D-5F224DEB5C95}"/>
    <pc:docChg chg="undo custSel addSld delSld modSld sldOrd">
      <pc:chgData name="Manuj Agrawal" userId="8275e378daeca5b2" providerId="LiveId" clId="{CAD1D656-CB9D-4E7F-B16D-5F224DEB5C95}" dt="2021-12-07T12:05:28.016" v="1583" actId="20577"/>
      <pc:docMkLst>
        <pc:docMk/>
      </pc:docMkLst>
      <pc:sldChg chg="ord">
        <pc:chgData name="Manuj Agrawal" userId="8275e378daeca5b2" providerId="LiveId" clId="{CAD1D656-CB9D-4E7F-B16D-5F224DEB5C95}" dt="2021-12-05T14:57:18.409" v="183"/>
        <pc:sldMkLst>
          <pc:docMk/>
          <pc:sldMk cId="839510395" sldId="445"/>
        </pc:sldMkLst>
      </pc:sldChg>
      <pc:sldChg chg="modNotesTx">
        <pc:chgData name="Manuj Agrawal" userId="8275e378daeca5b2" providerId="LiveId" clId="{CAD1D656-CB9D-4E7F-B16D-5F224DEB5C95}" dt="2021-12-05T15:03:16.870" v="286" actId="20577"/>
        <pc:sldMkLst>
          <pc:docMk/>
          <pc:sldMk cId="1886868575" sldId="452"/>
        </pc:sldMkLst>
      </pc:sldChg>
      <pc:sldChg chg="ord">
        <pc:chgData name="Manuj Agrawal" userId="8275e378daeca5b2" providerId="LiveId" clId="{CAD1D656-CB9D-4E7F-B16D-5F224DEB5C95}" dt="2021-12-05T15:00:35.534" v="189"/>
        <pc:sldMkLst>
          <pc:docMk/>
          <pc:sldMk cId="2654572283" sldId="456"/>
        </pc:sldMkLst>
      </pc:sldChg>
      <pc:sldChg chg="modNotesTx">
        <pc:chgData name="Manuj Agrawal" userId="8275e378daeca5b2" providerId="LiveId" clId="{CAD1D656-CB9D-4E7F-B16D-5F224DEB5C95}" dt="2021-12-05T17:51:10.723" v="739" actId="20577"/>
        <pc:sldMkLst>
          <pc:docMk/>
          <pc:sldMk cId="0" sldId="462"/>
        </pc:sldMkLst>
      </pc:sldChg>
      <pc:sldChg chg="ord">
        <pc:chgData name="Manuj Agrawal" userId="8275e378daeca5b2" providerId="LiveId" clId="{CAD1D656-CB9D-4E7F-B16D-5F224DEB5C95}" dt="2021-12-05T14:57:16.171" v="181"/>
        <pc:sldMkLst>
          <pc:docMk/>
          <pc:sldMk cId="1342799671" sldId="477"/>
        </pc:sldMkLst>
      </pc:sldChg>
      <pc:sldChg chg="modNotesTx">
        <pc:chgData name="Manuj Agrawal" userId="8275e378daeca5b2" providerId="LiveId" clId="{CAD1D656-CB9D-4E7F-B16D-5F224DEB5C95}" dt="2021-12-05T15:56:00.939" v="553" actId="20577"/>
        <pc:sldMkLst>
          <pc:docMk/>
          <pc:sldMk cId="722639226" sldId="481"/>
        </pc:sldMkLst>
      </pc:sldChg>
      <pc:sldChg chg="ord">
        <pc:chgData name="Manuj Agrawal" userId="8275e378daeca5b2" providerId="LiveId" clId="{CAD1D656-CB9D-4E7F-B16D-5F224DEB5C95}" dt="2021-12-05T14:57:20.384" v="185"/>
        <pc:sldMkLst>
          <pc:docMk/>
          <pc:sldMk cId="2926853988" sldId="484"/>
        </pc:sldMkLst>
      </pc:sldChg>
      <pc:sldChg chg="modNotesTx">
        <pc:chgData name="Manuj Agrawal" userId="8275e378daeca5b2" providerId="LiveId" clId="{CAD1D656-CB9D-4E7F-B16D-5F224DEB5C95}" dt="2021-12-06T04:31:35.805" v="749" actId="20577"/>
        <pc:sldMkLst>
          <pc:docMk/>
          <pc:sldMk cId="2413752973" sldId="486"/>
        </pc:sldMkLst>
      </pc:sldChg>
      <pc:sldChg chg="modNotesTx">
        <pc:chgData name="Manuj Agrawal" userId="8275e378daeca5b2" providerId="LiveId" clId="{CAD1D656-CB9D-4E7F-B16D-5F224DEB5C95}" dt="2021-12-05T15:31:52.886" v="529" actId="20577"/>
        <pc:sldMkLst>
          <pc:docMk/>
          <pc:sldMk cId="57572407" sldId="488"/>
        </pc:sldMkLst>
      </pc:sldChg>
      <pc:sldChg chg="ord">
        <pc:chgData name="Manuj Agrawal" userId="8275e378daeca5b2" providerId="LiveId" clId="{CAD1D656-CB9D-4E7F-B16D-5F224DEB5C95}" dt="2021-12-05T15:00:51.749" v="191"/>
        <pc:sldMkLst>
          <pc:docMk/>
          <pc:sldMk cId="3773446992" sldId="490"/>
        </pc:sldMkLst>
      </pc:sldChg>
      <pc:sldChg chg="modNotesTx">
        <pc:chgData name="Manuj Agrawal" userId="8275e378daeca5b2" providerId="LiveId" clId="{CAD1D656-CB9D-4E7F-B16D-5F224DEB5C95}" dt="2021-12-05T15:06:31.192" v="306" actId="20577"/>
        <pc:sldMkLst>
          <pc:docMk/>
          <pc:sldMk cId="2332114638" sldId="503"/>
        </pc:sldMkLst>
      </pc:sldChg>
      <pc:sldChg chg="modSp mod">
        <pc:chgData name="Manuj Agrawal" userId="8275e378daeca5b2" providerId="LiveId" clId="{CAD1D656-CB9D-4E7F-B16D-5F224DEB5C95}" dt="2021-12-05T17:29:53.249" v="720" actId="1076"/>
        <pc:sldMkLst>
          <pc:docMk/>
          <pc:sldMk cId="3558071778" sldId="508"/>
        </pc:sldMkLst>
        <pc:spChg chg="mod">
          <ac:chgData name="Manuj Agrawal" userId="8275e378daeca5b2" providerId="LiveId" clId="{CAD1D656-CB9D-4E7F-B16D-5F224DEB5C95}" dt="2021-12-05T17:29:53.249" v="720" actId="1076"/>
          <ac:spMkLst>
            <pc:docMk/>
            <pc:sldMk cId="3558071778" sldId="508"/>
            <ac:spMk id="65" creationId="{8E393A79-A444-4546-B5E9-4CF502C3AFF3}"/>
          </ac:spMkLst>
        </pc:spChg>
        <pc:spChg chg="mod">
          <ac:chgData name="Manuj Agrawal" userId="8275e378daeca5b2" providerId="LiveId" clId="{CAD1D656-CB9D-4E7F-B16D-5F224DEB5C95}" dt="2021-12-05T17:24:42.273" v="702" actId="20577"/>
          <ac:spMkLst>
            <pc:docMk/>
            <pc:sldMk cId="3558071778" sldId="508"/>
            <ac:spMk id="69" creationId="{998E259F-B6CF-432C-8A69-96230A7E6C67}"/>
          </ac:spMkLst>
        </pc:spChg>
      </pc:sldChg>
      <pc:sldChg chg="addSp delSp modSp mod modNotesTx">
        <pc:chgData name="Manuj Agrawal" userId="8275e378daeca5b2" providerId="LiveId" clId="{CAD1D656-CB9D-4E7F-B16D-5F224DEB5C95}" dt="2021-12-06T04:38:37.191" v="1020" actId="20577"/>
        <pc:sldMkLst>
          <pc:docMk/>
          <pc:sldMk cId="2864457999" sldId="513"/>
        </pc:sldMkLst>
        <pc:spChg chg="mod">
          <ac:chgData name="Manuj Agrawal" userId="8275e378daeca5b2" providerId="LiveId" clId="{CAD1D656-CB9D-4E7F-B16D-5F224DEB5C95}" dt="2021-12-06T04:37:21.394" v="760" actId="1076"/>
          <ac:spMkLst>
            <pc:docMk/>
            <pc:sldMk cId="2864457999" sldId="513"/>
            <ac:spMk id="10" creationId="{18B944F9-A21D-48AA-92B0-EF9C98DEEAFC}"/>
          </ac:spMkLst>
        </pc:spChg>
        <pc:spChg chg="mod">
          <ac:chgData name="Manuj Agrawal" userId="8275e378daeca5b2" providerId="LiveId" clId="{CAD1D656-CB9D-4E7F-B16D-5F224DEB5C95}" dt="2021-12-06T04:37:13.719" v="759" actId="1076"/>
          <ac:spMkLst>
            <pc:docMk/>
            <pc:sldMk cId="2864457999" sldId="513"/>
            <ac:spMk id="13" creationId="{A8B7AD09-3CFA-476E-A503-377B7D204C18}"/>
          </ac:spMkLst>
        </pc:spChg>
        <pc:picChg chg="add mod">
          <ac:chgData name="Manuj Agrawal" userId="8275e378daeca5b2" providerId="LiveId" clId="{CAD1D656-CB9D-4E7F-B16D-5F224DEB5C95}" dt="2021-12-06T04:37:09.549" v="758" actId="1076"/>
          <ac:picMkLst>
            <pc:docMk/>
            <pc:sldMk cId="2864457999" sldId="513"/>
            <ac:picMk id="4" creationId="{789A2C47-0104-458D-B5E5-331E6DE57950}"/>
          </ac:picMkLst>
        </pc:picChg>
        <pc:picChg chg="del">
          <ac:chgData name="Manuj Agrawal" userId="8275e378daeca5b2" providerId="LiveId" clId="{CAD1D656-CB9D-4E7F-B16D-5F224DEB5C95}" dt="2021-12-06T04:36:33.867" v="750" actId="478"/>
          <ac:picMkLst>
            <pc:docMk/>
            <pc:sldMk cId="2864457999" sldId="513"/>
            <ac:picMk id="15" creationId="{74D5F71E-2E64-481D-8363-7E30EEA916C1}"/>
          </ac:picMkLst>
        </pc:picChg>
      </pc:sldChg>
      <pc:sldChg chg="modNotesTx">
        <pc:chgData name="Manuj Agrawal" userId="8275e378daeca5b2" providerId="LiveId" clId="{CAD1D656-CB9D-4E7F-B16D-5F224DEB5C95}" dt="2021-12-05T16:39:40.165" v="615" actId="20577"/>
        <pc:sldMkLst>
          <pc:docMk/>
          <pc:sldMk cId="3900484488" sldId="514"/>
        </pc:sldMkLst>
      </pc:sldChg>
      <pc:sldChg chg="modNotesTx">
        <pc:chgData name="Manuj Agrawal" userId="8275e378daeca5b2" providerId="LiveId" clId="{CAD1D656-CB9D-4E7F-B16D-5F224DEB5C95}" dt="2021-12-05T15:24:08.153" v="507" actId="20577"/>
        <pc:sldMkLst>
          <pc:docMk/>
          <pc:sldMk cId="3115088553" sldId="515"/>
        </pc:sldMkLst>
      </pc:sldChg>
      <pc:sldChg chg="delSp mod">
        <pc:chgData name="Manuj Agrawal" userId="8275e378daeca5b2" providerId="LiveId" clId="{CAD1D656-CB9D-4E7F-B16D-5F224DEB5C95}" dt="2021-12-05T14:44:59.381" v="1" actId="478"/>
        <pc:sldMkLst>
          <pc:docMk/>
          <pc:sldMk cId="3398521564" sldId="516"/>
        </pc:sldMkLst>
        <pc:grpChg chg="del">
          <ac:chgData name="Manuj Agrawal" userId="8275e378daeca5b2" providerId="LiveId" clId="{CAD1D656-CB9D-4E7F-B16D-5F224DEB5C95}" dt="2021-12-05T14:44:58.073" v="0" actId="478"/>
          <ac:grpSpMkLst>
            <pc:docMk/>
            <pc:sldMk cId="3398521564" sldId="516"/>
            <ac:grpSpMk id="18" creationId="{28EBB4FE-5EEE-4D32-B207-D0C3B8EE4CF9}"/>
          </ac:grpSpMkLst>
        </pc:grpChg>
        <pc:grpChg chg="del">
          <ac:chgData name="Manuj Agrawal" userId="8275e378daeca5b2" providerId="LiveId" clId="{CAD1D656-CB9D-4E7F-B16D-5F224DEB5C95}" dt="2021-12-05T14:44:59.381" v="1" actId="478"/>
          <ac:grpSpMkLst>
            <pc:docMk/>
            <pc:sldMk cId="3398521564" sldId="516"/>
            <ac:grpSpMk id="21" creationId="{1A004197-E69B-4DF2-9FBF-C2CE2B2F8DFF}"/>
          </ac:grpSpMkLst>
        </pc:grpChg>
      </pc:sldChg>
      <pc:sldChg chg="modSp mod modNotesTx">
        <pc:chgData name="Manuj Agrawal" userId="8275e378daeca5b2" providerId="LiveId" clId="{CAD1D656-CB9D-4E7F-B16D-5F224DEB5C95}" dt="2021-12-05T15:58:13.602" v="583" actId="20577"/>
        <pc:sldMkLst>
          <pc:docMk/>
          <pc:sldMk cId="3154999266" sldId="517"/>
        </pc:sldMkLst>
        <pc:spChg chg="mod">
          <ac:chgData name="Manuj Agrawal" userId="8275e378daeca5b2" providerId="LiveId" clId="{CAD1D656-CB9D-4E7F-B16D-5F224DEB5C95}" dt="2021-12-05T15:57:56.525" v="554" actId="1076"/>
          <ac:spMkLst>
            <pc:docMk/>
            <pc:sldMk cId="3154999266" sldId="517"/>
            <ac:spMk id="6" creationId="{14B69535-D84F-4CD4-B33B-375056680064}"/>
          </ac:spMkLst>
        </pc:spChg>
        <pc:spChg chg="mod">
          <ac:chgData name="Manuj Agrawal" userId="8275e378daeca5b2" providerId="LiveId" clId="{CAD1D656-CB9D-4E7F-B16D-5F224DEB5C95}" dt="2021-12-05T14:46:09.502" v="55" actId="20577"/>
          <ac:spMkLst>
            <pc:docMk/>
            <pc:sldMk cId="3154999266" sldId="517"/>
            <ac:spMk id="7" creationId="{4A29C1D3-C73A-4CAA-8616-0B32A3016109}"/>
          </ac:spMkLst>
        </pc:spChg>
        <pc:graphicFrameChg chg="mod modGraphic">
          <ac:chgData name="Manuj Agrawal" userId="8275e378daeca5b2" providerId="LiveId" clId="{CAD1D656-CB9D-4E7F-B16D-5F224DEB5C95}" dt="2021-12-05T15:58:13.602" v="583" actId="20577"/>
          <ac:graphicFrameMkLst>
            <pc:docMk/>
            <pc:sldMk cId="3154999266" sldId="517"/>
            <ac:graphicFrameMk id="3" creationId="{347BC466-C3EC-4C67-B692-312C74ABC436}"/>
          </ac:graphicFrameMkLst>
        </pc:graphicFrameChg>
        <pc:graphicFrameChg chg="mod modGraphic">
          <ac:chgData name="Manuj Agrawal" userId="8275e378daeca5b2" providerId="LiveId" clId="{CAD1D656-CB9D-4E7F-B16D-5F224DEB5C95}" dt="2021-12-05T15:58:05.440" v="569" actId="20577"/>
          <ac:graphicFrameMkLst>
            <pc:docMk/>
            <pc:sldMk cId="3154999266" sldId="517"/>
            <ac:graphicFrameMk id="5" creationId="{A01D1AF0-98FC-41C0-9F63-4A92FCD09B0C}"/>
          </ac:graphicFrameMkLst>
        </pc:graphicFrameChg>
      </pc:sldChg>
      <pc:sldChg chg="addSp delSp modSp add del mod ord">
        <pc:chgData name="Manuj Agrawal" userId="8275e378daeca5b2" providerId="LiveId" clId="{CAD1D656-CB9D-4E7F-B16D-5F224DEB5C95}" dt="2021-12-07T12:03:23.741" v="1551" actId="2696"/>
        <pc:sldMkLst>
          <pc:docMk/>
          <pc:sldMk cId="521510036" sldId="518"/>
        </pc:sldMkLst>
        <pc:spChg chg="add mod ord">
          <ac:chgData name="Manuj Agrawal" userId="8275e378daeca5b2" providerId="LiveId" clId="{CAD1D656-CB9D-4E7F-B16D-5F224DEB5C95}" dt="2021-12-07T10:43:51.006" v="1249" actId="14100"/>
          <ac:spMkLst>
            <pc:docMk/>
            <pc:sldMk cId="521510036" sldId="518"/>
            <ac:spMk id="13" creationId="{256C05ED-2075-42FF-8F50-8D60297DD21E}"/>
          </ac:spMkLst>
        </pc:spChg>
        <pc:spChg chg="mod ord">
          <ac:chgData name="Manuj Agrawal" userId="8275e378daeca5b2" providerId="LiveId" clId="{CAD1D656-CB9D-4E7F-B16D-5F224DEB5C95}" dt="2021-12-07T10:27:30.843" v="1122" actId="1076"/>
          <ac:spMkLst>
            <pc:docMk/>
            <pc:sldMk cId="521510036" sldId="518"/>
            <ac:spMk id="14" creationId="{797DD8EF-73B6-463E-8299-FA41AF5E1346}"/>
          </ac:spMkLst>
        </pc:spChg>
        <pc:spChg chg="mod ord">
          <ac:chgData name="Manuj Agrawal" userId="8275e378daeca5b2" providerId="LiveId" clId="{CAD1D656-CB9D-4E7F-B16D-5F224DEB5C95}" dt="2021-12-07T10:26:49.092" v="1119" actId="1076"/>
          <ac:spMkLst>
            <pc:docMk/>
            <pc:sldMk cId="521510036" sldId="518"/>
            <ac:spMk id="15" creationId="{E7577410-1D2A-4074-BCBF-8534CA075CDE}"/>
          </ac:spMkLst>
        </pc:spChg>
        <pc:spChg chg="mod">
          <ac:chgData name="Manuj Agrawal" userId="8275e378daeca5b2" providerId="LiveId" clId="{CAD1D656-CB9D-4E7F-B16D-5F224DEB5C95}" dt="2021-12-07T10:31:23.835" v="1153" actId="1076"/>
          <ac:spMkLst>
            <pc:docMk/>
            <pc:sldMk cId="521510036" sldId="518"/>
            <ac:spMk id="16" creationId="{A62AB9ED-DBD4-4352-8360-12635345383C}"/>
          </ac:spMkLst>
        </pc:spChg>
        <pc:spChg chg="del mod topLvl">
          <ac:chgData name="Manuj Agrawal" userId="8275e378daeca5b2" providerId="LiveId" clId="{CAD1D656-CB9D-4E7F-B16D-5F224DEB5C95}" dt="2021-12-07T10:20:51.612" v="1041" actId="478"/>
          <ac:spMkLst>
            <pc:docMk/>
            <pc:sldMk cId="521510036" sldId="518"/>
            <ac:spMk id="17" creationId="{035DCC93-3B78-4012-9641-61C7E40CB0C5}"/>
          </ac:spMkLst>
        </pc:spChg>
        <pc:spChg chg="mod ord">
          <ac:chgData name="Manuj Agrawal" userId="8275e378daeca5b2" providerId="LiveId" clId="{CAD1D656-CB9D-4E7F-B16D-5F224DEB5C95}" dt="2021-12-07T10:31:13.332" v="1152" actId="20577"/>
          <ac:spMkLst>
            <pc:docMk/>
            <pc:sldMk cId="521510036" sldId="518"/>
            <ac:spMk id="18" creationId="{0722B45C-2AA9-4F02-9363-7667386BE8B6}"/>
          </ac:spMkLst>
        </pc:spChg>
        <pc:spChg chg="add mod">
          <ac:chgData name="Manuj Agrawal" userId="8275e378daeca5b2" providerId="LiveId" clId="{CAD1D656-CB9D-4E7F-B16D-5F224DEB5C95}" dt="2021-12-07T10:45:55.334" v="1278" actId="1076"/>
          <ac:spMkLst>
            <pc:docMk/>
            <pc:sldMk cId="521510036" sldId="518"/>
            <ac:spMk id="19" creationId="{39112E7C-54AC-41EE-8F6E-3AB72E3A3E46}"/>
          </ac:spMkLst>
        </pc:spChg>
        <pc:spChg chg="del">
          <ac:chgData name="Manuj Agrawal" userId="8275e378daeca5b2" providerId="LiveId" clId="{CAD1D656-CB9D-4E7F-B16D-5F224DEB5C95}" dt="2021-12-07T10:21:55.596" v="1057" actId="478"/>
          <ac:spMkLst>
            <pc:docMk/>
            <pc:sldMk cId="521510036" sldId="518"/>
            <ac:spMk id="30" creationId="{78EC0ED1-3C25-4EDC-84DD-29A46B5E43E7}"/>
          </ac:spMkLst>
        </pc:spChg>
        <pc:spChg chg="mod">
          <ac:chgData name="Manuj Agrawal" userId="8275e378daeca5b2" providerId="LiveId" clId="{CAD1D656-CB9D-4E7F-B16D-5F224DEB5C95}" dt="2021-12-07T10:34:39.193" v="1173" actId="1076"/>
          <ac:spMkLst>
            <pc:docMk/>
            <pc:sldMk cId="521510036" sldId="518"/>
            <ac:spMk id="51" creationId="{33EF5889-B9A0-474D-B2D2-6395E3EB3246}"/>
          </ac:spMkLst>
        </pc:spChg>
        <pc:spChg chg="del mod">
          <ac:chgData name="Manuj Agrawal" userId="8275e378daeca5b2" providerId="LiveId" clId="{CAD1D656-CB9D-4E7F-B16D-5F224DEB5C95}" dt="2021-12-07T10:23:53.204" v="1076" actId="478"/>
          <ac:spMkLst>
            <pc:docMk/>
            <pc:sldMk cId="521510036" sldId="518"/>
            <ac:spMk id="57" creationId="{00000000-0000-0000-0000-000000000000}"/>
          </ac:spMkLst>
        </pc:spChg>
        <pc:spChg chg="mod">
          <ac:chgData name="Manuj Agrawal" userId="8275e378daeca5b2" providerId="LiveId" clId="{CAD1D656-CB9D-4E7F-B16D-5F224DEB5C95}" dt="2021-12-07T10:32:19.251" v="1161" actId="1076"/>
          <ac:spMkLst>
            <pc:docMk/>
            <pc:sldMk cId="521510036" sldId="518"/>
            <ac:spMk id="58" creationId="{00000000-0000-0000-0000-000000000000}"/>
          </ac:spMkLst>
        </pc:spChg>
        <pc:spChg chg="del topLvl">
          <ac:chgData name="Manuj Agrawal" userId="8275e378daeca5b2" providerId="LiveId" clId="{CAD1D656-CB9D-4E7F-B16D-5F224DEB5C95}" dt="2021-12-07T10:20:23.464" v="1033" actId="478"/>
          <ac:spMkLst>
            <pc:docMk/>
            <pc:sldMk cId="521510036" sldId="518"/>
            <ac:spMk id="60" creationId="{9EBB6F1E-C390-4368-839D-BD027A033545}"/>
          </ac:spMkLst>
        </pc:spChg>
        <pc:spChg chg="mod ord topLvl">
          <ac:chgData name="Manuj Agrawal" userId="8275e378daeca5b2" providerId="LiveId" clId="{CAD1D656-CB9D-4E7F-B16D-5F224DEB5C95}" dt="2021-12-07T10:25:39.295" v="1107" actId="207"/>
          <ac:spMkLst>
            <pc:docMk/>
            <pc:sldMk cId="521510036" sldId="518"/>
            <ac:spMk id="61" creationId="{1004B370-5E8D-4B3E-8DFF-C2A3D97F0425}"/>
          </ac:spMkLst>
        </pc:spChg>
        <pc:spChg chg="mod">
          <ac:chgData name="Manuj Agrawal" userId="8275e378daeca5b2" providerId="LiveId" clId="{CAD1D656-CB9D-4E7F-B16D-5F224DEB5C95}" dt="2021-12-07T10:26:08.300" v="1111" actId="1076"/>
          <ac:spMkLst>
            <pc:docMk/>
            <pc:sldMk cId="521510036" sldId="518"/>
            <ac:spMk id="62" creationId="{F988861E-74EA-4FCE-BBC0-AC409503177A}"/>
          </ac:spMkLst>
        </pc:spChg>
        <pc:spChg chg="del topLvl">
          <ac:chgData name="Manuj Agrawal" userId="8275e378daeca5b2" providerId="LiveId" clId="{CAD1D656-CB9D-4E7F-B16D-5F224DEB5C95}" dt="2021-12-07T10:22:49.749" v="1067" actId="478"/>
          <ac:spMkLst>
            <pc:docMk/>
            <pc:sldMk cId="521510036" sldId="518"/>
            <ac:spMk id="64" creationId="{4E32BA0B-DD98-4A93-AB65-50C1B8453B03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69" creationId="{084FB855-3320-40DB-9DDE-C572FD2441FF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0" creationId="{DE8BC58E-0D43-428C-859D-DF2ACD557DF8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1" creationId="{3A43A6CB-5C6A-4439-AF02-2FEAE0DEB61D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2" creationId="{91254CDA-8C52-4872-B8B6-148B7DC62BE2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3" creationId="{7D7E5934-8870-46B1-AAE9-D3C3426C71E4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4" creationId="{1BB1CC7A-6471-4BBA-B569-4F4A3BA72DEE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5" creationId="{1E6912D8-088E-4E00-83FA-E44045320465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6" creationId="{B0547F27-D8C4-440D-AF84-0887BF5E292F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7" creationId="{9B12FE30-EB1C-4DDA-B993-D888FFAFBA66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8" creationId="{919AD079-8E31-4132-9F22-09F6E47CB966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9" creationId="{BE608C92-D4D0-4E27-9502-A00DC7A08F56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80" creationId="{25BB008C-089E-40EA-BB3A-ACAC6CEE2463}"/>
          </ac:spMkLst>
        </pc:spChg>
        <pc:spChg chg="add del mod">
          <ac:chgData name="Manuj Agrawal" userId="8275e378daeca5b2" providerId="LiveId" clId="{CAD1D656-CB9D-4E7F-B16D-5F224DEB5C95}" dt="2021-12-07T10:25:41.363" v="1108" actId="478"/>
          <ac:spMkLst>
            <pc:docMk/>
            <pc:sldMk cId="521510036" sldId="518"/>
            <ac:spMk id="81" creationId="{149BD2CF-2F19-432B-ABF7-3B279BD356DC}"/>
          </ac:spMkLst>
        </pc:spChg>
        <pc:spChg chg="mod topLvl">
          <ac:chgData name="Manuj Agrawal" userId="8275e378daeca5b2" providerId="LiveId" clId="{CAD1D656-CB9D-4E7F-B16D-5F224DEB5C95}" dt="2021-12-07T10:35:19.034" v="1182" actId="165"/>
          <ac:spMkLst>
            <pc:docMk/>
            <pc:sldMk cId="521510036" sldId="518"/>
            <ac:spMk id="110" creationId="{D1B79153-27E6-4D02-BF81-FDDB36FEC908}"/>
          </ac:spMkLst>
        </pc:spChg>
        <pc:spChg chg="mod topLvl">
          <ac:chgData name="Manuj Agrawal" userId="8275e378daeca5b2" providerId="LiveId" clId="{CAD1D656-CB9D-4E7F-B16D-5F224DEB5C95}" dt="2021-12-07T10:35:19.034" v="1182" actId="165"/>
          <ac:spMkLst>
            <pc:docMk/>
            <pc:sldMk cId="521510036" sldId="518"/>
            <ac:spMk id="111" creationId="{3DD41E6E-B5C4-4130-9C79-9AC1B6229001}"/>
          </ac:spMkLst>
        </pc:spChg>
        <pc:spChg chg="mod topLvl">
          <ac:chgData name="Manuj Agrawal" userId="8275e378daeca5b2" providerId="LiveId" clId="{CAD1D656-CB9D-4E7F-B16D-5F224DEB5C95}" dt="2021-12-07T10:35:19.034" v="1182" actId="165"/>
          <ac:spMkLst>
            <pc:docMk/>
            <pc:sldMk cId="521510036" sldId="518"/>
            <ac:spMk id="112" creationId="{6C7B8A6C-CB54-4C27-8DDD-2E328A663C06}"/>
          </ac:spMkLst>
        </pc:spChg>
        <pc:spChg chg="mod topLvl">
          <ac:chgData name="Manuj Agrawal" userId="8275e378daeca5b2" providerId="LiveId" clId="{CAD1D656-CB9D-4E7F-B16D-5F224DEB5C95}" dt="2021-12-07T10:35:39.248" v="1185" actId="165"/>
          <ac:spMkLst>
            <pc:docMk/>
            <pc:sldMk cId="521510036" sldId="518"/>
            <ac:spMk id="114" creationId="{0E1F8384-678B-4EE6-8158-ACD6F7450723}"/>
          </ac:spMkLst>
        </pc:spChg>
        <pc:spChg chg="mod topLvl">
          <ac:chgData name="Manuj Agrawal" userId="8275e378daeca5b2" providerId="LiveId" clId="{CAD1D656-CB9D-4E7F-B16D-5F224DEB5C95}" dt="2021-12-07T10:37:01.350" v="1192" actId="165"/>
          <ac:spMkLst>
            <pc:docMk/>
            <pc:sldMk cId="521510036" sldId="518"/>
            <ac:spMk id="116" creationId="{EDD5B512-6A41-4A88-AEE0-72761B018951}"/>
          </ac:spMkLst>
        </pc:spChg>
        <pc:spChg chg="mod topLvl">
          <ac:chgData name="Manuj Agrawal" userId="8275e378daeca5b2" providerId="LiveId" clId="{CAD1D656-CB9D-4E7F-B16D-5F224DEB5C95}" dt="2021-12-07T10:37:47.317" v="1199" actId="165"/>
          <ac:spMkLst>
            <pc:docMk/>
            <pc:sldMk cId="521510036" sldId="518"/>
            <ac:spMk id="117" creationId="{9624C3E5-0A49-4616-8ED7-9C8D7DF26A1A}"/>
          </ac:spMkLst>
        </pc:spChg>
        <pc:spChg chg="add mod">
          <ac:chgData name="Manuj Agrawal" userId="8275e378daeca5b2" providerId="LiveId" clId="{CAD1D656-CB9D-4E7F-B16D-5F224DEB5C95}" dt="2021-12-07T10:44:48.639" v="1271" actId="14100"/>
          <ac:spMkLst>
            <pc:docMk/>
            <pc:sldMk cId="521510036" sldId="518"/>
            <ac:spMk id="130" creationId="{D32C06CB-75AD-4DE9-9E79-1B8363690C18}"/>
          </ac:spMkLst>
        </pc:spChg>
        <pc:grpChg chg="add del">
          <ac:chgData name="Manuj Agrawal" userId="8275e378daeca5b2" providerId="LiveId" clId="{CAD1D656-CB9D-4E7F-B16D-5F224DEB5C95}" dt="2021-12-07T10:20:51.612" v="1041" actId="478"/>
          <ac:grpSpMkLst>
            <pc:docMk/>
            <pc:sldMk cId="521510036" sldId="518"/>
            <ac:grpSpMk id="5" creationId="{C47CD23E-9D68-4CB9-BFFF-1B592DE16A89}"/>
          </ac:grpSpMkLst>
        </pc:grpChg>
        <pc:grpChg chg="mod ord topLvl">
          <ac:chgData name="Manuj Agrawal" userId="8275e378daeca5b2" providerId="LiveId" clId="{CAD1D656-CB9D-4E7F-B16D-5F224DEB5C95}" dt="2021-12-07T10:34:07.677" v="1172" actId="14100"/>
          <ac:grpSpMkLst>
            <pc:docMk/>
            <pc:sldMk cId="521510036" sldId="518"/>
            <ac:grpSpMk id="53" creationId="{F13938AE-8F80-4AB8-B0F3-3C148C13D867}"/>
          </ac:grpSpMkLst>
        </pc:grpChg>
        <pc:grpChg chg="del">
          <ac:chgData name="Manuj Agrawal" userId="8275e378daeca5b2" providerId="LiveId" clId="{CAD1D656-CB9D-4E7F-B16D-5F224DEB5C95}" dt="2021-12-07T10:20:23.464" v="1033" actId="478"/>
          <ac:grpSpMkLst>
            <pc:docMk/>
            <pc:sldMk cId="521510036" sldId="518"/>
            <ac:grpSpMk id="55" creationId="{330FA7A6-61B4-4651-BB0B-575FA54406C7}"/>
          </ac:grpSpMkLst>
        </pc:grpChg>
        <pc:grpChg chg="add del mod">
          <ac:chgData name="Manuj Agrawal" userId="8275e378daeca5b2" providerId="LiveId" clId="{CAD1D656-CB9D-4E7F-B16D-5F224DEB5C95}" dt="2021-12-07T10:24:50.542" v="1093" actId="165"/>
          <ac:grpSpMkLst>
            <pc:docMk/>
            <pc:sldMk cId="521510036" sldId="518"/>
            <ac:grpSpMk id="59" creationId="{DA5C2417-B9D3-48E5-8E38-1CE233075EFF}"/>
          </ac:grpSpMkLst>
        </pc:grpChg>
        <pc:grpChg chg="del mod topLvl">
          <ac:chgData name="Manuj Agrawal" userId="8275e378daeca5b2" providerId="LiveId" clId="{CAD1D656-CB9D-4E7F-B16D-5F224DEB5C95}" dt="2021-12-07T10:24:56.604" v="1096" actId="478"/>
          <ac:grpSpMkLst>
            <pc:docMk/>
            <pc:sldMk cId="521510036" sldId="518"/>
            <ac:grpSpMk id="65" creationId="{76809BC8-8E84-411F-8828-BF5B4CF4CCDE}"/>
          </ac:grpSpMkLst>
        </pc:grpChg>
        <pc:grpChg chg="mod">
          <ac:chgData name="Manuj Agrawal" userId="8275e378daeca5b2" providerId="LiveId" clId="{CAD1D656-CB9D-4E7F-B16D-5F224DEB5C95}" dt="2021-12-07T10:24:50.542" v="1093" actId="165"/>
          <ac:grpSpMkLst>
            <pc:docMk/>
            <pc:sldMk cId="521510036" sldId="518"/>
            <ac:grpSpMk id="66" creationId="{8AFB5F13-DAC8-4EAF-8251-BC573182CF0A}"/>
          </ac:grpSpMkLst>
        </pc:grpChg>
        <pc:grpChg chg="mod">
          <ac:chgData name="Manuj Agrawal" userId="8275e378daeca5b2" providerId="LiveId" clId="{CAD1D656-CB9D-4E7F-B16D-5F224DEB5C95}" dt="2021-12-07T10:24:50.542" v="1093" actId="165"/>
          <ac:grpSpMkLst>
            <pc:docMk/>
            <pc:sldMk cId="521510036" sldId="518"/>
            <ac:grpSpMk id="67" creationId="{48AA9200-B618-47B8-A418-29E395D0335B}"/>
          </ac:grpSpMkLst>
        </pc:grpChg>
        <pc:grpChg chg="mod">
          <ac:chgData name="Manuj Agrawal" userId="8275e378daeca5b2" providerId="LiveId" clId="{CAD1D656-CB9D-4E7F-B16D-5F224DEB5C95}" dt="2021-12-07T10:24:50.542" v="1093" actId="165"/>
          <ac:grpSpMkLst>
            <pc:docMk/>
            <pc:sldMk cId="521510036" sldId="518"/>
            <ac:grpSpMk id="68" creationId="{49A0E2B4-D828-4054-A765-80E8D7045DEF}"/>
          </ac:grpSpMkLst>
        </pc:grpChg>
        <pc:grpChg chg="mod ord">
          <ac:chgData name="Manuj Agrawal" userId="8275e378daeca5b2" providerId="LiveId" clId="{CAD1D656-CB9D-4E7F-B16D-5F224DEB5C95}" dt="2021-12-07T10:34:57.821" v="1177" actId="14100"/>
          <ac:grpSpMkLst>
            <pc:docMk/>
            <pc:sldMk cId="521510036" sldId="518"/>
            <ac:grpSpMk id="106" creationId="{372817EF-F340-41D0-8FCC-A4ACA611D695}"/>
          </ac:grpSpMkLst>
        </pc:grpChg>
        <pc:grpChg chg="del mod">
          <ac:chgData name="Manuj Agrawal" userId="8275e378daeca5b2" providerId="LiveId" clId="{CAD1D656-CB9D-4E7F-B16D-5F224DEB5C95}" dt="2021-12-07T10:22:49.749" v="1067" actId="478"/>
          <ac:grpSpMkLst>
            <pc:docMk/>
            <pc:sldMk cId="521510036" sldId="518"/>
            <ac:grpSpMk id="107" creationId="{8090A678-82F6-4741-A13D-D47F58367F66}"/>
          </ac:grpSpMkLst>
        </pc:grpChg>
        <pc:grpChg chg="add del mod">
          <ac:chgData name="Manuj Agrawal" userId="8275e378daeca5b2" providerId="LiveId" clId="{CAD1D656-CB9D-4E7F-B16D-5F224DEB5C95}" dt="2021-12-07T10:35:19.034" v="1182" actId="165"/>
          <ac:grpSpMkLst>
            <pc:docMk/>
            <pc:sldMk cId="521510036" sldId="518"/>
            <ac:grpSpMk id="108" creationId="{F828411E-D130-4750-A90B-40DA18B17E1C}"/>
          </ac:grpSpMkLst>
        </pc:grpChg>
        <pc:grpChg chg="del mod topLvl">
          <ac:chgData name="Manuj Agrawal" userId="8275e378daeca5b2" providerId="LiveId" clId="{CAD1D656-CB9D-4E7F-B16D-5F224DEB5C95}" dt="2021-12-07T10:35:39.248" v="1185" actId="165"/>
          <ac:grpSpMkLst>
            <pc:docMk/>
            <pc:sldMk cId="521510036" sldId="518"/>
            <ac:grpSpMk id="109" creationId="{6144D6E3-7684-4281-937D-43F7665E1AAE}"/>
          </ac:grpSpMkLst>
        </pc:grpChg>
        <pc:grpChg chg="del mod topLvl">
          <ac:chgData name="Manuj Agrawal" userId="8275e378daeca5b2" providerId="LiveId" clId="{CAD1D656-CB9D-4E7F-B16D-5F224DEB5C95}" dt="2021-12-07T10:37:01.350" v="1192" actId="165"/>
          <ac:grpSpMkLst>
            <pc:docMk/>
            <pc:sldMk cId="521510036" sldId="518"/>
            <ac:grpSpMk id="113" creationId="{FEA56905-F4E5-435A-81FA-7A370C674327}"/>
          </ac:grpSpMkLst>
        </pc:grpChg>
        <pc:grpChg chg="del mod topLvl">
          <ac:chgData name="Manuj Agrawal" userId="8275e378daeca5b2" providerId="LiveId" clId="{CAD1D656-CB9D-4E7F-B16D-5F224DEB5C95}" dt="2021-12-07T10:37:47.317" v="1199" actId="165"/>
          <ac:grpSpMkLst>
            <pc:docMk/>
            <pc:sldMk cId="521510036" sldId="518"/>
            <ac:grpSpMk id="115" creationId="{8E88E9EE-BF50-42A3-B045-126DCE638869}"/>
          </ac:grpSpMkLst>
        </pc:grpChg>
        <pc:picChg chg="add del mod ord topLvl modCrop">
          <ac:chgData name="Manuj Agrawal" userId="8275e378daeca5b2" providerId="LiveId" clId="{CAD1D656-CB9D-4E7F-B16D-5F224DEB5C95}" dt="2021-12-07T10:34:45.911" v="1175" actId="1076"/>
          <ac:picMkLst>
            <pc:docMk/>
            <pc:sldMk cId="521510036" sldId="518"/>
            <ac:picMk id="3" creationId="{5C0034A4-BE84-42EC-8F5B-5D5C32999014}"/>
          </ac:picMkLst>
        </pc:picChg>
        <pc:picChg chg="add mod">
          <ac:chgData name="Manuj Agrawal" userId="8275e378daeca5b2" providerId="LiveId" clId="{CAD1D656-CB9D-4E7F-B16D-5F224DEB5C95}" dt="2021-12-07T10:31:53.188" v="1157" actId="1076"/>
          <ac:picMkLst>
            <pc:docMk/>
            <pc:sldMk cId="521510036" sldId="518"/>
            <ac:picMk id="6" creationId="{64F8798D-C46A-4A56-AA24-ACF4F3AA2EDC}"/>
          </ac:picMkLst>
        </pc:picChg>
        <pc:picChg chg="mod ord topLvl modCrop">
          <ac:chgData name="Manuj Agrawal" userId="8275e378daeca5b2" providerId="LiveId" clId="{CAD1D656-CB9D-4E7F-B16D-5F224DEB5C95}" dt="2021-12-07T10:31:06.595" v="1140" actId="1076"/>
          <ac:picMkLst>
            <pc:docMk/>
            <pc:sldMk cId="521510036" sldId="518"/>
            <ac:picMk id="63" creationId="{D7B8D639-2E42-473F-9102-7CA5907ECEB6}"/>
          </ac:picMkLst>
        </pc:picChg>
        <pc:picChg chg="mod">
          <ac:chgData name="Manuj Agrawal" userId="8275e378daeca5b2" providerId="LiveId" clId="{CAD1D656-CB9D-4E7F-B16D-5F224DEB5C95}" dt="2021-12-07T10:35:05.437" v="1179" actId="1076"/>
          <ac:picMkLst>
            <pc:docMk/>
            <pc:sldMk cId="521510036" sldId="518"/>
            <ac:picMk id="85" creationId="{3853986D-B8AF-43B7-931E-ED544FAF500C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18" creationId="{D6AAE92B-1570-4A7B-B043-51224F594C7C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19" creationId="{43627C69-F1E2-44E8-B269-2F15BEC82736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0" creationId="{8D73B0EE-BFF3-4694-8B6B-749E833F5E2F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1" creationId="{F30FE98F-B32A-4A85-911D-BF3F5295A20B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2" creationId="{D8B50002-FB0A-486E-92F3-05E0A4CBD09A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3" creationId="{6442DA1E-4B63-4075-AB63-272C6E4C79DD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4" creationId="{A6DBC77F-0819-4136-A9F9-CCFE4534CF37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5" creationId="{5EC2586E-B257-42A5-BCAA-24C74B209194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6" creationId="{7AF359A6-CB44-4FB4-9EF1-C9AF26DE77C6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7" creationId="{765D09E7-4EFF-4BE0-8407-AA639C7FC0EE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8" creationId="{3E126574-FF73-46A7-AB5A-3B64F5E72655}"/>
          </ac:picMkLst>
        </pc:picChg>
        <pc:picChg chg="mod ord topLvl">
          <ac:chgData name="Manuj Agrawal" userId="8275e378daeca5b2" providerId="LiveId" clId="{CAD1D656-CB9D-4E7F-B16D-5F224DEB5C95}" dt="2021-12-07T10:44:52.099" v="1272" actId="166"/>
          <ac:picMkLst>
            <pc:docMk/>
            <pc:sldMk cId="521510036" sldId="518"/>
            <ac:picMk id="129" creationId="{305C8537-EB32-45C2-B337-80B7A2AD4C9D}"/>
          </ac:picMkLst>
        </pc:picChg>
        <pc:cxnChg chg="add mod">
          <ac:chgData name="Manuj Agrawal" userId="8275e378daeca5b2" providerId="LiveId" clId="{CAD1D656-CB9D-4E7F-B16D-5F224DEB5C95}" dt="2021-12-07T10:32:59.852" v="1164" actId="14100"/>
          <ac:cxnSpMkLst>
            <pc:docMk/>
            <pc:sldMk cId="521510036" sldId="518"/>
            <ac:cxnSpMk id="8" creationId="{1F252A70-5BDB-4E26-97DA-AF43C231F5C2}"/>
          </ac:cxnSpMkLst>
        </pc:cxnChg>
        <pc:cxnChg chg="add mod">
          <ac:chgData name="Manuj Agrawal" userId="8275e378daeca5b2" providerId="LiveId" clId="{CAD1D656-CB9D-4E7F-B16D-5F224DEB5C95}" dt="2021-12-07T10:33:59.021" v="1170" actId="14100"/>
          <ac:cxnSpMkLst>
            <pc:docMk/>
            <pc:sldMk cId="521510036" sldId="518"/>
            <ac:cxnSpMk id="82" creationId="{434796DC-6DD9-4454-AB2A-10636B942E93}"/>
          </ac:cxnSpMkLst>
        </pc:cxnChg>
      </pc:sldChg>
      <pc:sldChg chg="addSp delSp modSp add del mod">
        <pc:chgData name="Manuj Agrawal" userId="8275e378daeca5b2" providerId="LiveId" clId="{CAD1D656-CB9D-4E7F-B16D-5F224DEB5C95}" dt="2021-12-07T12:03:27.413" v="1553" actId="2696"/>
        <pc:sldMkLst>
          <pc:docMk/>
          <pc:sldMk cId="3654469253" sldId="519"/>
        </pc:sldMkLst>
        <pc:spChg chg="add mod">
          <ac:chgData name="Manuj Agrawal" userId="8275e378daeca5b2" providerId="LiveId" clId="{CAD1D656-CB9D-4E7F-B16D-5F224DEB5C95}" dt="2021-12-07T11:02:29.497" v="1412" actId="1582"/>
          <ac:spMkLst>
            <pc:docMk/>
            <pc:sldMk cId="3654469253" sldId="519"/>
            <ac:spMk id="2" creationId="{29B591D4-9CDC-476B-B2D1-34C8144F5B6F}"/>
          </ac:spMkLst>
        </pc:spChg>
        <pc:spChg chg="add del">
          <ac:chgData name="Manuj Agrawal" userId="8275e378daeca5b2" providerId="LiveId" clId="{CAD1D656-CB9D-4E7F-B16D-5F224DEB5C95}" dt="2021-12-07T10:51:32.244" v="1347" actId="478"/>
          <ac:spMkLst>
            <pc:docMk/>
            <pc:sldMk cId="3654469253" sldId="519"/>
            <ac:spMk id="11" creationId="{98CBF246-9A82-4F73-AF87-C2B6A5F03F35}"/>
          </ac:spMkLst>
        </pc:spChg>
        <pc:spChg chg="add del mod">
          <ac:chgData name="Manuj Agrawal" userId="8275e378daeca5b2" providerId="LiveId" clId="{CAD1D656-CB9D-4E7F-B16D-5F224DEB5C95}" dt="2021-12-07T10:54:27.442" v="1375" actId="478"/>
          <ac:spMkLst>
            <pc:docMk/>
            <pc:sldMk cId="3654469253" sldId="519"/>
            <ac:spMk id="12" creationId="{65C19EE2-0506-49A6-8BF7-3B90DF16F6FD}"/>
          </ac:spMkLst>
        </pc:spChg>
        <pc:spChg chg="add del">
          <ac:chgData name="Manuj Agrawal" userId="8275e378daeca5b2" providerId="LiveId" clId="{CAD1D656-CB9D-4E7F-B16D-5F224DEB5C95}" dt="2021-12-07T10:53:37.640" v="1368" actId="478"/>
          <ac:spMkLst>
            <pc:docMk/>
            <pc:sldMk cId="3654469253" sldId="519"/>
            <ac:spMk id="17" creationId="{2CF6780C-80B7-469D-B47C-87B3AAE355E1}"/>
          </ac:spMkLst>
        </pc:spChg>
        <pc:spChg chg="mod">
          <ac:chgData name="Manuj Agrawal" userId="8275e378daeca5b2" providerId="LiveId" clId="{CAD1D656-CB9D-4E7F-B16D-5F224DEB5C95}" dt="2021-12-07T11:02:05.311" v="1410" actId="1076"/>
          <ac:spMkLst>
            <pc:docMk/>
            <pc:sldMk cId="3654469253" sldId="519"/>
            <ac:spMk id="19" creationId="{39112E7C-54AC-41EE-8F6E-3AB72E3A3E46}"/>
          </ac:spMkLst>
        </pc:spChg>
        <pc:spChg chg="add mod">
          <ac:chgData name="Manuj Agrawal" userId="8275e378daeca5b2" providerId="LiveId" clId="{CAD1D656-CB9D-4E7F-B16D-5F224DEB5C95}" dt="2021-12-07T11:05:15.556" v="1428" actId="14100"/>
          <ac:spMkLst>
            <pc:docMk/>
            <pc:sldMk cId="3654469253" sldId="519"/>
            <ac:spMk id="20" creationId="{364A72EF-A2EF-4018-8249-2AE07BB7FDD7}"/>
          </ac:spMkLst>
        </pc:spChg>
        <pc:spChg chg="add del">
          <ac:chgData name="Manuj Agrawal" userId="8275e378daeca5b2" providerId="LiveId" clId="{CAD1D656-CB9D-4E7F-B16D-5F224DEB5C95}" dt="2021-12-07T10:55:29.876" v="1383" actId="478"/>
          <ac:spMkLst>
            <pc:docMk/>
            <pc:sldMk cId="3654469253" sldId="519"/>
            <ac:spMk id="21" creationId="{AFB4F010-2790-4B1E-8EAA-66408F4C92C5}"/>
          </ac:spMkLst>
        </pc:spChg>
        <pc:spChg chg="add del mod">
          <ac:chgData name="Manuj Agrawal" userId="8275e378daeca5b2" providerId="LiveId" clId="{CAD1D656-CB9D-4E7F-B16D-5F224DEB5C95}" dt="2021-12-07T10:56:12" v="1386" actId="478"/>
          <ac:spMkLst>
            <pc:docMk/>
            <pc:sldMk cId="3654469253" sldId="519"/>
            <ac:spMk id="22" creationId="{5EC8139D-0B6D-4FE9-A4E0-8D3737151833}"/>
          </ac:spMkLst>
        </pc:spChg>
        <pc:spChg chg="add del mod">
          <ac:chgData name="Manuj Agrawal" userId="8275e378daeca5b2" providerId="LiveId" clId="{CAD1D656-CB9D-4E7F-B16D-5F224DEB5C95}" dt="2021-12-07T10:56:53.564" v="1389" actId="478"/>
          <ac:spMkLst>
            <pc:docMk/>
            <pc:sldMk cId="3654469253" sldId="519"/>
            <ac:spMk id="23" creationId="{F4CF6557-73DE-46D8-82D5-5F15E3BA467F}"/>
          </ac:spMkLst>
        </pc:spChg>
        <pc:spChg chg="add del">
          <ac:chgData name="Manuj Agrawal" userId="8275e378daeca5b2" providerId="LiveId" clId="{CAD1D656-CB9D-4E7F-B16D-5F224DEB5C95}" dt="2021-12-07T10:58:05.614" v="1391" actId="478"/>
          <ac:spMkLst>
            <pc:docMk/>
            <pc:sldMk cId="3654469253" sldId="519"/>
            <ac:spMk id="24" creationId="{B68D39BB-F6CC-4670-816D-63D40697A39A}"/>
          </ac:spMkLst>
        </pc:spChg>
        <pc:spChg chg="add del mod">
          <ac:chgData name="Manuj Agrawal" userId="8275e378daeca5b2" providerId="LiveId" clId="{CAD1D656-CB9D-4E7F-B16D-5F224DEB5C95}" dt="2021-12-07T11:01:58.471" v="1409" actId="478"/>
          <ac:spMkLst>
            <pc:docMk/>
            <pc:sldMk cId="3654469253" sldId="519"/>
            <ac:spMk id="25" creationId="{4CA296DB-7728-46A3-B0B2-08ADFC713624}"/>
          </ac:spMkLst>
        </pc:spChg>
        <pc:spChg chg="add del mod">
          <ac:chgData name="Manuj Agrawal" userId="8275e378daeca5b2" providerId="LiveId" clId="{CAD1D656-CB9D-4E7F-B16D-5F224DEB5C95}" dt="2021-12-07T11:01:57.880" v="1408" actId="478"/>
          <ac:spMkLst>
            <pc:docMk/>
            <pc:sldMk cId="3654469253" sldId="519"/>
            <ac:spMk id="26" creationId="{843D097E-F61F-44FC-8832-812E110FDFEF}"/>
          </ac:spMkLst>
        </pc:spChg>
        <pc:spChg chg="add del mod">
          <ac:chgData name="Manuj Agrawal" userId="8275e378daeca5b2" providerId="LiveId" clId="{CAD1D656-CB9D-4E7F-B16D-5F224DEB5C95}" dt="2021-12-07T11:16:29.386" v="1480" actId="478"/>
          <ac:spMkLst>
            <pc:docMk/>
            <pc:sldMk cId="3654469253" sldId="519"/>
            <ac:spMk id="27" creationId="{DB178672-4D50-4825-8789-1D63F7F410BD}"/>
          </ac:spMkLst>
        </pc:spChg>
        <pc:spChg chg="add del mod">
          <ac:chgData name="Manuj Agrawal" userId="8275e378daeca5b2" providerId="LiveId" clId="{CAD1D656-CB9D-4E7F-B16D-5F224DEB5C95}" dt="2021-12-07T11:04:57.990" v="1423" actId="478"/>
          <ac:spMkLst>
            <pc:docMk/>
            <pc:sldMk cId="3654469253" sldId="519"/>
            <ac:spMk id="33" creationId="{256FDC68-BD4C-4FCF-A735-FDB253FEC638}"/>
          </ac:spMkLst>
        </pc:spChg>
        <pc:spChg chg="add del mod">
          <ac:chgData name="Manuj Agrawal" userId="8275e378daeca5b2" providerId="LiveId" clId="{CAD1D656-CB9D-4E7F-B16D-5F224DEB5C95}" dt="2021-12-07T11:16:29.386" v="1480" actId="478"/>
          <ac:spMkLst>
            <pc:docMk/>
            <pc:sldMk cId="3654469253" sldId="519"/>
            <ac:spMk id="35" creationId="{F8AAAD2B-ED8F-4C94-9F41-E1F0DF9D7F85}"/>
          </ac:spMkLst>
        </pc:spChg>
        <pc:spChg chg="add del">
          <ac:chgData name="Manuj Agrawal" userId="8275e378daeca5b2" providerId="LiveId" clId="{CAD1D656-CB9D-4E7F-B16D-5F224DEB5C95}" dt="2021-12-07T11:14:51.410" v="1475" actId="478"/>
          <ac:spMkLst>
            <pc:docMk/>
            <pc:sldMk cId="3654469253" sldId="519"/>
            <ac:spMk id="56" creationId="{C2A63D8B-400A-42D5-9394-23A351CA3C0C}"/>
          </ac:spMkLst>
        </pc:spChg>
        <pc:spChg chg="add mod ord">
          <ac:chgData name="Manuj Agrawal" userId="8275e378daeca5b2" providerId="LiveId" clId="{CAD1D656-CB9D-4E7F-B16D-5F224DEB5C95}" dt="2021-12-07T11:19:36.517" v="1499" actId="962"/>
          <ac:spMkLst>
            <pc:docMk/>
            <pc:sldMk cId="3654469253" sldId="519"/>
            <ac:spMk id="57" creationId="{16018430-C70F-428D-8134-C5D0E5441CFE}"/>
          </ac:spMkLst>
        </pc:spChg>
        <pc:spChg chg="add mod">
          <ac:chgData name="Manuj Agrawal" userId="8275e378daeca5b2" providerId="LiveId" clId="{CAD1D656-CB9D-4E7F-B16D-5F224DEB5C95}" dt="2021-12-07T11:02:05.311" v="1410" actId="1076"/>
          <ac:spMkLst>
            <pc:docMk/>
            <pc:sldMk cId="3654469253" sldId="519"/>
            <ac:spMk id="64" creationId="{79194012-125C-4415-B7AF-54153159F28E}"/>
          </ac:spMkLst>
        </pc:spChg>
        <pc:spChg chg="add mod">
          <ac:chgData name="Manuj Agrawal" userId="8275e378daeca5b2" providerId="LiveId" clId="{CAD1D656-CB9D-4E7F-B16D-5F224DEB5C95}" dt="2021-12-07T11:02:05.311" v="1410" actId="1076"/>
          <ac:spMkLst>
            <pc:docMk/>
            <pc:sldMk cId="3654469253" sldId="519"/>
            <ac:spMk id="65" creationId="{693EE98E-CCCA-4B73-90A9-48D33D006A6A}"/>
          </ac:spMkLst>
        </pc:spChg>
        <pc:spChg chg="add mod">
          <ac:chgData name="Manuj Agrawal" userId="8275e378daeca5b2" providerId="LiveId" clId="{CAD1D656-CB9D-4E7F-B16D-5F224DEB5C95}" dt="2021-12-07T11:02:05.311" v="1410" actId="1076"/>
          <ac:spMkLst>
            <pc:docMk/>
            <pc:sldMk cId="3654469253" sldId="519"/>
            <ac:spMk id="66" creationId="{707297F8-1364-4A4E-9440-06D9277F8A92}"/>
          </ac:spMkLst>
        </pc:spChg>
        <pc:spChg chg="add mod">
          <ac:chgData name="Manuj Agrawal" userId="8275e378daeca5b2" providerId="LiveId" clId="{CAD1D656-CB9D-4E7F-B16D-5F224DEB5C95}" dt="2021-12-07T11:02:05.311" v="1410" actId="1076"/>
          <ac:spMkLst>
            <pc:docMk/>
            <pc:sldMk cId="3654469253" sldId="519"/>
            <ac:spMk id="67" creationId="{FC82D6B9-876F-4805-80D1-BCC728F34AA5}"/>
          </ac:spMkLst>
        </pc:spChg>
        <pc:spChg chg="add del mod">
          <ac:chgData name="Manuj Agrawal" userId="8275e378daeca5b2" providerId="LiveId" clId="{CAD1D656-CB9D-4E7F-B16D-5F224DEB5C95}" dt="2021-12-07T10:49:12.524" v="1330" actId="478"/>
          <ac:spMkLst>
            <pc:docMk/>
            <pc:sldMk cId="3654469253" sldId="519"/>
            <ac:spMk id="68" creationId="{B4BFBDCA-BF9C-4269-8C80-0B4CC7F05010}"/>
          </ac:spMkLst>
        </pc:spChg>
        <pc:spChg chg="add mod">
          <ac:chgData name="Manuj Agrawal" userId="8275e378daeca5b2" providerId="LiveId" clId="{CAD1D656-CB9D-4E7F-B16D-5F224DEB5C95}" dt="2021-12-07T11:02:05.311" v="1410" actId="1076"/>
          <ac:spMkLst>
            <pc:docMk/>
            <pc:sldMk cId="3654469253" sldId="519"/>
            <ac:spMk id="69" creationId="{3241BFCB-57B8-43C7-AE9D-22FA13AD9FDD}"/>
          </ac:spMkLst>
        </pc:spChg>
        <pc:spChg chg="add del mod">
          <ac:chgData name="Manuj Agrawal" userId="8275e378daeca5b2" providerId="LiveId" clId="{CAD1D656-CB9D-4E7F-B16D-5F224DEB5C95}" dt="2021-12-07T11:16:29.386" v="1480" actId="478"/>
          <ac:spMkLst>
            <pc:docMk/>
            <pc:sldMk cId="3654469253" sldId="519"/>
            <ac:spMk id="107" creationId="{9985D1EB-BB30-4FAC-A181-AD6D04C2075D}"/>
          </ac:spMkLst>
        </pc:spChg>
        <pc:spChg chg="add del mod">
          <ac:chgData name="Manuj Agrawal" userId="8275e378daeca5b2" providerId="LiveId" clId="{CAD1D656-CB9D-4E7F-B16D-5F224DEB5C95}" dt="2021-12-07T11:16:29.386" v="1480" actId="478"/>
          <ac:spMkLst>
            <pc:docMk/>
            <pc:sldMk cId="3654469253" sldId="519"/>
            <ac:spMk id="108" creationId="{1D88146D-9050-4185-98A0-7AE7288F8A48}"/>
          </ac:spMkLst>
        </pc:spChg>
        <pc:picChg chg="mod">
          <ac:chgData name="Manuj Agrawal" userId="8275e378daeca5b2" providerId="LiveId" clId="{CAD1D656-CB9D-4E7F-B16D-5F224DEB5C95}" dt="2021-12-07T10:46:06.324" v="1280" actId="1076"/>
          <ac:picMkLst>
            <pc:docMk/>
            <pc:sldMk cId="3654469253" sldId="519"/>
            <ac:picMk id="6" creationId="{64F8798D-C46A-4A56-AA24-ACF4F3AA2EDC}"/>
          </ac:picMkLst>
        </pc:picChg>
        <pc:picChg chg="add mod">
          <ac:chgData name="Manuj Agrawal" userId="8275e378daeca5b2" providerId="LiveId" clId="{CAD1D656-CB9D-4E7F-B16D-5F224DEB5C95}" dt="2021-12-07T11:19:36.517" v="1498" actId="27614"/>
          <ac:picMkLst>
            <pc:docMk/>
            <pc:sldMk cId="3654469253" sldId="519"/>
            <ac:picMk id="60" creationId="{C789FCB5-B7E6-4C72-B096-0795CEA4FE48}"/>
          </ac:picMkLst>
        </pc:picChg>
        <pc:picChg chg="add mod">
          <ac:chgData name="Manuj Agrawal" userId="8275e378daeca5b2" providerId="LiveId" clId="{CAD1D656-CB9D-4E7F-B16D-5F224DEB5C95}" dt="2021-12-07T11:16:49.321" v="1485" actId="1076"/>
          <ac:picMkLst>
            <pc:docMk/>
            <pc:sldMk cId="3654469253" sldId="519"/>
            <ac:picMk id="1026" creationId="{9DE91078-7055-418A-9FF0-7CD75AF2E59C}"/>
          </ac:picMkLst>
        </pc:picChg>
        <pc:cxnChg chg="add del mod">
          <ac:chgData name="Manuj Agrawal" userId="8275e378daeca5b2" providerId="LiveId" clId="{CAD1D656-CB9D-4E7F-B16D-5F224DEB5C95}" dt="2021-12-07T10:54:28.019" v="1376" actId="478"/>
          <ac:cxnSpMkLst>
            <pc:docMk/>
            <pc:sldMk cId="3654469253" sldId="519"/>
            <ac:cxnSpMk id="7" creationId="{7A1E7820-F138-48C4-9BE8-D4F730E149EB}"/>
          </ac:cxnSpMkLst>
        </pc:cxnChg>
        <pc:cxnChg chg="add del mod">
          <ac:chgData name="Manuj Agrawal" userId="8275e378daeca5b2" providerId="LiveId" clId="{CAD1D656-CB9D-4E7F-B16D-5F224DEB5C95}" dt="2021-12-07T11:03:43.653" v="1415" actId="478"/>
          <ac:cxnSpMkLst>
            <pc:docMk/>
            <pc:sldMk cId="3654469253" sldId="519"/>
            <ac:cxnSpMk id="30" creationId="{D889EB14-29C3-47E8-812C-7583657E028E}"/>
          </ac:cxnSpMkLst>
        </pc:cxnChg>
        <pc:cxnChg chg="add del">
          <ac:chgData name="Manuj Agrawal" userId="8275e378daeca5b2" providerId="LiveId" clId="{CAD1D656-CB9D-4E7F-B16D-5F224DEB5C95}" dt="2021-12-07T11:07:09.369" v="1447" actId="478"/>
          <ac:cxnSpMkLst>
            <pc:docMk/>
            <pc:sldMk cId="3654469253" sldId="519"/>
            <ac:cxnSpMk id="37" creationId="{B39481B4-8687-44ED-A265-A3C249DE5065}"/>
          </ac:cxnSpMkLst>
        </pc:cxnChg>
        <pc:cxnChg chg="add del">
          <ac:chgData name="Manuj Agrawal" userId="8275e378daeca5b2" providerId="LiveId" clId="{CAD1D656-CB9D-4E7F-B16D-5F224DEB5C95}" dt="2021-12-07T11:07:22.897" v="1449" actId="478"/>
          <ac:cxnSpMkLst>
            <pc:docMk/>
            <pc:sldMk cId="3654469253" sldId="519"/>
            <ac:cxnSpMk id="46" creationId="{DCDD33FD-AA78-410E-A7BF-2AC6AE34A7AB}"/>
          </ac:cxnSpMkLst>
        </pc:cxnChg>
        <pc:cxnChg chg="add del mod">
          <ac:chgData name="Manuj Agrawal" userId="8275e378daeca5b2" providerId="LiveId" clId="{CAD1D656-CB9D-4E7F-B16D-5F224DEB5C95}" dt="2021-12-07T11:12:54.249" v="1452" actId="478"/>
          <ac:cxnSpMkLst>
            <pc:docMk/>
            <pc:sldMk cId="3654469253" sldId="519"/>
            <ac:cxnSpMk id="54" creationId="{18F67318-F543-4D9A-876F-BD09358731AC}"/>
          </ac:cxnSpMkLst>
        </pc:cxnChg>
        <pc:cxnChg chg="add del mod">
          <ac:chgData name="Manuj Agrawal" userId="8275e378daeca5b2" providerId="LiveId" clId="{CAD1D656-CB9D-4E7F-B16D-5F224DEB5C95}" dt="2021-12-07T10:54:45.713" v="1379" actId="478"/>
          <ac:cxnSpMkLst>
            <pc:docMk/>
            <pc:sldMk cId="3654469253" sldId="519"/>
            <ac:cxnSpMk id="76" creationId="{3811F59B-7F29-49DE-8382-FD811E7B4158}"/>
          </ac:cxnSpMkLst>
        </pc:cxnChg>
      </pc:sldChg>
      <pc:sldChg chg="addSp delSp modSp add mod ord">
        <pc:chgData name="Manuj Agrawal" userId="8275e378daeca5b2" providerId="LiveId" clId="{CAD1D656-CB9D-4E7F-B16D-5F224DEB5C95}" dt="2021-12-07T12:05:28.016" v="1583" actId="20577"/>
        <pc:sldMkLst>
          <pc:docMk/>
          <pc:sldMk cId="2963754046" sldId="520"/>
        </pc:sldMkLst>
        <pc:spChg chg="del">
          <ac:chgData name="Manuj Agrawal" userId="8275e378daeca5b2" providerId="LiveId" clId="{CAD1D656-CB9D-4E7F-B16D-5F224DEB5C95}" dt="2021-12-07T11:19:46.950" v="1506" actId="478"/>
          <ac:spMkLst>
            <pc:docMk/>
            <pc:sldMk cId="2963754046" sldId="520"/>
            <ac:spMk id="2" creationId="{29B591D4-9CDC-476B-B2D1-34C8144F5B6F}"/>
          </ac:spMkLst>
        </pc:spChg>
        <pc:spChg chg="del">
          <ac:chgData name="Manuj Agrawal" userId="8275e378daeca5b2" providerId="LiveId" clId="{CAD1D656-CB9D-4E7F-B16D-5F224DEB5C95}" dt="2021-12-07T11:19:48.525" v="1507" actId="478"/>
          <ac:spMkLst>
            <pc:docMk/>
            <pc:sldMk cId="2963754046" sldId="520"/>
            <ac:spMk id="13" creationId="{256C05ED-2075-42FF-8F50-8D60297DD21E}"/>
          </ac:spMkLst>
        </pc:spChg>
        <pc:spChg chg="mod">
          <ac:chgData name="Manuj Agrawal" userId="8275e378daeca5b2" providerId="LiveId" clId="{CAD1D656-CB9D-4E7F-B16D-5F224DEB5C95}" dt="2021-12-07T12:02:48.002" v="1547" actId="1076"/>
          <ac:spMkLst>
            <pc:docMk/>
            <pc:sldMk cId="2963754046" sldId="520"/>
            <ac:spMk id="14" creationId="{797DD8EF-73B6-463E-8299-FA41AF5E1346}"/>
          </ac:spMkLst>
        </pc:spChg>
        <pc:spChg chg="mod">
          <ac:chgData name="Manuj Agrawal" userId="8275e378daeca5b2" providerId="LiveId" clId="{CAD1D656-CB9D-4E7F-B16D-5F224DEB5C95}" dt="2021-12-07T11:20:11.275" v="1513" actId="1076"/>
          <ac:spMkLst>
            <pc:docMk/>
            <pc:sldMk cId="2963754046" sldId="520"/>
            <ac:spMk id="15" creationId="{E7577410-1D2A-4074-BCBF-8534CA075CDE}"/>
          </ac:spMkLst>
        </pc:spChg>
        <pc:spChg chg="mod">
          <ac:chgData name="Manuj Agrawal" userId="8275e378daeca5b2" providerId="LiveId" clId="{CAD1D656-CB9D-4E7F-B16D-5F224DEB5C95}" dt="2021-12-07T11:22:10.627" v="1534" actId="1076"/>
          <ac:spMkLst>
            <pc:docMk/>
            <pc:sldMk cId="2963754046" sldId="520"/>
            <ac:spMk id="16" creationId="{A62AB9ED-DBD4-4352-8360-12635345383C}"/>
          </ac:spMkLst>
        </pc:spChg>
        <pc:spChg chg="del">
          <ac:chgData name="Manuj Agrawal" userId="8275e378daeca5b2" providerId="LiveId" clId="{CAD1D656-CB9D-4E7F-B16D-5F224DEB5C95}" dt="2021-12-07T11:19:46.950" v="1506" actId="478"/>
          <ac:spMkLst>
            <pc:docMk/>
            <pc:sldMk cId="2963754046" sldId="520"/>
            <ac:spMk id="19" creationId="{39112E7C-54AC-41EE-8F6E-3AB72E3A3E46}"/>
          </ac:spMkLst>
        </pc:spChg>
        <pc:spChg chg="del">
          <ac:chgData name="Manuj Agrawal" userId="8275e378daeca5b2" providerId="LiveId" clId="{CAD1D656-CB9D-4E7F-B16D-5F224DEB5C95}" dt="2021-12-07T11:19:46.950" v="1506" actId="478"/>
          <ac:spMkLst>
            <pc:docMk/>
            <pc:sldMk cId="2963754046" sldId="520"/>
            <ac:spMk id="20" creationId="{364A72EF-A2EF-4018-8249-2AE07BB7FDD7}"/>
          </ac:spMkLst>
        </pc:spChg>
        <pc:spChg chg="del">
          <ac:chgData name="Manuj Agrawal" userId="8275e378daeca5b2" providerId="LiveId" clId="{CAD1D656-CB9D-4E7F-B16D-5F224DEB5C95}" dt="2021-12-07T11:19:44.286" v="1503" actId="478"/>
          <ac:spMkLst>
            <pc:docMk/>
            <pc:sldMk cId="2963754046" sldId="520"/>
            <ac:spMk id="57" creationId="{16018430-C70F-428D-8134-C5D0E5441CFE}"/>
          </ac:spMkLst>
        </pc:spChg>
        <pc:spChg chg="mod">
          <ac:chgData name="Manuj Agrawal" userId="8275e378daeca5b2" providerId="LiveId" clId="{CAD1D656-CB9D-4E7F-B16D-5F224DEB5C95}" dt="2021-12-07T12:05:28.016" v="1583" actId="20577"/>
          <ac:spMkLst>
            <pc:docMk/>
            <pc:sldMk cId="2963754046" sldId="520"/>
            <ac:spMk id="58" creationId="{00000000-0000-0000-0000-000000000000}"/>
          </ac:spMkLst>
        </pc:spChg>
        <pc:spChg chg="mod">
          <ac:chgData name="Manuj Agrawal" userId="8275e378daeca5b2" providerId="LiveId" clId="{CAD1D656-CB9D-4E7F-B16D-5F224DEB5C95}" dt="2021-12-07T12:02:58.019" v="1550" actId="1076"/>
          <ac:spMkLst>
            <pc:docMk/>
            <pc:sldMk cId="2963754046" sldId="520"/>
            <ac:spMk id="62" creationId="{F988861E-74EA-4FCE-BBC0-AC409503177A}"/>
          </ac:spMkLst>
        </pc:spChg>
        <pc:spChg chg="del">
          <ac:chgData name="Manuj Agrawal" userId="8275e378daeca5b2" providerId="LiveId" clId="{CAD1D656-CB9D-4E7F-B16D-5F224DEB5C95}" dt="2021-12-07T11:19:46.950" v="1506" actId="478"/>
          <ac:spMkLst>
            <pc:docMk/>
            <pc:sldMk cId="2963754046" sldId="520"/>
            <ac:spMk id="64" creationId="{79194012-125C-4415-B7AF-54153159F28E}"/>
          </ac:spMkLst>
        </pc:spChg>
        <pc:spChg chg="del">
          <ac:chgData name="Manuj Agrawal" userId="8275e378daeca5b2" providerId="LiveId" clId="{CAD1D656-CB9D-4E7F-B16D-5F224DEB5C95}" dt="2021-12-07T11:19:45.597" v="1505" actId="478"/>
          <ac:spMkLst>
            <pc:docMk/>
            <pc:sldMk cId="2963754046" sldId="520"/>
            <ac:spMk id="65" creationId="{693EE98E-CCCA-4B73-90A9-48D33D006A6A}"/>
          </ac:spMkLst>
        </pc:spChg>
        <pc:spChg chg="del">
          <ac:chgData name="Manuj Agrawal" userId="8275e378daeca5b2" providerId="LiveId" clId="{CAD1D656-CB9D-4E7F-B16D-5F224DEB5C95}" dt="2021-12-07T11:19:46.950" v="1506" actId="478"/>
          <ac:spMkLst>
            <pc:docMk/>
            <pc:sldMk cId="2963754046" sldId="520"/>
            <ac:spMk id="66" creationId="{707297F8-1364-4A4E-9440-06D9277F8A92}"/>
          </ac:spMkLst>
        </pc:spChg>
        <pc:spChg chg="del">
          <ac:chgData name="Manuj Agrawal" userId="8275e378daeca5b2" providerId="LiveId" clId="{CAD1D656-CB9D-4E7F-B16D-5F224DEB5C95}" dt="2021-12-07T11:19:46.950" v="1506" actId="478"/>
          <ac:spMkLst>
            <pc:docMk/>
            <pc:sldMk cId="2963754046" sldId="520"/>
            <ac:spMk id="67" creationId="{FC82D6B9-876F-4805-80D1-BCC728F34AA5}"/>
          </ac:spMkLst>
        </pc:spChg>
        <pc:spChg chg="del">
          <ac:chgData name="Manuj Agrawal" userId="8275e378daeca5b2" providerId="LiveId" clId="{CAD1D656-CB9D-4E7F-B16D-5F224DEB5C95}" dt="2021-12-07T11:19:46.950" v="1506" actId="478"/>
          <ac:spMkLst>
            <pc:docMk/>
            <pc:sldMk cId="2963754046" sldId="520"/>
            <ac:spMk id="69" creationId="{3241BFCB-57B8-43C7-AE9D-22FA13AD9FDD}"/>
          </ac:spMkLst>
        </pc:spChg>
        <pc:spChg chg="del">
          <ac:chgData name="Manuj Agrawal" userId="8275e378daeca5b2" providerId="LiveId" clId="{CAD1D656-CB9D-4E7F-B16D-5F224DEB5C95}" dt="2021-12-07T11:19:48.525" v="1507" actId="478"/>
          <ac:spMkLst>
            <pc:docMk/>
            <pc:sldMk cId="2963754046" sldId="520"/>
            <ac:spMk id="110" creationId="{D1B79153-27E6-4D02-BF81-FDDB36FEC908}"/>
          </ac:spMkLst>
        </pc:spChg>
        <pc:spChg chg="del">
          <ac:chgData name="Manuj Agrawal" userId="8275e378daeca5b2" providerId="LiveId" clId="{CAD1D656-CB9D-4E7F-B16D-5F224DEB5C95}" dt="2021-12-07T11:19:48.525" v="1507" actId="478"/>
          <ac:spMkLst>
            <pc:docMk/>
            <pc:sldMk cId="2963754046" sldId="520"/>
            <ac:spMk id="111" creationId="{3DD41E6E-B5C4-4130-9C79-9AC1B6229001}"/>
          </ac:spMkLst>
        </pc:spChg>
        <pc:spChg chg="del">
          <ac:chgData name="Manuj Agrawal" userId="8275e378daeca5b2" providerId="LiveId" clId="{CAD1D656-CB9D-4E7F-B16D-5F224DEB5C95}" dt="2021-12-07T11:19:48.525" v="1507" actId="478"/>
          <ac:spMkLst>
            <pc:docMk/>
            <pc:sldMk cId="2963754046" sldId="520"/>
            <ac:spMk id="112" creationId="{6C7B8A6C-CB54-4C27-8DDD-2E328A663C06}"/>
          </ac:spMkLst>
        </pc:spChg>
        <pc:spChg chg="del">
          <ac:chgData name="Manuj Agrawal" userId="8275e378daeca5b2" providerId="LiveId" clId="{CAD1D656-CB9D-4E7F-B16D-5F224DEB5C95}" dt="2021-12-07T11:19:48.525" v="1507" actId="478"/>
          <ac:spMkLst>
            <pc:docMk/>
            <pc:sldMk cId="2963754046" sldId="520"/>
            <ac:spMk id="114" creationId="{0E1F8384-678B-4EE6-8158-ACD6F7450723}"/>
          </ac:spMkLst>
        </pc:spChg>
        <pc:spChg chg="del">
          <ac:chgData name="Manuj Agrawal" userId="8275e378daeca5b2" providerId="LiveId" clId="{CAD1D656-CB9D-4E7F-B16D-5F224DEB5C95}" dt="2021-12-07T11:19:48.525" v="1507" actId="478"/>
          <ac:spMkLst>
            <pc:docMk/>
            <pc:sldMk cId="2963754046" sldId="520"/>
            <ac:spMk id="116" creationId="{EDD5B512-6A41-4A88-AEE0-72761B018951}"/>
          </ac:spMkLst>
        </pc:spChg>
        <pc:spChg chg="del">
          <ac:chgData name="Manuj Agrawal" userId="8275e378daeca5b2" providerId="LiveId" clId="{CAD1D656-CB9D-4E7F-B16D-5F224DEB5C95}" dt="2021-12-07T11:19:48.525" v="1507" actId="478"/>
          <ac:spMkLst>
            <pc:docMk/>
            <pc:sldMk cId="2963754046" sldId="520"/>
            <ac:spMk id="117" creationId="{9624C3E5-0A49-4616-8ED7-9C8D7DF26A1A}"/>
          </ac:spMkLst>
        </pc:spChg>
        <pc:spChg chg="del">
          <ac:chgData name="Manuj Agrawal" userId="8275e378daeca5b2" providerId="LiveId" clId="{CAD1D656-CB9D-4E7F-B16D-5F224DEB5C95}" dt="2021-12-07T11:19:48.525" v="1507" actId="478"/>
          <ac:spMkLst>
            <pc:docMk/>
            <pc:sldMk cId="2963754046" sldId="520"/>
            <ac:spMk id="130" creationId="{D32C06CB-75AD-4DE9-9E79-1B8363690C18}"/>
          </ac:spMkLst>
        </pc:spChg>
        <pc:grpChg chg="ord">
          <ac:chgData name="Manuj Agrawal" userId="8275e378daeca5b2" providerId="LiveId" clId="{CAD1D656-CB9D-4E7F-B16D-5F224DEB5C95}" dt="2021-12-07T11:21:30.312" v="1524" actId="166"/>
          <ac:grpSpMkLst>
            <pc:docMk/>
            <pc:sldMk cId="2963754046" sldId="520"/>
            <ac:grpSpMk id="53" creationId="{F13938AE-8F80-4AB8-B0F3-3C148C13D867}"/>
          </ac:grpSpMkLst>
        </pc:grpChg>
        <pc:grpChg chg="del">
          <ac:chgData name="Manuj Agrawal" userId="8275e378daeca5b2" providerId="LiveId" clId="{CAD1D656-CB9D-4E7F-B16D-5F224DEB5C95}" dt="2021-12-07T11:19:58.084" v="1509" actId="478"/>
          <ac:grpSpMkLst>
            <pc:docMk/>
            <pc:sldMk cId="2963754046" sldId="520"/>
            <ac:grpSpMk id="106" creationId="{372817EF-F340-41D0-8FCC-A4ACA611D695}"/>
          </ac:grpSpMkLst>
        </pc:grpChg>
        <pc:picChg chg="mod">
          <ac:chgData name="Manuj Agrawal" userId="8275e378daeca5b2" providerId="LiveId" clId="{CAD1D656-CB9D-4E7F-B16D-5F224DEB5C95}" dt="2021-12-07T11:20:16.771" v="1514" actId="1076"/>
          <ac:picMkLst>
            <pc:docMk/>
            <pc:sldMk cId="2963754046" sldId="520"/>
            <ac:picMk id="3" creationId="{5C0034A4-BE84-42EC-8F5B-5D5C32999014}"/>
          </ac:picMkLst>
        </pc:picChg>
        <pc:picChg chg="mod ord">
          <ac:chgData name="Manuj Agrawal" userId="8275e378daeca5b2" providerId="LiveId" clId="{CAD1D656-CB9D-4E7F-B16D-5F224DEB5C95}" dt="2021-12-07T12:02:55.319" v="1549" actId="1076"/>
          <ac:picMkLst>
            <pc:docMk/>
            <pc:sldMk cId="2963754046" sldId="520"/>
            <ac:picMk id="6" creationId="{64F8798D-C46A-4A56-AA24-ACF4F3AA2EDC}"/>
          </ac:picMkLst>
        </pc:picChg>
        <pc:picChg chg="mod ord">
          <ac:chgData name="Manuj Agrawal" userId="8275e378daeca5b2" providerId="LiveId" clId="{CAD1D656-CB9D-4E7F-B16D-5F224DEB5C95}" dt="2021-12-07T11:22:31.812" v="1537" actId="166"/>
          <ac:picMkLst>
            <pc:docMk/>
            <pc:sldMk cId="2963754046" sldId="520"/>
            <ac:picMk id="60" creationId="{C789FCB5-B7E6-4C72-B096-0795CEA4FE48}"/>
          </ac:picMkLst>
        </pc:picChg>
        <pc:picChg chg="del">
          <ac:chgData name="Manuj Agrawal" userId="8275e378daeca5b2" providerId="LiveId" clId="{CAD1D656-CB9D-4E7F-B16D-5F224DEB5C95}" dt="2021-12-07T11:19:48.525" v="1507" actId="478"/>
          <ac:picMkLst>
            <pc:docMk/>
            <pc:sldMk cId="2963754046" sldId="520"/>
            <ac:picMk id="129" creationId="{305C8537-EB32-45C2-B337-80B7A2AD4C9D}"/>
          </ac:picMkLst>
        </pc:picChg>
        <pc:picChg chg="del">
          <ac:chgData name="Manuj Agrawal" userId="8275e378daeca5b2" providerId="LiveId" clId="{CAD1D656-CB9D-4E7F-B16D-5F224DEB5C95}" dt="2021-12-07T11:19:44.581" v="1504" actId="478"/>
          <ac:picMkLst>
            <pc:docMk/>
            <pc:sldMk cId="2963754046" sldId="520"/>
            <ac:picMk id="1026" creationId="{9DE91078-7055-418A-9FF0-7CD75AF2E59C}"/>
          </ac:picMkLst>
        </pc:picChg>
        <pc:cxnChg chg="mod ord">
          <ac:chgData name="Manuj Agrawal" userId="8275e378daeca5b2" providerId="LiveId" clId="{CAD1D656-CB9D-4E7F-B16D-5F224DEB5C95}" dt="2021-12-07T11:21:24.736" v="1523" actId="167"/>
          <ac:cxnSpMkLst>
            <pc:docMk/>
            <pc:sldMk cId="2963754046" sldId="520"/>
            <ac:cxnSpMk id="8" creationId="{1F252A70-5BDB-4E26-97DA-AF43C231F5C2}"/>
          </ac:cxnSpMkLst>
        </pc:cxnChg>
        <pc:cxnChg chg="add mod">
          <ac:chgData name="Manuj Agrawal" userId="8275e378daeca5b2" providerId="LiveId" clId="{CAD1D656-CB9D-4E7F-B16D-5F224DEB5C95}" dt="2021-12-07T11:21:45.013" v="1530" actId="14100"/>
          <ac:cxnSpMkLst>
            <pc:docMk/>
            <pc:sldMk cId="2963754046" sldId="520"/>
            <ac:cxnSpMk id="73" creationId="{F5078DAC-C259-4CCF-B84B-443E12764352}"/>
          </ac:cxnSpMkLst>
        </pc:cxnChg>
        <pc:cxnChg chg="add mod">
          <ac:chgData name="Manuj Agrawal" userId="8275e378daeca5b2" providerId="LiveId" clId="{CAD1D656-CB9D-4E7F-B16D-5F224DEB5C95}" dt="2021-12-07T11:23:14.878" v="1546" actId="14100"/>
          <ac:cxnSpMkLst>
            <pc:docMk/>
            <pc:sldMk cId="2963754046" sldId="520"/>
            <ac:cxnSpMk id="76" creationId="{25C8AFD2-E6D1-44F1-8852-A1D2C319CAD0}"/>
          </ac:cxnSpMkLst>
        </pc:cxnChg>
        <pc:cxnChg chg="add mod">
          <ac:chgData name="Manuj Agrawal" userId="8275e378daeca5b2" providerId="LiveId" clId="{CAD1D656-CB9D-4E7F-B16D-5F224DEB5C95}" dt="2021-12-07T11:23:10.871" v="1545" actId="14100"/>
          <ac:cxnSpMkLst>
            <pc:docMk/>
            <pc:sldMk cId="2963754046" sldId="520"/>
            <ac:cxnSpMk id="78" creationId="{F375AFC6-A12C-4AD4-B066-DEC374C85E36}"/>
          </ac:cxnSpMkLst>
        </pc:cxnChg>
        <pc:cxnChg chg="del">
          <ac:chgData name="Manuj Agrawal" userId="8275e378daeca5b2" providerId="LiveId" clId="{CAD1D656-CB9D-4E7F-B16D-5F224DEB5C95}" dt="2021-12-07T11:21:33.581" v="1525" actId="478"/>
          <ac:cxnSpMkLst>
            <pc:docMk/>
            <pc:sldMk cId="2963754046" sldId="520"/>
            <ac:cxnSpMk id="82" creationId="{434796DC-6DD9-4454-AB2A-10636B942E93}"/>
          </ac:cxnSpMkLst>
        </pc:cxnChg>
      </pc:sldChg>
      <pc:sldChg chg="add del">
        <pc:chgData name="Manuj Agrawal" userId="8275e378daeca5b2" providerId="LiveId" clId="{CAD1D656-CB9D-4E7F-B16D-5F224DEB5C95}" dt="2021-12-07T12:03:29.166" v="1554" actId="2696"/>
        <pc:sldMkLst>
          <pc:docMk/>
          <pc:sldMk cId="3442152487" sldId="521"/>
        </pc:sldMkLst>
      </pc:sldChg>
    </pc:docChg>
  </pc:docChgLst>
  <pc:docChgLst>
    <pc:chgData name="Manuj Agrawal" userId="8275e378daeca5b2" providerId="LiveId" clId="{7D7327DA-B3F9-48D7-B8AA-D5F20E65E84C}"/>
    <pc:docChg chg="undo custSel addSld delSld modSld sldOrd">
      <pc:chgData name="Manuj Agrawal" userId="8275e378daeca5b2" providerId="LiveId" clId="{7D7327DA-B3F9-48D7-B8AA-D5F20E65E84C}" dt="2022-08-09T13:45:03.123" v="1243" actId="20577"/>
      <pc:docMkLst>
        <pc:docMk/>
      </pc:docMkLst>
      <pc:sldChg chg="del">
        <pc:chgData name="Manuj Agrawal" userId="8275e378daeca5b2" providerId="LiveId" clId="{7D7327DA-B3F9-48D7-B8AA-D5F20E65E84C}" dt="2022-06-17T09:54:47.260" v="0" actId="47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7D7327DA-B3F9-48D7-B8AA-D5F20E65E84C}" dt="2022-08-04T09:27:30.076" v="123" actId="1076"/>
        <pc:sldMkLst>
          <pc:docMk/>
          <pc:sldMk cId="2719421991" sldId="565"/>
        </pc:sldMkLst>
        <pc:spChg chg="mod">
          <ac:chgData name="Manuj Agrawal" userId="8275e378daeca5b2" providerId="LiveId" clId="{7D7327DA-B3F9-48D7-B8AA-D5F20E65E84C}" dt="2022-08-04T09:25:29.261" v="82" actId="20577"/>
          <ac:spMkLst>
            <pc:docMk/>
            <pc:sldMk cId="2719421991" sldId="565"/>
            <ac:spMk id="29" creationId="{7B6E0953-7C9E-4874-A8D1-95D8AEEB181F}"/>
          </ac:spMkLst>
        </pc:spChg>
        <pc:spChg chg="mod">
          <ac:chgData name="Manuj Agrawal" userId="8275e378daeca5b2" providerId="LiveId" clId="{7D7327DA-B3F9-48D7-B8AA-D5F20E65E84C}" dt="2022-06-17T09:57:43.594" v="19" actId="1076"/>
          <ac:spMkLst>
            <pc:docMk/>
            <pc:sldMk cId="2719421991" sldId="565"/>
            <ac:spMk id="32" creationId="{2C49C749-1ADA-4EBF-A449-FD8E5818C4EA}"/>
          </ac:spMkLst>
        </pc:spChg>
        <pc:spChg chg="mod">
          <ac:chgData name="Manuj Agrawal" userId="8275e378daeca5b2" providerId="LiveId" clId="{7D7327DA-B3F9-48D7-B8AA-D5F20E65E84C}" dt="2022-08-04T09:26:00.605" v="85" actId="20577"/>
          <ac:spMkLst>
            <pc:docMk/>
            <pc:sldMk cId="2719421991" sldId="565"/>
            <ac:spMk id="33" creationId="{BE6AB5C2-BC3E-4584-B348-CCD34032BCEC}"/>
          </ac:spMkLst>
        </pc:spChg>
        <pc:spChg chg="mod">
          <ac:chgData name="Manuj Agrawal" userId="8275e378daeca5b2" providerId="LiveId" clId="{7D7327DA-B3F9-48D7-B8AA-D5F20E65E84C}" dt="2022-08-04T09:24:46.773" v="79" actId="1076"/>
          <ac:spMkLst>
            <pc:docMk/>
            <pc:sldMk cId="2719421991" sldId="565"/>
            <ac:spMk id="57" creationId="{6E1493FB-C886-4A47-91BB-E761C4E16835}"/>
          </ac:spMkLst>
        </pc:spChg>
        <pc:spChg chg="mod">
          <ac:chgData name="Manuj Agrawal" userId="8275e378daeca5b2" providerId="LiveId" clId="{7D7327DA-B3F9-48D7-B8AA-D5F20E65E84C}" dt="2022-08-04T09:20:20.342" v="39" actId="1076"/>
          <ac:spMkLst>
            <pc:docMk/>
            <pc:sldMk cId="2719421991" sldId="565"/>
            <ac:spMk id="87" creationId="{5FCD3DEF-21D6-4EF9-B4D9-71828CA61DCB}"/>
          </ac:spMkLst>
        </pc:spChg>
        <pc:picChg chg="mod">
          <ac:chgData name="Manuj Agrawal" userId="8275e378daeca5b2" providerId="LiveId" clId="{7D7327DA-B3F9-48D7-B8AA-D5F20E65E84C}" dt="2022-08-04T09:24:40.093" v="75" actId="1076"/>
          <ac:picMkLst>
            <pc:docMk/>
            <pc:sldMk cId="2719421991" sldId="565"/>
            <ac:picMk id="6" creationId="{04AA808B-B793-180B-9BB4-A4B62FAFFB57}"/>
          </ac:picMkLst>
        </pc:picChg>
        <pc:picChg chg="add del mod">
          <ac:chgData name="Manuj Agrawal" userId="8275e378daeca5b2" providerId="LiveId" clId="{7D7327DA-B3F9-48D7-B8AA-D5F20E65E84C}" dt="2022-08-04T09:22:08.535" v="47" actId="478"/>
          <ac:picMkLst>
            <pc:docMk/>
            <pc:sldMk cId="2719421991" sldId="565"/>
            <ac:picMk id="7" creationId="{A062DBE3-78E0-AE55-EACA-8F04EB59BCC6}"/>
          </ac:picMkLst>
        </pc:picChg>
        <pc:picChg chg="add mod">
          <ac:chgData name="Manuj Agrawal" userId="8275e378daeca5b2" providerId="LiveId" clId="{7D7327DA-B3F9-48D7-B8AA-D5F20E65E84C}" dt="2022-08-04T09:23:01.032" v="52"/>
          <ac:picMkLst>
            <pc:docMk/>
            <pc:sldMk cId="2719421991" sldId="565"/>
            <ac:picMk id="10" creationId="{3A62F19E-0BA6-6775-B0D4-F601FEAE1FA9}"/>
          </ac:picMkLst>
        </pc:picChg>
        <pc:picChg chg="add mod">
          <ac:chgData name="Manuj Agrawal" userId="8275e378daeca5b2" providerId="LiveId" clId="{7D7327DA-B3F9-48D7-B8AA-D5F20E65E84C}" dt="2022-08-04T09:24:19.445" v="65" actId="1076"/>
          <ac:picMkLst>
            <pc:docMk/>
            <pc:sldMk cId="2719421991" sldId="565"/>
            <ac:picMk id="11" creationId="{5ADA492A-336D-FF34-6CBE-6CAAF22680FE}"/>
          </ac:picMkLst>
        </pc:picChg>
        <pc:picChg chg="del">
          <ac:chgData name="Manuj Agrawal" userId="8275e378daeca5b2" providerId="LiveId" clId="{7D7327DA-B3F9-48D7-B8AA-D5F20E65E84C}" dt="2022-08-04T09:24:11.237" v="60" actId="478"/>
          <ac:picMkLst>
            <pc:docMk/>
            <pc:sldMk cId="2719421991" sldId="565"/>
            <ac:picMk id="26" creationId="{6B1FE0E7-8926-479C-B1AB-88B17EFC0146}"/>
          </ac:picMkLst>
        </pc:picChg>
        <pc:picChg chg="mod">
          <ac:chgData name="Manuj Agrawal" userId="8275e378daeca5b2" providerId="LiveId" clId="{7D7327DA-B3F9-48D7-B8AA-D5F20E65E84C}" dt="2022-08-04T09:23:04.166" v="53" actId="1076"/>
          <ac:picMkLst>
            <pc:docMk/>
            <pc:sldMk cId="2719421991" sldId="565"/>
            <ac:picMk id="34" creationId="{ED9F0643-9071-9FA5-A74E-B71FF2E88FE2}"/>
          </ac:picMkLst>
        </pc:picChg>
        <pc:picChg chg="del">
          <ac:chgData name="Manuj Agrawal" userId="8275e378daeca5b2" providerId="LiveId" clId="{7D7327DA-B3F9-48D7-B8AA-D5F20E65E84C}" dt="2022-08-04T09:24:05.840" v="57" actId="478"/>
          <ac:picMkLst>
            <pc:docMk/>
            <pc:sldMk cId="2719421991" sldId="565"/>
            <ac:picMk id="63" creationId="{EF0B5A3E-74C5-4C99-BEA4-498B0B98C7D6}"/>
          </ac:picMkLst>
        </pc:picChg>
        <pc:picChg chg="mod">
          <ac:chgData name="Manuj Agrawal" userId="8275e378daeca5b2" providerId="LiveId" clId="{7D7327DA-B3F9-48D7-B8AA-D5F20E65E84C}" dt="2022-08-04T09:24:41.277" v="76" actId="1076"/>
          <ac:picMkLst>
            <pc:docMk/>
            <pc:sldMk cId="2719421991" sldId="565"/>
            <ac:picMk id="64" creationId="{3B1E058B-5DA2-4BF4-9628-E4BA8FAF949D}"/>
          </ac:picMkLst>
        </pc:picChg>
        <pc:picChg chg="mod">
          <ac:chgData name="Manuj Agrawal" userId="8275e378daeca5b2" providerId="LiveId" clId="{7D7327DA-B3F9-48D7-B8AA-D5F20E65E84C}" dt="2022-08-04T09:27:30.076" v="123" actId="1076"/>
          <ac:picMkLst>
            <pc:docMk/>
            <pc:sldMk cId="2719421991" sldId="565"/>
            <ac:picMk id="65" creationId="{21D37368-4683-4A2D-8716-19EFDB8FEFF8}"/>
          </ac:picMkLst>
        </pc:picChg>
        <pc:picChg chg="del mod">
          <ac:chgData name="Manuj Agrawal" userId="8275e378daeca5b2" providerId="LiveId" clId="{7D7327DA-B3F9-48D7-B8AA-D5F20E65E84C}" dt="2022-08-04T09:24:36.166" v="72" actId="478"/>
          <ac:picMkLst>
            <pc:docMk/>
            <pc:sldMk cId="2719421991" sldId="565"/>
            <ac:picMk id="66" creationId="{CA3207FA-232C-4050-B42F-6CA53FD67FB3}"/>
          </ac:picMkLst>
        </pc:picChg>
        <pc:picChg chg="del mod">
          <ac:chgData name="Manuj Agrawal" userId="8275e378daeca5b2" providerId="LiveId" clId="{7D7327DA-B3F9-48D7-B8AA-D5F20E65E84C}" dt="2022-08-04T09:27:28.367" v="122" actId="478"/>
          <ac:picMkLst>
            <pc:docMk/>
            <pc:sldMk cId="2719421991" sldId="565"/>
            <ac:picMk id="68" creationId="{DF085C58-E4F7-4023-8795-92AFD88D1813}"/>
          </ac:picMkLst>
        </pc:picChg>
        <pc:picChg chg="del">
          <ac:chgData name="Manuj Agrawal" userId="8275e378daeca5b2" providerId="LiveId" clId="{7D7327DA-B3F9-48D7-B8AA-D5F20E65E84C}" dt="2022-08-04T09:19:47.370" v="35" actId="478"/>
          <ac:picMkLst>
            <pc:docMk/>
            <pc:sldMk cId="2719421991" sldId="565"/>
            <ac:picMk id="80" creationId="{878CEC2D-CDEE-4DA1-BDF7-D908836DBFFC}"/>
          </ac:picMkLst>
        </pc:picChg>
        <pc:picChg chg="mod">
          <ac:chgData name="Manuj Agrawal" userId="8275e378daeca5b2" providerId="LiveId" clId="{7D7327DA-B3F9-48D7-B8AA-D5F20E65E84C}" dt="2022-08-04T09:23:04.974" v="54" actId="1076"/>
          <ac:picMkLst>
            <pc:docMk/>
            <pc:sldMk cId="2719421991" sldId="565"/>
            <ac:picMk id="81" creationId="{1F1028D5-3355-4247-B8CE-7B15F1D478B2}"/>
          </ac:picMkLst>
        </pc:picChg>
        <pc:picChg chg="mod">
          <ac:chgData name="Manuj Agrawal" userId="8275e378daeca5b2" providerId="LiveId" clId="{7D7327DA-B3F9-48D7-B8AA-D5F20E65E84C}" dt="2022-08-04T09:24:25.997" v="67" actId="1076"/>
          <ac:picMkLst>
            <pc:docMk/>
            <pc:sldMk cId="2719421991" sldId="565"/>
            <ac:picMk id="1026" creationId="{0AF0FB1A-F0C6-AEBA-3CBA-E9C89250D5A8}"/>
          </ac:picMkLst>
        </pc:picChg>
      </pc:sldChg>
      <pc:sldChg chg="delSp modSp mod ord">
        <pc:chgData name="Manuj Agrawal" userId="8275e378daeca5b2" providerId="LiveId" clId="{7D7327DA-B3F9-48D7-B8AA-D5F20E65E84C}" dt="2022-08-04T09:30:16.842" v="169"/>
        <pc:sldMkLst>
          <pc:docMk/>
          <pc:sldMk cId="2856650110" sldId="566"/>
        </pc:sldMkLst>
        <pc:grpChg chg="mod">
          <ac:chgData name="Manuj Agrawal" userId="8275e378daeca5b2" providerId="LiveId" clId="{7D7327DA-B3F9-48D7-B8AA-D5F20E65E84C}" dt="2022-08-04T09:19:20.431" v="34" actId="1076"/>
          <ac:grpSpMkLst>
            <pc:docMk/>
            <pc:sldMk cId="2856650110" sldId="566"/>
            <ac:grpSpMk id="2" creationId="{07391A86-BC7A-4BC0-BBCF-6019CC031C63}"/>
          </ac:grpSpMkLst>
        </pc:grpChg>
        <pc:grpChg chg="mod">
          <ac:chgData name="Manuj Agrawal" userId="8275e378daeca5b2" providerId="LiveId" clId="{7D7327DA-B3F9-48D7-B8AA-D5F20E65E84C}" dt="2022-08-04T09:19:20.431" v="34" actId="1076"/>
          <ac:grpSpMkLst>
            <pc:docMk/>
            <pc:sldMk cId="2856650110" sldId="566"/>
            <ac:grpSpMk id="3" creationId="{D773922F-2E9D-4079-BC9F-702391E86305}"/>
          </ac:grpSpMkLst>
        </pc:grpChg>
        <pc:grpChg chg="del">
          <ac:chgData name="Manuj Agrawal" userId="8275e378daeca5b2" providerId="LiveId" clId="{7D7327DA-B3F9-48D7-B8AA-D5F20E65E84C}" dt="2022-08-04T09:17:25.700" v="21" actId="478"/>
          <ac:grpSpMkLst>
            <pc:docMk/>
            <pc:sldMk cId="2856650110" sldId="566"/>
            <ac:grpSpMk id="6" creationId="{2F7C5C21-386D-4FA6-91DD-1880F5482695}"/>
          </ac:grpSpMkLst>
        </pc:grpChg>
        <pc:grpChg chg="del">
          <ac:chgData name="Manuj Agrawal" userId="8275e378daeca5b2" providerId="LiveId" clId="{7D7327DA-B3F9-48D7-B8AA-D5F20E65E84C}" dt="2022-08-04T09:17:26.112" v="22" actId="478"/>
          <ac:grpSpMkLst>
            <pc:docMk/>
            <pc:sldMk cId="2856650110" sldId="566"/>
            <ac:grpSpMk id="8" creationId="{6D583ADD-39F0-4C1B-9958-E0DD9FB2C972}"/>
          </ac:grpSpMkLst>
        </pc:grpChg>
        <pc:grpChg chg="del">
          <ac:chgData name="Manuj Agrawal" userId="8275e378daeca5b2" providerId="LiveId" clId="{7D7327DA-B3F9-48D7-B8AA-D5F20E65E84C}" dt="2022-08-04T09:17:25.333" v="20" actId="478"/>
          <ac:grpSpMkLst>
            <pc:docMk/>
            <pc:sldMk cId="2856650110" sldId="566"/>
            <ac:grpSpMk id="9" creationId="{5FDDC297-EA3A-45F1-A825-1846989B8D42}"/>
          </ac:grpSpMkLst>
        </pc:grpChg>
        <pc:grpChg chg="mod">
          <ac:chgData name="Manuj Agrawal" userId="8275e378daeca5b2" providerId="LiveId" clId="{7D7327DA-B3F9-48D7-B8AA-D5F20E65E84C}" dt="2022-08-04T09:19:20.431" v="34" actId="1076"/>
          <ac:grpSpMkLst>
            <pc:docMk/>
            <pc:sldMk cId="2856650110" sldId="566"/>
            <ac:grpSpMk id="10" creationId="{426D30FD-12C9-4AB1-8990-0F8A6E42B21C}"/>
          </ac:grpSpMkLst>
        </pc:grpChg>
        <pc:grpChg chg="mod">
          <ac:chgData name="Manuj Agrawal" userId="8275e378daeca5b2" providerId="LiveId" clId="{7D7327DA-B3F9-48D7-B8AA-D5F20E65E84C}" dt="2022-08-04T09:19:20.431" v="34" actId="1076"/>
          <ac:grpSpMkLst>
            <pc:docMk/>
            <pc:sldMk cId="2856650110" sldId="566"/>
            <ac:grpSpMk id="11" creationId="{9BFA346C-4DD0-4878-956D-C3A3437CBAB6}"/>
          </ac:grpSpMkLst>
        </pc:grpChg>
      </pc:sldChg>
      <pc:sldChg chg="addSp delSp modSp mod">
        <pc:chgData name="Manuj Agrawal" userId="8275e378daeca5b2" providerId="LiveId" clId="{7D7327DA-B3F9-48D7-B8AA-D5F20E65E84C}" dt="2022-06-17T09:56:42.547" v="12" actId="1076"/>
        <pc:sldMkLst>
          <pc:docMk/>
          <pc:sldMk cId="4106624454" sldId="569"/>
        </pc:sldMkLst>
        <pc:spChg chg="mod">
          <ac:chgData name="Manuj Agrawal" userId="8275e378daeca5b2" providerId="LiveId" clId="{7D7327DA-B3F9-48D7-B8AA-D5F20E65E84C}" dt="2022-06-17T09:56:29.275" v="11" actId="1076"/>
          <ac:spMkLst>
            <pc:docMk/>
            <pc:sldMk cId="4106624454" sldId="569"/>
            <ac:spMk id="37" creationId="{EA440857-2F5C-4B1C-EE54-097064919D0F}"/>
          </ac:spMkLst>
        </pc:spChg>
        <pc:picChg chg="add mod">
          <ac:chgData name="Manuj Agrawal" userId="8275e378daeca5b2" providerId="LiveId" clId="{7D7327DA-B3F9-48D7-B8AA-D5F20E65E84C}" dt="2022-06-17T09:56:42.547" v="12" actId="1076"/>
          <ac:picMkLst>
            <pc:docMk/>
            <pc:sldMk cId="4106624454" sldId="569"/>
            <ac:picMk id="3" creationId="{13C13A0A-D573-59C1-9E78-FA915D645E83}"/>
          </ac:picMkLst>
        </pc:picChg>
        <pc:picChg chg="del">
          <ac:chgData name="Manuj Agrawal" userId="8275e378daeca5b2" providerId="LiveId" clId="{7D7327DA-B3F9-48D7-B8AA-D5F20E65E84C}" dt="2022-06-17T09:56:20.183" v="2" actId="478"/>
          <ac:picMkLst>
            <pc:docMk/>
            <pc:sldMk cId="4106624454" sldId="569"/>
            <ac:picMk id="5" creationId="{B83B9B5F-0A70-75EF-2641-3FED67CBAC81}"/>
          </ac:picMkLst>
        </pc:picChg>
      </pc:sldChg>
      <pc:sldChg chg="addSp delSp modSp add mod">
        <pc:chgData name="Manuj Agrawal" userId="8275e378daeca5b2" providerId="LiveId" clId="{7D7327DA-B3F9-48D7-B8AA-D5F20E65E84C}" dt="2022-08-09T13:45:03.123" v="1243" actId="20577"/>
        <pc:sldMkLst>
          <pc:docMk/>
          <pc:sldMk cId="3870056208" sldId="570"/>
        </pc:sldMkLst>
        <pc:spChg chg="add mod">
          <ac:chgData name="Manuj Agrawal" userId="8275e378daeca5b2" providerId="LiveId" clId="{7D7327DA-B3F9-48D7-B8AA-D5F20E65E84C}" dt="2022-08-04T11:59:13.900" v="1186" actId="113"/>
          <ac:spMkLst>
            <pc:docMk/>
            <pc:sldMk cId="3870056208" sldId="570"/>
            <ac:spMk id="37" creationId="{914B6F7E-E9A3-99DB-454C-930605830070}"/>
          </ac:spMkLst>
        </pc:spChg>
        <pc:spChg chg="add mod">
          <ac:chgData name="Manuj Agrawal" userId="8275e378daeca5b2" providerId="LiveId" clId="{7D7327DA-B3F9-48D7-B8AA-D5F20E65E84C}" dt="2022-08-04T12:04:51.298" v="1214" actId="14100"/>
          <ac:spMkLst>
            <pc:docMk/>
            <pc:sldMk cId="3870056208" sldId="570"/>
            <ac:spMk id="38" creationId="{43122240-0CE4-6B80-0C0B-702B9CCD58EE}"/>
          </ac:spMkLst>
        </pc:spChg>
        <pc:spChg chg="add mod">
          <ac:chgData name="Manuj Agrawal" userId="8275e378daeca5b2" providerId="LiveId" clId="{7D7327DA-B3F9-48D7-B8AA-D5F20E65E84C}" dt="2022-08-09T13:45:03.123" v="1243" actId="20577"/>
          <ac:spMkLst>
            <pc:docMk/>
            <pc:sldMk cId="3870056208" sldId="570"/>
            <ac:spMk id="39" creationId="{019761C5-3E54-8022-9A66-1CC2DBB5AF81}"/>
          </ac:spMkLst>
        </pc:spChg>
        <pc:spChg chg="add mod">
          <ac:chgData name="Manuj Agrawal" userId="8275e378daeca5b2" providerId="LiveId" clId="{7D7327DA-B3F9-48D7-B8AA-D5F20E65E84C}" dt="2022-08-04T11:58:49.468" v="1175" actId="20577"/>
          <ac:spMkLst>
            <pc:docMk/>
            <pc:sldMk cId="3870056208" sldId="570"/>
            <ac:spMk id="40" creationId="{8B1309A3-CF34-2942-37DC-A6BA7C06B5C1}"/>
          </ac:spMkLst>
        </pc:spChg>
        <pc:spChg chg="add mod">
          <ac:chgData name="Manuj Agrawal" userId="8275e378daeca5b2" providerId="LiveId" clId="{7D7327DA-B3F9-48D7-B8AA-D5F20E65E84C}" dt="2022-08-04T09:55:56.756" v="892" actId="1076"/>
          <ac:spMkLst>
            <pc:docMk/>
            <pc:sldMk cId="3870056208" sldId="570"/>
            <ac:spMk id="41" creationId="{6C6CBD3D-F62E-B745-9488-45B8CEAFF98C}"/>
          </ac:spMkLst>
        </pc:spChg>
        <pc:spChg chg="add mod">
          <ac:chgData name="Manuj Agrawal" userId="8275e378daeca5b2" providerId="LiveId" clId="{7D7327DA-B3F9-48D7-B8AA-D5F20E65E84C}" dt="2022-08-04T12:05:18.778" v="1240" actId="14100"/>
          <ac:spMkLst>
            <pc:docMk/>
            <pc:sldMk cId="3870056208" sldId="570"/>
            <ac:spMk id="42" creationId="{0D3E6E80-27B9-C5A4-6A49-A560D44547DF}"/>
          </ac:spMkLst>
        </pc:spChg>
        <pc:spChg chg="add mod">
          <ac:chgData name="Manuj Agrawal" userId="8275e378daeca5b2" providerId="LiveId" clId="{7D7327DA-B3F9-48D7-B8AA-D5F20E65E84C}" dt="2022-08-04T12:05:05.695" v="1225" actId="113"/>
          <ac:spMkLst>
            <pc:docMk/>
            <pc:sldMk cId="3870056208" sldId="570"/>
            <ac:spMk id="43" creationId="{DB1C26B9-B78A-F17F-A499-CC193517EBA8}"/>
          </ac:spMkLst>
        </pc:spChg>
        <pc:spChg chg="add mod">
          <ac:chgData name="Manuj Agrawal" userId="8275e378daeca5b2" providerId="LiveId" clId="{7D7327DA-B3F9-48D7-B8AA-D5F20E65E84C}" dt="2022-08-04T11:14:45.073" v="1143" actId="1076"/>
          <ac:spMkLst>
            <pc:docMk/>
            <pc:sldMk cId="3870056208" sldId="570"/>
            <ac:spMk id="44" creationId="{8650D9A8-E340-1D19-632B-9D0D5016D0AB}"/>
          </ac:spMkLst>
        </pc:spChg>
        <pc:spChg chg="del">
          <ac:chgData name="Manuj Agrawal" userId="8275e378daeca5b2" providerId="LiveId" clId="{7D7327DA-B3F9-48D7-B8AA-D5F20E65E84C}" dt="2022-08-04T09:27:40.972" v="126" actId="478"/>
          <ac:spMkLst>
            <pc:docMk/>
            <pc:sldMk cId="3870056208" sldId="570"/>
            <ac:spMk id="57" creationId="{6E1493FB-C886-4A47-91BB-E761C4E16835}"/>
          </ac:spMkLst>
        </pc:spChg>
        <pc:spChg chg="del">
          <ac:chgData name="Manuj Agrawal" userId="8275e378daeca5b2" providerId="LiveId" clId="{7D7327DA-B3F9-48D7-B8AA-D5F20E65E84C}" dt="2022-08-04T09:27:42.102" v="127" actId="478"/>
          <ac:spMkLst>
            <pc:docMk/>
            <pc:sldMk cId="3870056208" sldId="570"/>
            <ac:spMk id="87" creationId="{5FCD3DEF-21D6-4EF9-B4D9-71828CA61DCB}"/>
          </ac:spMkLst>
        </pc:spChg>
        <pc:grpChg chg="del">
          <ac:chgData name="Manuj Agrawal" userId="8275e378daeca5b2" providerId="LiveId" clId="{7D7327DA-B3F9-48D7-B8AA-D5F20E65E84C}" dt="2022-08-04T09:26:37.232" v="87" actId="478"/>
          <ac:grpSpMkLst>
            <pc:docMk/>
            <pc:sldMk cId="3870056208" sldId="570"/>
            <ac:grpSpMk id="3" creationId="{BD4E3BB1-BE5D-421E-A98A-3E6F0D8EE21A}"/>
          </ac:grpSpMkLst>
        </pc:grpChg>
        <pc:grpChg chg="del">
          <ac:chgData name="Manuj Agrawal" userId="8275e378daeca5b2" providerId="LiveId" clId="{7D7327DA-B3F9-48D7-B8AA-D5F20E65E84C}" dt="2022-08-04T09:26:37.232" v="87" actId="478"/>
          <ac:grpSpMkLst>
            <pc:docMk/>
            <pc:sldMk cId="3870056208" sldId="570"/>
            <ac:grpSpMk id="4" creationId="{ACCAB40B-8E5C-4C56-BDCB-008AB10C7C9A}"/>
          </ac:grpSpMkLst>
        </pc:grpChg>
        <pc:grpChg chg="del">
          <ac:chgData name="Manuj Agrawal" userId="8275e378daeca5b2" providerId="LiveId" clId="{7D7327DA-B3F9-48D7-B8AA-D5F20E65E84C}" dt="2022-08-04T09:26:37.232" v="87" actId="478"/>
          <ac:grpSpMkLst>
            <pc:docMk/>
            <pc:sldMk cId="3870056208" sldId="570"/>
            <ac:grpSpMk id="5" creationId="{7BA2C233-0DEE-472D-8450-95926880A029}"/>
          </ac:grpSpMkLst>
        </pc:grpChg>
        <pc:grpChg chg="del">
          <ac:chgData name="Manuj Agrawal" userId="8275e378daeca5b2" providerId="LiveId" clId="{7D7327DA-B3F9-48D7-B8AA-D5F20E65E84C}" dt="2022-08-04T09:26:37.232" v="87" actId="478"/>
          <ac:grpSpMkLst>
            <pc:docMk/>
            <pc:sldMk cId="3870056208" sldId="570"/>
            <ac:grpSpMk id="27" creationId="{B1689C2C-FE83-4A55-890A-82CD436E89C7}"/>
          </ac:grpSpMkLst>
        </pc:grpChg>
        <pc:picChg chg="mod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6" creationId="{04AA808B-B793-180B-9BB4-A4B62FAFFB57}"/>
          </ac:picMkLst>
        </pc:picChg>
        <pc:picChg chg="add mod modCrop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7" creationId="{A10C4B11-8770-EAEB-9199-DA202C7F94D1}"/>
          </ac:picMkLst>
        </pc:picChg>
        <pc:picChg chg="mod modCrop">
          <ac:chgData name="Manuj Agrawal" userId="8275e378daeca5b2" providerId="LiveId" clId="{7D7327DA-B3F9-48D7-B8AA-D5F20E65E84C}" dt="2022-08-04T09:58:03.747" v="995" actId="1076"/>
          <ac:picMkLst>
            <pc:docMk/>
            <pc:sldMk cId="3870056208" sldId="570"/>
            <ac:picMk id="10" creationId="{3A62F19E-0BA6-6775-B0D4-F601FEAE1FA9}"/>
          </ac:picMkLst>
        </pc:picChg>
        <pc:picChg chg="mod">
          <ac:chgData name="Manuj Agrawal" userId="8275e378daeca5b2" providerId="LiveId" clId="{7D7327DA-B3F9-48D7-B8AA-D5F20E65E84C}" dt="2022-08-04T12:04:10.064" v="1203" actId="1076"/>
          <ac:picMkLst>
            <pc:docMk/>
            <pc:sldMk cId="3870056208" sldId="570"/>
            <ac:picMk id="11" creationId="{5ADA492A-336D-FF34-6CBE-6CAAF22680FE}"/>
          </ac:picMkLst>
        </pc:picChg>
        <pc:picChg chg="mod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34" creationId="{ED9F0643-9071-9FA5-A74E-B71FF2E88FE2}"/>
          </ac:picMkLst>
        </pc:picChg>
        <pc:picChg chg="add mod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35" creationId="{8D20748C-CF9F-8447-B85C-4E42107C3E46}"/>
          </ac:picMkLst>
        </pc:picChg>
        <pc:picChg chg="add mod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36" creationId="{416DFFED-31D0-A953-2FE8-E21C969B583E}"/>
          </ac:picMkLst>
        </pc:picChg>
        <pc:picChg chg="mod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62" creationId="{E1DFED4A-6C3D-4410-B5CE-417A49A29228}"/>
          </ac:picMkLst>
        </pc:picChg>
        <pc:picChg chg="mod modCrop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64" creationId="{3B1E058B-5DA2-4BF4-9628-E4BA8FAF949D}"/>
          </ac:picMkLst>
        </pc:picChg>
        <pc:picChg chg="mod">
          <ac:chgData name="Manuj Agrawal" userId="8275e378daeca5b2" providerId="LiveId" clId="{7D7327DA-B3F9-48D7-B8AA-D5F20E65E84C}" dt="2022-08-04T12:03:58.544" v="1200" actId="1076"/>
          <ac:picMkLst>
            <pc:docMk/>
            <pc:sldMk cId="3870056208" sldId="570"/>
            <ac:picMk id="65" creationId="{21D37368-4683-4A2D-8716-19EFDB8FEFF8}"/>
          </ac:picMkLst>
        </pc:picChg>
        <pc:picChg chg="del mod">
          <ac:chgData name="Manuj Agrawal" userId="8275e378daeca5b2" providerId="LiveId" clId="{7D7327DA-B3F9-48D7-B8AA-D5F20E65E84C}" dt="2022-08-04T09:27:26.060" v="120" actId="478"/>
          <ac:picMkLst>
            <pc:docMk/>
            <pc:sldMk cId="3870056208" sldId="570"/>
            <ac:picMk id="68" creationId="{DF085C58-E4F7-4023-8795-92AFD88D1813}"/>
          </ac:picMkLst>
        </pc:picChg>
        <pc:picChg chg="mod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81" creationId="{1F1028D5-3355-4247-B8CE-7B15F1D478B2}"/>
          </ac:picMkLst>
        </pc:picChg>
        <pc:picChg chg="mod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1026" creationId="{0AF0FB1A-F0C6-AEBA-3CBA-E9C89250D5A8}"/>
          </ac:picMkLst>
        </pc:picChg>
      </pc:sldChg>
    </pc:docChg>
  </pc:docChgLst>
  <pc:docChgLst>
    <pc:chgData name="Manuj Agrawal" userId="8275e378daeca5b2" providerId="LiveId" clId="{CCEA2C1E-CDD4-48E8-AA49-FFEC3D0C86F8}"/>
    <pc:docChg chg="undo custSel addSld delSld modSld sldOrd">
      <pc:chgData name="Manuj Agrawal" userId="8275e378daeca5b2" providerId="LiveId" clId="{CCEA2C1E-CDD4-48E8-AA49-FFEC3D0C86F8}" dt="2021-11-26T09:44:32.706" v="6026" actId="20577"/>
      <pc:docMkLst>
        <pc:docMk/>
      </pc:docMkLst>
      <pc:sldChg chg="addSp delSp modSp del mod">
        <pc:chgData name="Manuj Agrawal" userId="8275e378daeca5b2" providerId="LiveId" clId="{CCEA2C1E-CDD4-48E8-AA49-FFEC3D0C86F8}" dt="2021-11-24T09:01:59.143" v="216" actId="2696"/>
        <pc:sldMkLst>
          <pc:docMk/>
          <pc:sldMk cId="0" sldId="437"/>
        </pc:sldMkLst>
        <pc:spChg chg="add del mod">
          <ac:chgData name="Manuj Agrawal" userId="8275e378daeca5b2" providerId="LiveId" clId="{CCEA2C1E-CDD4-48E8-AA49-FFEC3D0C86F8}" dt="2021-11-24T08:55:32.797" v="3" actId="1076"/>
          <ac:spMkLst>
            <pc:docMk/>
            <pc:sldMk cId="0" sldId="437"/>
            <ac:spMk id="3" creationId="{09ACB07E-D2F0-4914-AB72-473971135267}"/>
          </ac:spMkLst>
        </pc:spChg>
        <pc:graphicFrameChg chg="add mod modGraphic">
          <ac:chgData name="Manuj Agrawal" userId="8275e378daeca5b2" providerId="LiveId" clId="{CCEA2C1E-CDD4-48E8-AA49-FFEC3D0C86F8}" dt="2021-11-24T08:58:10.863" v="197" actId="20577"/>
          <ac:graphicFrameMkLst>
            <pc:docMk/>
            <pc:sldMk cId="0" sldId="437"/>
            <ac:graphicFrameMk id="9" creationId="{D78CDB2F-820A-4603-8114-859981B53772}"/>
          </ac:graphicFrameMkLst>
        </pc:graphicFrameChg>
      </pc:sldChg>
      <pc:sldChg chg="addSp delSp modSp mod ord">
        <pc:chgData name="Manuj Agrawal" userId="8275e378daeca5b2" providerId="LiveId" clId="{CCEA2C1E-CDD4-48E8-AA49-FFEC3D0C86F8}" dt="2021-11-26T08:53:26.030" v="5896"/>
        <pc:sldMkLst>
          <pc:docMk/>
          <pc:sldMk cId="4132242691" sldId="439"/>
        </pc:sldMkLst>
        <pc:spChg chg="del mod">
          <ac:chgData name="Manuj Agrawal" userId="8275e378daeca5b2" providerId="LiveId" clId="{CCEA2C1E-CDD4-48E8-AA49-FFEC3D0C86F8}" dt="2021-11-26T08:52:06.826" v="5885" actId="478"/>
          <ac:spMkLst>
            <pc:docMk/>
            <pc:sldMk cId="4132242691" sldId="439"/>
            <ac:spMk id="4" creationId="{1C12A753-1BBF-484A-BEBA-6845A6B4C183}"/>
          </ac:spMkLst>
        </pc:spChg>
        <pc:spChg chg="add del">
          <ac:chgData name="Manuj Agrawal" userId="8275e378daeca5b2" providerId="LiveId" clId="{CCEA2C1E-CDD4-48E8-AA49-FFEC3D0C86F8}" dt="2021-11-25T08:23:32.103" v="1453" actId="478"/>
          <ac:spMkLst>
            <pc:docMk/>
            <pc:sldMk cId="4132242691" sldId="439"/>
            <ac:spMk id="12" creationId="{91E15D53-0C95-4FC2-97D7-6E290CDF684C}"/>
          </ac:spMkLst>
        </pc:spChg>
        <pc:spChg chg="add del">
          <ac:chgData name="Manuj Agrawal" userId="8275e378daeca5b2" providerId="LiveId" clId="{CCEA2C1E-CDD4-48E8-AA49-FFEC3D0C86F8}" dt="2021-11-25T08:23:42.506" v="1454" actId="478"/>
          <ac:spMkLst>
            <pc:docMk/>
            <pc:sldMk cId="4132242691" sldId="439"/>
            <ac:spMk id="13" creationId="{66DA1652-CA6E-4F89-A0D8-A65E179044C6}"/>
          </ac:spMkLst>
        </pc:spChg>
        <pc:spChg chg="add mod">
          <ac:chgData name="Manuj Agrawal" userId="8275e378daeca5b2" providerId="LiveId" clId="{CCEA2C1E-CDD4-48E8-AA49-FFEC3D0C86F8}" dt="2021-11-25T08:24:02.914" v="1461" actId="1076"/>
          <ac:spMkLst>
            <pc:docMk/>
            <pc:sldMk cId="4132242691" sldId="439"/>
            <ac:spMk id="16" creationId="{CCBF5BF0-3B8A-436E-99D6-A56580D2A253}"/>
          </ac:spMkLst>
        </pc:spChg>
        <pc:spChg chg="del">
          <ac:chgData name="Manuj Agrawal" userId="8275e378daeca5b2" providerId="LiveId" clId="{CCEA2C1E-CDD4-48E8-AA49-FFEC3D0C86F8}" dt="2021-11-25T08:23:43.708" v="1455" actId="478"/>
          <ac:spMkLst>
            <pc:docMk/>
            <pc:sldMk cId="4132242691" sldId="439"/>
            <ac:spMk id="17" creationId="{B087A98F-EEB0-41BD-BAAA-F47FB614C202}"/>
          </ac:spMkLst>
        </pc:spChg>
        <pc:spChg chg="del">
          <ac:chgData name="Manuj Agrawal" userId="8275e378daeca5b2" providerId="LiveId" clId="{CCEA2C1E-CDD4-48E8-AA49-FFEC3D0C86F8}" dt="2021-11-25T08:22:23.665" v="1440" actId="478"/>
          <ac:spMkLst>
            <pc:docMk/>
            <pc:sldMk cId="4132242691" sldId="439"/>
            <ac:spMk id="19" creationId="{22DEFD8C-454F-4F1C-84EE-470CD79A2125}"/>
          </ac:spMkLst>
        </pc:spChg>
        <pc:spChg chg="mod">
          <ac:chgData name="Manuj Agrawal" userId="8275e378daeca5b2" providerId="LiveId" clId="{CCEA2C1E-CDD4-48E8-AA49-FFEC3D0C86F8}" dt="2021-11-26T08:52:55.018" v="5894" actId="1076"/>
          <ac:spMkLst>
            <pc:docMk/>
            <pc:sldMk cId="4132242691" sldId="439"/>
            <ac:spMk id="21" creationId="{F7FD0578-A9D5-4093-8310-DF82763A12AC}"/>
          </ac:spMkLst>
        </pc:spChg>
        <pc:spChg chg="mod">
          <ac:chgData name="Manuj Agrawal" userId="8275e378daeca5b2" providerId="LiveId" clId="{CCEA2C1E-CDD4-48E8-AA49-FFEC3D0C86F8}" dt="2021-11-26T08:52:57.802" v="5895" actId="1076"/>
          <ac:spMkLst>
            <pc:docMk/>
            <pc:sldMk cId="4132242691" sldId="439"/>
            <ac:spMk id="22" creationId="{CD35668E-8E0D-405C-8DD0-B008F582FF87}"/>
          </ac:spMkLst>
        </pc:spChg>
        <pc:picChg chg="add mod">
          <ac:chgData name="Manuj Agrawal" userId="8275e378daeca5b2" providerId="LiveId" clId="{CCEA2C1E-CDD4-48E8-AA49-FFEC3D0C86F8}" dt="2021-11-26T08:53:26.030" v="5896"/>
          <ac:picMkLst>
            <pc:docMk/>
            <pc:sldMk cId="4132242691" sldId="439"/>
            <ac:picMk id="5" creationId="{3D8D5196-4279-4DC5-A9DE-940A5F4BF707}"/>
          </ac:picMkLst>
        </pc:picChg>
        <pc:picChg chg="mod">
          <ac:chgData name="Manuj Agrawal" userId="8275e378daeca5b2" providerId="LiveId" clId="{CCEA2C1E-CDD4-48E8-AA49-FFEC3D0C86F8}" dt="2021-11-26T08:52:51.545" v="5892" actId="1076"/>
          <ac:picMkLst>
            <pc:docMk/>
            <pc:sldMk cId="4132242691" sldId="439"/>
            <ac:picMk id="11" creationId="{0549BD24-E4D0-45A8-9773-670EFBA56E4D}"/>
          </ac:picMkLst>
        </pc:picChg>
        <pc:picChg chg="mod">
          <ac:chgData name="Manuj Agrawal" userId="8275e378daeca5b2" providerId="LiveId" clId="{CCEA2C1E-CDD4-48E8-AA49-FFEC3D0C86F8}" dt="2021-11-26T08:52:50.418" v="5891" actId="1076"/>
          <ac:picMkLst>
            <pc:docMk/>
            <pc:sldMk cId="4132242691" sldId="439"/>
            <ac:picMk id="15" creationId="{AE1E27EC-7B7E-475D-9FB3-049287FE31D0}"/>
          </ac:picMkLst>
        </pc:picChg>
      </pc:sldChg>
      <pc:sldChg chg="ord">
        <pc:chgData name="Manuj Agrawal" userId="8275e378daeca5b2" providerId="LiveId" clId="{CCEA2C1E-CDD4-48E8-AA49-FFEC3D0C86F8}" dt="2021-11-25T14:56:57.110" v="2696"/>
        <pc:sldMkLst>
          <pc:docMk/>
          <pc:sldMk cId="2924652405" sldId="446"/>
        </pc:sldMkLst>
      </pc:sldChg>
      <pc:sldChg chg="modSp mod modNotesTx">
        <pc:chgData name="Manuj Agrawal" userId="8275e378daeca5b2" providerId="LiveId" clId="{CCEA2C1E-CDD4-48E8-AA49-FFEC3D0C86F8}" dt="2021-11-26T09:11:45.931" v="5981" actId="20577"/>
        <pc:sldMkLst>
          <pc:docMk/>
          <pc:sldMk cId="1886868575" sldId="452"/>
        </pc:sldMkLst>
        <pc:spChg chg="mod">
          <ac:chgData name="Manuj Agrawal" userId="8275e378daeca5b2" providerId="LiveId" clId="{CCEA2C1E-CDD4-48E8-AA49-FFEC3D0C86F8}" dt="2021-11-26T09:11:45.931" v="5981" actId="20577"/>
          <ac:spMkLst>
            <pc:docMk/>
            <pc:sldMk cId="1886868575" sldId="452"/>
            <ac:spMk id="5" creationId="{ECB80E3C-5C83-402F-B200-2DC8E42710D0}"/>
          </ac:spMkLst>
        </pc:spChg>
      </pc:sldChg>
      <pc:sldChg chg="modSp add del mod ord">
        <pc:chgData name="Manuj Agrawal" userId="8275e378daeca5b2" providerId="LiveId" clId="{CCEA2C1E-CDD4-48E8-AA49-FFEC3D0C86F8}" dt="2021-11-25T18:51:34.517" v="4140" actId="47"/>
        <pc:sldMkLst>
          <pc:docMk/>
          <pc:sldMk cId="2809880194" sldId="455"/>
        </pc:sldMkLst>
        <pc:spChg chg="mod">
          <ac:chgData name="Manuj Agrawal" userId="8275e378daeca5b2" providerId="LiveId" clId="{CCEA2C1E-CDD4-48E8-AA49-FFEC3D0C86F8}" dt="2021-11-24T13:47:05.344" v="1152" actId="20577"/>
          <ac:spMkLst>
            <pc:docMk/>
            <pc:sldMk cId="2809880194" sldId="455"/>
            <ac:spMk id="10" creationId="{4D0355BB-5520-41E4-B795-90D40C2EAD48}"/>
          </ac:spMkLst>
        </pc:spChg>
        <pc:spChg chg="mod">
          <ac:chgData name="Manuj Agrawal" userId="8275e378daeca5b2" providerId="LiveId" clId="{CCEA2C1E-CDD4-48E8-AA49-FFEC3D0C86F8}" dt="2021-11-24T13:47:10.033" v="1153" actId="20577"/>
          <ac:spMkLst>
            <pc:docMk/>
            <pc:sldMk cId="2809880194" sldId="455"/>
            <ac:spMk id="20" creationId="{A21E0172-0D60-402D-99CA-EA54CCBA3E09}"/>
          </ac:spMkLst>
        </pc:spChg>
        <pc:spChg chg="mod">
          <ac:chgData name="Manuj Agrawal" userId="8275e378daeca5b2" providerId="LiveId" clId="{CCEA2C1E-CDD4-48E8-AA49-FFEC3D0C86F8}" dt="2021-11-24T13:50:25.280" v="1264" actId="20577"/>
          <ac:spMkLst>
            <pc:docMk/>
            <pc:sldMk cId="2809880194" sldId="455"/>
            <ac:spMk id="21" creationId="{2E69DE90-C869-4540-A399-4FCFBFE873A4}"/>
          </ac:spMkLst>
        </pc:spChg>
        <pc:spChg chg="mod">
          <ac:chgData name="Manuj Agrawal" userId="8275e378daeca5b2" providerId="LiveId" clId="{CCEA2C1E-CDD4-48E8-AA49-FFEC3D0C86F8}" dt="2021-11-24T14:08:56.104" v="1267" actId="20577"/>
          <ac:spMkLst>
            <pc:docMk/>
            <pc:sldMk cId="2809880194" sldId="455"/>
            <ac:spMk id="24" creationId="{00000000-0000-0000-0000-000000000000}"/>
          </ac:spMkLst>
        </pc:spChg>
      </pc:sldChg>
      <pc:sldChg chg="ord">
        <pc:chgData name="Manuj Agrawal" userId="8275e378daeca5b2" providerId="LiveId" clId="{CCEA2C1E-CDD4-48E8-AA49-FFEC3D0C86F8}" dt="2021-11-26T07:51:36.529" v="4668"/>
        <pc:sldMkLst>
          <pc:docMk/>
          <pc:sldMk cId="2654572283" sldId="456"/>
        </pc:sldMkLst>
      </pc:sldChg>
      <pc:sldChg chg="addSp delSp modSp mod modNotesTx">
        <pc:chgData name="Manuj Agrawal" userId="8275e378daeca5b2" providerId="LiveId" clId="{CCEA2C1E-CDD4-48E8-AA49-FFEC3D0C86F8}" dt="2021-11-26T08:46:35.554" v="5850" actId="20577"/>
        <pc:sldMkLst>
          <pc:docMk/>
          <pc:sldMk cId="0" sldId="462"/>
        </pc:sldMkLst>
        <pc:spChg chg="mod">
          <ac:chgData name="Manuj Agrawal" userId="8275e378daeca5b2" providerId="LiveId" clId="{CCEA2C1E-CDD4-48E8-AA49-FFEC3D0C86F8}" dt="2021-11-25T13:07:21.426" v="2052" actId="1076"/>
          <ac:spMkLst>
            <pc:docMk/>
            <pc:sldMk cId="0" sldId="462"/>
            <ac:spMk id="14" creationId="{797DD8EF-73B6-463E-8299-FA41AF5E1346}"/>
          </ac:spMkLst>
        </pc:spChg>
        <pc:spChg chg="mod">
          <ac:chgData name="Manuj Agrawal" userId="8275e378daeca5b2" providerId="LiveId" clId="{CCEA2C1E-CDD4-48E8-AA49-FFEC3D0C86F8}" dt="2021-11-25T13:07:23.945" v="2053" actId="1076"/>
          <ac:spMkLst>
            <pc:docMk/>
            <pc:sldMk cId="0" sldId="462"/>
            <ac:spMk id="15" creationId="{E7577410-1D2A-4074-BCBF-8534CA075CDE}"/>
          </ac:spMkLst>
        </pc:spChg>
        <pc:spChg chg="mod">
          <ac:chgData name="Manuj Agrawal" userId="8275e378daeca5b2" providerId="LiveId" clId="{CCEA2C1E-CDD4-48E8-AA49-FFEC3D0C86F8}" dt="2021-11-26T08:00:02.304" v="4816" actId="1076"/>
          <ac:spMkLst>
            <pc:docMk/>
            <pc:sldMk cId="0" sldId="462"/>
            <ac:spMk id="16" creationId="{A62AB9ED-DBD4-4352-8360-12635345383C}"/>
          </ac:spMkLst>
        </pc:spChg>
        <pc:spChg chg="del">
          <ac:chgData name="Manuj Agrawal" userId="8275e378daeca5b2" providerId="LiveId" clId="{CCEA2C1E-CDD4-48E8-AA49-FFEC3D0C86F8}" dt="2021-11-25T08:04:21.277" v="1425" actId="478"/>
          <ac:spMkLst>
            <pc:docMk/>
            <pc:sldMk cId="0" sldId="462"/>
            <ac:spMk id="17" creationId="{00000000-0000-0000-0000-000000000000}"/>
          </ac:spMkLst>
        </pc:spChg>
        <pc:spChg chg="add mod">
          <ac:chgData name="Manuj Agrawal" userId="8275e378daeca5b2" providerId="LiveId" clId="{CCEA2C1E-CDD4-48E8-AA49-FFEC3D0C86F8}" dt="2021-11-25T12:33:53.525" v="1849" actId="164"/>
          <ac:spMkLst>
            <pc:docMk/>
            <pc:sldMk cId="0" sldId="462"/>
            <ac:spMk id="17" creationId="{035DCC93-3B78-4012-9641-61C7E40CB0C5}"/>
          </ac:spMkLst>
        </pc:spChg>
        <pc:spChg chg="mod">
          <ac:chgData name="Manuj Agrawal" userId="8275e378daeca5b2" providerId="LiveId" clId="{CCEA2C1E-CDD4-48E8-AA49-FFEC3D0C86F8}" dt="2021-11-26T07:59:59.584" v="4815" actId="1076"/>
          <ac:spMkLst>
            <pc:docMk/>
            <pc:sldMk cId="0" sldId="462"/>
            <ac:spMk id="18" creationId="{0722B45C-2AA9-4F02-9363-7667386BE8B6}"/>
          </ac:spMkLst>
        </pc:spChg>
        <pc:spChg chg="add mod">
          <ac:chgData name="Manuj Agrawal" userId="8275e378daeca5b2" providerId="LiveId" clId="{CCEA2C1E-CDD4-48E8-AA49-FFEC3D0C86F8}" dt="2021-11-25T12:43:21.429" v="1879" actId="164"/>
          <ac:spMkLst>
            <pc:docMk/>
            <pc:sldMk cId="0" sldId="462"/>
            <ac:spMk id="23" creationId="{433A8A39-AF30-4F77-BCC6-EFF97963CFF4}"/>
          </ac:spMkLst>
        </pc:spChg>
        <pc:spChg chg="add mod">
          <ac:chgData name="Manuj Agrawal" userId="8275e378daeca5b2" providerId="LiveId" clId="{CCEA2C1E-CDD4-48E8-AA49-FFEC3D0C86F8}" dt="2021-11-25T12:59:02.782" v="1945" actId="164"/>
          <ac:spMkLst>
            <pc:docMk/>
            <pc:sldMk cId="0" sldId="462"/>
            <ac:spMk id="28" creationId="{C16BBC24-87C2-4301-8654-0AA6C0D676EC}"/>
          </ac:spMkLst>
        </pc:spChg>
        <pc:spChg chg="mod topLvl">
          <ac:chgData name="Manuj Agrawal" userId="8275e378daeca5b2" providerId="LiveId" clId="{CCEA2C1E-CDD4-48E8-AA49-FFEC3D0C86F8}" dt="2021-11-25T13:03:30.026" v="2003" actId="478"/>
          <ac:spMkLst>
            <pc:docMk/>
            <pc:sldMk cId="0" sldId="462"/>
            <ac:spMk id="30" creationId="{78EC0ED1-3C25-4EDC-84DD-29A46B5E43E7}"/>
          </ac:spMkLst>
        </pc:spChg>
        <pc:spChg chg="add mod">
          <ac:chgData name="Manuj Agrawal" userId="8275e378daeca5b2" providerId="LiveId" clId="{CCEA2C1E-CDD4-48E8-AA49-FFEC3D0C86F8}" dt="2021-11-25T12:59:02.782" v="1945" actId="164"/>
          <ac:spMkLst>
            <pc:docMk/>
            <pc:sldMk cId="0" sldId="462"/>
            <ac:spMk id="34" creationId="{19B67A04-BA8D-49BF-A8D4-A6D58BAE11A9}"/>
          </ac:spMkLst>
        </pc:spChg>
        <pc:spChg chg="add del mod">
          <ac:chgData name="Manuj Agrawal" userId="8275e378daeca5b2" providerId="LiveId" clId="{CCEA2C1E-CDD4-48E8-AA49-FFEC3D0C86F8}" dt="2021-11-25T12:59:04.146" v="1946" actId="478"/>
          <ac:spMkLst>
            <pc:docMk/>
            <pc:sldMk cId="0" sldId="462"/>
            <ac:spMk id="35" creationId="{A4F03D3B-F931-4F7B-B46F-5664120AF286}"/>
          </ac:spMkLst>
        </pc:spChg>
        <pc:spChg chg="add del mod">
          <ac:chgData name="Manuj Agrawal" userId="8275e378daeca5b2" providerId="LiveId" clId="{CCEA2C1E-CDD4-48E8-AA49-FFEC3D0C86F8}" dt="2021-11-25T12:59:04.698" v="1947" actId="478"/>
          <ac:spMkLst>
            <pc:docMk/>
            <pc:sldMk cId="0" sldId="462"/>
            <ac:spMk id="36" creationId="{43697810-53F0-450E-A175-AC19832EE21A}"/>
          </ac:spMkLst>
        </pc:spChg>
        <pc:spChg chg="mod">
          <ac:chgData name="Manuj Agrawal" userId="8275e378daeca5b2" providerId="LiveId" clId="{CCEA2C1E-CDD4-48E8-AA49-FFEC3D0C86F8}" dt="2021-11-25T12:59:06.614" v="1948"/>
          <ac:spMkLst>
            <pc:docMk/>
            <pc:sldMk cId="0" sldId="462"/>
            <ac:spMk id="39" creationId="{6CF6DBE4-6F40-4240-88DB-38CA5A0BE004}"/>
          </ac:spMkLst>
        </pc:spChg>
        <pc:spChg chg="mod">
          <ac:chgData name="Manuj Agrawal" userId="8275e378daeca5b2" providerId="LiveId" clId="{CCEA2C1E-CDD4-48E8-AA49-FFEC3D0C86F8}" dt="2021-11-25T12:59:06.614" v="1948"/>
          <ac:spMkLst>
            <pc:docMk/>
            <pc:sldMk cId="0" sldId="462"/>
            <ac:spMk id="40" creationId="{FA3E09EB-8A67-4D11-8930-A71F14077F46}"/>
          </ac:spMkLst>
        </pc:spChg>
        <pc:spChg chg="mod">
          <ac:chgData name="Manuj Agrawal" userId="8275e378daeca5b2" providerId="LiveId" clId="{CCEA2C1E-CDD4-48E8-AA49-FFEC3D0C86F8}" dt="2021-11-25T12:59:18.159" v="1952"/>
          <ac:spMkLst>
            <pc:docMk/>
            <pc:sldMk cId="0" sldId="462"/>
            <ac:spMk id="42" creationId="{7FE24927-201B-4734-B9AD-60D05A62C8C0}"/>
          </ac:spMkLst>
        </pc:spChg>
        <pc:spChg chg="mod">
          <ac:chgData name="Manuj Agrawal" userId="8275e378daeca5b2" providerId="LiveId" clId="{CCEA2C1E-CDD4-48E8-AA49-FFEC3D0C86F8}" dt="2021-11-25T12:59:18.159" v="1952"/>
          <ac:spMkLst>
            <pc:docMk/>
            <pc:sldMk cId="0" sldId="462"/>
            <ac:spMk id="43" creationId="{0B822C36-4AA6-4667-98DD-5653D1A3052B}"/>
          </ac:spMkLst>
        </pc:spChg>
        <pc:spChg chg="mod topLvl">
          <ac:chgData name="Manuj Agrawal" userId="8275e378daeca5b2" providerId="LiveId" clId="{CCEA2C1E-CDD4-48E8-AA49-FFEC3D0C86F8}" dt="2021-11-25T13:06:53.192" v="2042" actId="164"/>
          <ac:spMkLst>
            <pc:docMk/>
            <pc:sldMk cId="0" sldId="462"/>
            <ac:spMk id="45" creationId="{0AF576D1-1555-4E12-B9C4-A6B9DFDE20EB}"/>
          </ac:spMkLst>
        </pc:spChg>
        <pc:spChg chg="del mod topLvl">
          <ac:chgData name="Manuj Agrawal" userId="8275e378daeca5b2" providerId="LiveId" clId="{CCEA2C1E-CDD4-48E8-AA49-FFEC3D0C86F8}" dt="2021-11-25T12:59:46.538" v="1958" actId="478"/>
          <ac:spMkLst>
            <pc:docMk/>
            <pc:sldMk cId="0" sldId="462"/>
            <ac:spMk id="46" creationId="{71D1CFF9-6956-4B9C-A37F-291240F0AA55}"/>
          </ac:spMkLst>
        </pc:spChg>
        <pc:spChg chg="add mod">
          <ac:chgData name="Manuj Agrawal" userId="8275e378daeca5b2" providerId="LiveId" clId="{CCEA2C1E-CDD4-48E8-AA49-FFEC3D0C86F8}" dt="2021-11-25T13:06:53.192" v="2042" actId="164"/>
          <ac:spMkLst>
            <pc:docMk/>
            <pc:sldMk cId="0" sldId="462"/>
            <ac:spMk id="47" creationId="{543C842F-1B86-4BBA-BA3E-5AAF4F78B4A7}"/>
          </ac:spMkLst>
        </pc:spChg>
        <pc:spChg chg="add mod">
          <ac:chgData name="Manuj Agrawal" userId="8275e378daeca5b2" providerId="LiveId" clId="{CCEA2C1E-CDD4-48E8-AA49-FFEC3D0C86F8}" dt="2021-11-25T13:06:53.192" v="2042" actId="164"/>
          <ac:spMkLst>
            <pc:docMk/>
            <pc:sldMk cId="0" sldId="462"/>
            <ac:spMk id="48" creationId="{0EF11326-91C5-43BE-AB49-B576A2602BDC}"/>
          </ac:spMkLst>
        </pc:spChg>
        <pc:spChg chg="add mod">
          <ac:chgData name="Manuj Agrawal" userId="8275e378daeca5b2" providerId="LiveId" clId="{CCEA2C1E-CDD4-48E8-AA49-FFEC3D0C86F8}" dt="2021-11-25T13:06:53.192" v="2042" actId="164"/>
          <ac:spMkLst>
            <pc:docMk/>
            <pc:sldMk cId="0" sldId="462"/>
            <ac:spMk id="49" creationId="{358AC521-1140-4E95-A726-87596F40BAA6}"/>
          </ac:spMkLst>
        </pc:spChg>
        <pc:spChg chg="add mod">
          <ac:chgData name="Manuj Agrawal" userId="8275e378daeca5b2" providerId="LiveId" clId="{CCEA2C1E-CDD4-48E8-AA49-FFEC3D0C86F8}" dt="2021-11-25T13:06:53.192" v="2042" actId="164"/>
          <ac:spMkLst>
            <pc:docMk/>
            <pc:sldMk cId="0" sldId="462"/>
            <ac:spMk id="50" creationId="{47B29E36-83D5-4822-ABBE-D5182E37E793}"/>
          </ac:spMkLst>
        </pc:spChg>
        <pc:spChg chg="add mod">
          <ac:chgData name="Manuj Agrawal" userId="8275e378daeca5b2" providerId="LiveId" clId="{CCEA2C1E-CDD4-48E8-AA49-FFEC3D0C86F8}" dt="2021-11-25T13:06:53.192" v="2042" actId="164"/>
          <ac:spMkLst>
            <pc:docMk/>
            <pc:sldMk cId="0" sldId="462"/>
            <ac:spMk id="51" creationId="{33EF5889-B9A0-474D-B2D2-6395E3EB3246}"/>
          </ac:spMkLst>
        </pc:spChg>
        <pc:spChg chg="mod">
          <ac:chgData name="Manuj Agrawal" userId="8275e378daeca5b2" providerId="LiveId" clId="{CCEA2C1E-CDD4-48E8-AA49-FFEC3D0C86F8}" dt="2021-11-25T13:06:44.499" v="2041" actId="1076"/>
          <ac:spMkLst>
            <pc:docMk/>
            <pc:sldMk cId="0" sldId="462"/>
            <ac:spMk id="57" creationId="{00000000-0000-0000-0000-000000000000}"/>
          </ac:spMkLst>
        </pc:spChg>
        <pc:spChg chg="mod">
          <ac:chgData name="Manuj Agrawal" userId="8275e378daeca5b2" providerId="LiveId" clId="{CCEA2C1E-CDD4-48E8-AA49-FFEC3D0C86F8}" dt="2021-11-26T08:46:35.554" v="5850" actId="20577"/>
          <ac:spMkLst>
            <pc:docMk/>
            <pc:sldMk cId="0" sldId="462"/>
            <ac:spMk id="58" creationId="{00000000-0000-0000-0000-000000000000}"/>
          </ac:spMkLst>
        </pc:spChg>
        <pc:spChg chg="mod topLvl">
          <ac:chgData name="Manuj Agrawal" userId="8275e378daeca5b2" providerId="LiveId" clId="{CCEA2C1E-CDD4-48E8-AA49-FFEC3D0C86F8}" dt="2021-11-25T13:07:16.446" v="2050" actId="164"/>
          <ac:spMkLst>
            <pc:docMk/>
            <pc:sldMk cId="0" sldId="462"/>
            <ac:spMk id="60" creationId="{9EBB6F1E-C390-4368-839D-BD027A033545}"/>
          </ac:spMkLst>
        </pc:spChg>
        <pc:spChg chg="add mod">
          <ac:chgData name="Manuj Agrawal" userId="8275e378daeca5b2" providerId="LiveId" clId="{CCEA2C1E-CDD4-48E8-AA49-FFEC3D0C86F8}" dt="2021-11-25T13:10:16.202" v="2134" actId="1076"/>
          <ac:spMkLst>
            <pc:docMk/>
            <pc:sldMk cId="0" sldId="462"/>
            <ac:spMk id="62" creationId="{F988861E-74EA-4FCE-BBC0-AC409503177A}"/>
          </ac:spMkLst>
        </pc:spChg>
        <pc:spChg chg="add mod">
          <ac:chgData name="Manuj Agrawal" userId="8275e378daeca5b2" providerId="LiveId" clId="{CCEA2C1E-CDD4-48E8-AA49-FFEC3D0C86F8}" dt="2021-11-26T07:59:40.767" v="4811" actId="164"/>
          <ac:spMkLst>
            <pc:docMk/>
            <pc:sldMk cId="0" sldId="462"/>
            <ac:spMk id="64" creationId="{4E32BA0B-DD98-4A93-AB65-50C1B8453B03}"/>
          </ac:spMkLst>
        </pc:spChg>
        <pc:spChg chg="add del mod">
          <ac:chgData name="Manuj Agrawal" userId="8275e378daeca5b2" providerId="LiveId" clId="{CCEA2C1E-CDD4-48E8-AA49-FFEC3D0C86F8}" dt="2021-11-25T13:36:38.668" v="2289"/>
          <ac:spMkLst>
            <pc:docMk/>
            <pc:sldMk cId="0" sldId="462"/>
            <ac:spMk id="65" creationId="{2D5C1810-6792-4C8E-AD54-A4EE6D54FFAB}"/>
          </ac:spMkLst>
        </pc:spChg>
        <pc:spChg chg="add del mod">
          <ac:chgData name="Manuj Agrawal" userId="8275e378daeca5b2" providerId="LiveId" clId="{CCEA2C1E-CDD4-48E8-AA49-FFEC3D0C86F8}" dt="2021-11-25T13:36:45.712" v="2291" actId="21"/>
          <ac:spMkLst>
            <pc:docMk/>
            <pc:sldMk cId="0" sldId="462"/>
            <ac:spMk id="66" creationId="{35F691EC-D14C-40A4-8EE4-6059BE38FE37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68" creationId="{00640F6F-2A89-4FDA-B45B-AB03B035B0EC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73" creationId="{30FE8A51-2C9E-4061-AD6D-61904D7A5A2D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74" creationId="{59EE8409-1C07-4BB0-A5D3-74E01ADB9D68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75" creationId="{6E838CAB-2CA9-471C-8366-AD5D55BF7BFB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76" creationId="{E6BFCEE8-7D8E-4A95-9E1B-8714D2A4EF21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77" creationId="{86105FD3-0533-4D5A-9DB2-4E4587D36C5B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78" creationId="{C9635959-0A8B-406A-890D-730B618B48AB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79" creationId="{1927E56D-4E9D-4F8E-AB6D-1A0E33437090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80" creationId="{6725FE94-95E0-448B-B488-D3E5DC15D281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81" creationId="{92E4B733-D6F9-4D7E-9E42-2B31ABA2C283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82" creationId="{C8C9AF84-DDF8-415D-8093-1F894E567FA7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83" creationId="{64CE940E-D7D0-481A-A500-8650A2BDC309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84" creationId="{51D8D6C7-1E21-4AE5-AA39-FF4E734A4185}"/>
          </ac:spMkLst>
        </pc:spChg>
        <pc:spChg chg="add mod ord">
          <ac:chgData name="Manuj Agrawal" userId="8275e378daeca5b2" providerId="LiveId" clId="{CCEA2C1E-CDD4-48E8-AA49-FFEC3D0C86F8}" dt="2021-11-26T07:57:25.208" v="4772" actId="14100"/>
          <ac:spMkLst>
            <pc:docMk/>
            <pc:sldMk cId="0" sldId="462"/>
            <ac:spMk id="97" creationId="{3756256D-8E05-42FF-A4E5-FBA1A7E6116B}"/>
          </ac:spMkLst>
        </pc:spChg>
        <pc:spChg chg="add mod">
          <ac:chgData name="Manuj Agrawal" userId="8275e378daeca5b2" providerId="LiveId" clId="{CCEA2C1E-CDD4-48E8-AA49-FFEC3D0C86F8}" dt="2021-11-26T08:00:20.224" v="4817" actId="14100"/>
          <ac:spMkLst>
            <pc:docMk/>
            <pc:sldMk cId="0" sldId="462"/>
            <ac:spMk id="99" creationId="{8377312A-198E-4092-BA1D-D20AD928C773}"/>
          </ac:spMkLst>
        </pc:spChg>
        <pc:spChg chg="add mod">
          <ac:chgData name="Manuj Agrawal" userId="8275e378daeca5b2" providerId="LiveId" clId="{CCEA2C1E-CDD4-48E8-AA49-FFEC3D0C86F8}" dt="2021-11-26T07:58:18.461" v="4785" actId="164"/>
          <ac:spMkLst>
            <pc:docMk/>
            <pc:sldMk cId="0" sldId="462"/>
            <ac:spMk id="101" creationId="{A535FA0A-CFEE-40A5-9A4D-02F837750A29}"/>
          </ac:spMkLst>
        </pc:spChg>
        <pc:spChg chg="add mod">
          <ac:chgData name="Manuj Agrawal" userId="8275e378daeca5b2" providerId="LiveId" clId="{CCEA2C1E-CDD4-48E8-AA49-FFEC3D0C86F8}" dt="2021-11-26T07:59:17.063" v="4807" actId="164"/>
          <ac:spMkLst>
            <pc:docMk/>
            <pc:sldMk cId="0" sldId="462"/>
            <ac:spMk id="103" creationId="{31688F33-2FE7-4B53-9580-F470C6314C8D}"/>
          </ac:spMkLst>
        </pc:spChg>
        <pc:spChg chg="add mod">
          <ac:chgData name="Manuj Agrawal" userId="8275e378daeca5b2" providerId="LiveId" clId="{CCEA2C1E-CDD4-48E8-AA49-FFEC3D0C86F8}" dt="2021-11-26T07:59:17.063" v="4807" actId="164"/>
          <ac:spMkLst>
            <pc:docMk/>
            <pc:sldMk cId="0" sldId="462"/>
            <ac:spMk id="104" creationId="{CFA77C13-F06B-4876-96F1-65CFBFEDC888}"/>
          </ac:spMkLst>
        </pc:spChg>
        <pc:spChg chg="add mod">
          <ac:chgData name="Manuj Agrawal" userId="8275e378daeca5b2" providerId="LiveId" clId="{CCEA2C1E-CDD4-48E8-AA49-FFEC3D0C86F8}" dt="2021-11-26T07:59:17.063" v="4807" actId="164"/>
          <ac:spMkLst>
            <pc:docMk/>
            <pc:sldMk cId="0" sldId="462"/>
            <ac:spMk id="105" creationId="{6D798714-5214-4344-8E46-A145B9323BE8}"/>
          </ac:spMkLst>
        </pc:spChg>
        <pc:grpChg chg="add mod">
          <ac:chgData name="Manuj Agrawal" userId="8275e378daeca5b2" providerId="LiveId" clId="{CCEA2C1E-CDD4-48E8-AA49-FFEC3D0C86F8}" dt="2021-11-25T12:33:57.752" v="1850" actId="1076"/>
          <ac:grpSpMkLst>
            <pc:docMk/>
            <pc:sldMk cId="0" sldId="462"/>
            <ac:grpSpMk id="5" creationId="{C47CD23E-9D68-4CB9-BFFF-1B592DE16A89}"/>
          </ac:grpSpMkLst>
        </pc:grpChg>
        <pc:grpChg chg="add del mod">
          <ac:chgData name="Manuj Agrawal" userId="8275e378daeca5b2" providerId="LiveId" clId="{CCEA2C1E-CDD4-48E8-AA49-FFEC3D0C86F8}" dt="2021-11-25T13:05:38.817" v="2026" actId="478"/>
          <ac:grpSpMkLst>
            <pc:docMk/>
            <pc:sldMk cId="0" sldId="462"/>
            <ac:grpSpMk id="21" creationId="{B112505E-8647-4622-8A2A-44AAF1C37CAF}"/>
          </ac:grpSpMkLst>
        </pc:grpChg>
        <pc:grpChg chg="add del mod">
          <ac:chgData name="Manuj Agrawal" userId="8275e378daeca5b2" providerId="LiveId" clId="{CCEA2C1E-CDD4-48E8-AA49-FFEC3D0C86F8}" dt="2021-11-25T13:03:30.026" v="2003" actId="478"/>
          <ac:grpSpMkLst>
            <pc:docMk/>
            <pc:sldMk cId="0" sldId="462"/>
            <ac:grpSpMk id="27" creationId="{B24A8D2E-C171-4EDA-9E70-03AC98369623}"/>
          </ac:grpSpMkLst>
        </pc:grpChg>
        <pc:grpChg chg="add del mod">
          <ac:chgData name="Manuj Agrawal" userId="8275e378daeca5b2" providerId="LiveId" clId="{CCEA2C1E-CDD4-48E8-AA49-FFEC3D0C86F8}" dt="2021-11-25T12:52:26.665" v="1916" actId="478"/>
          <ac:grpSpMkLst>
            <pc:docMk/>
            <pc:sldMk cId="0" sldId="462"/>
            <ac:grpSpMk id="29" creationId="{B73E5A87-4822-4CA7-B7D9-3265B3B3E655}"/>
          </ac:grpSpMkLst>
        </pc:grpChg>
        <pc:grpChg chg="add mod">
          <ac:chgData name="Manuj Agrawal" userId="8275e378daeca5b2" providerId="LiveId" clId="{CCEA2C1E-CDD4-48E8-AA49-FFEC3D0C86F8}" dt="2021-11-25T13:06:53.192" v="2042" actId="164"/>
          <ac:grpSpMkLst>
            <pc:docMk/>
            <pc:sldMk cId="0" sldId="462"/>
            <ac:grpSpMk id="32" creationId="{CE9AEB34-A02C-4090-8661-4315A66E07ED}"/>
          </ac:grpSpMkLst>
        </pc:grpChg>
        <pc:grpChg chg="add mod">
          <ac:chgData name="Manuj Agrawal" userId="8275e378daeca5b2" providerId="LiveId" clId="{CCEA2C1E-CDD4-48E8-AA49-FFEC3D0C86F8}" dt="2021-11-25T13:06:53.192" v="2042" actId="164"/>
          <ac:grpSpMkLst>
            <pc:docMk/>
            <pc:sldMk cId="0" sldId="462"/>
            <ac:grpSpMk id="38" creationId="{63A90D8E-37C8-4EF5-8531-1324B7A844C4}"/>
          </ac:grpSpMkLst>
        </pc:grpChg>
        <pc:grpChg chg="add mod">
          <ac:chgData name="Manuj Agrawal" userId="8275e378daeca5b2" providerId="LiveId" clId="{CCEA2C1E-CDD4-48E8-AA49-FFEC3D0C86F8}" dt="2021-11-25T13:06:53.192" v="2042" actId="164"/>
          <ac:grpSpMkLst>
            <pc:docMk/>
            <pc:sldMk cId="0" sldId="462"/>
            <ac:grpSpMk id="41" creationId="{A6050435-E1D6-4806-A7BA-951D1E9C6CE8}"/>
          </ac:grpSpMkLst>
        </pc:grpChg>
        <pc:grpChg chg="add del mod">
          <ac:chgData name="Manuj Agrawal" userId="8275e378daeca5b2" providerId="LiveId" clId="{CCEA2C1E-CDD4-48E8-AA49-FFEC3D0C86F8}" dt="2021-11-25T12:59:46.538" v="1958" actId="478"/>
          <ac:grpSpMkLst>
            <pc:docMk/>
            <pc:sldMk cId="0" sldId="462"/>
            <ac:grpSpMk id="44" creationId="{591D3652-F55E-4DFC-9D51-B5C0D4A60D46}"/>
          </ac:grpSpMkLst>
        </pc:grpChg>
        <pc:grpChg chg="add del mod">
          <ac:chgData name="Manuj Agrawal" userId="8275e378daeca5b2" providerId="LiveId" clId="{CCEA2C1E-CDD4-48E8-AA49-FFEC3D0C86F8}" dt="2021-11-25T13:23:09.299" v="2206" actId="478"/>
          <ac:grpSpMkLst>
            <pc:docMk/>
            <pc:sldMk cId="0" sldId="462"/>
            <ac:grpSpMk id="52" creationId="{046D8413-C708-4164-BD2B-4EFDCB5D633B}"/>
          </ac:grpSpMkLst>
        </pc:grpChg>
        <pc:grpChg chg="add mod ord">
          <ac:chgData name="Manuj Agrawal" userId="8275e378daeca5b2" providerId="LiveId" clId="{CCEA2C1E-CDD4-48E8-AA49-FFEC3D0C86F8}" dt="2021-11-25T13:07:16.446" v="2050" actId="164"/>
          <ac:grpSpMkLst>
            <pc:docMk/>
            <pc:sldMk cId="0" sldId="462"/>
            <ac:grpSpMk id="53" creationId="{F13938AE-8F80-4AB8-B0F3-3C148C13D867}"/>
          </ac:grpSpMkLst>
        </pc:grpChg>
        <pc:grpChg chg="add mod">
          <ac:chgData name="Manuj Agrawal" userId="8275e378daeca5b2" providerId="LiveId" clId="{CCEA2C1E-CDD4-48E8-AA49-FFEC3D0C86F8}" dt="2021-11-25T13:07:19.786" v="2051" actId="1076"/>
          <ac:grpSpMkLst>
            <pc:docMk/>
            <pc:sldMk cId="0" sldId="462"/>
            <ac:grpSpMk id="55" creationId="{330FA7A6-61B4-4651-BB0B-575FA54406C7}"/>
          </ac:grpSpMkLst>
        </pc:grpChg>
        <pc:grpChg chg="add del mod">
          <ac:chgData name="Manuj Agrawal" userId="8275e378daeca5b2" providerId="LiveId" clId="{CCEA2C1E-CDD4-48E8-AA49-FFEC3D0C86F8}" dt="2021-11-25T13:07:04.098" v="2046" actId="478"/>
          <ac:grpSpMkLst>
            <pc:docMk/>
            <pc:sldMk cId="0" sldId="462"/>
            <ac:grpSpMk id="59" creationId="{8FE472DB-6D45-419C-98A7-3055E6E52D66}"/>
          </ac:grpSpMkLst>
        </pc:grpChg>
        <pc:grpChg chg="add del mod">
          <ac:chgData name="Manuj Agrawal" userId="8275e378daeca5b2" providerId="LiveId" clId="{CCEA2C1E-CDD4-48E8-AA49-FFEC3D0C86F8}" dt="2021-11-25T13:36:50.140" v="2293"/>
          <ac:grpSpMkLst>
            <pc:docMk/>
            <pc:sldMk cId="0" sldId="462"/>
            <ac:grpSpMk id="67" creationId="{D15EF95A-07CE-459E-AEE8-654DA523C463}"/>
          </ac:grpSpMkLst>
        </pc:grpChg>
        <pc:grpChg chg="mod">
          <ac:chgData name="Manuj Agrawal" userId="8275e378daeca5b2" providerId="LiveId" clId="{CCEA2C1E-CDD4-48E8-AA49-FFEC3D0C86F8}" dt="2021-11-25T13:36:49.167" v="2292"/>
          <ac:grpSpMkLst>
            <pc:docMk/>
            <pc:sldMk cId="0" sldId="462"/>
            <ac:grpSpMk id="69" creationId="{EBB6AFFF-3AAA-4377-8C9C-4C8AE1303B30}"/>
          </ac:grpSpMkLst>
        </pc:grpChg>
        <pc:grpChg chg="mod">
          <ac:chgData name="Manuj Agrawal" userId="8275e378daeca5b2" providerId="LiveId" clId="{CCEA2C1E-CDD4-48E8-AA49-FFEC3D0C86F8}" dt="2021-11-25T13:36:49.167" v="2292"/>
          <ac:grpSpMkLst>
            <pc:docMk/>
            <pc:sldMk cId="0" sldId="462"/>
            <ac:grpSpMk id="70" creationId="{03D0BC23-FADC-4610-B80E-321A8D7A9A33}"/>
          </ac:grpSpMkLst>
        </pc:grpChg>
        <pc:grpChg chg="mod">
          <ac:chgData name="Manuj Agrawal" userId="8275e378daeca5b2" providerId="LiveId" clId="{CCEA2C1E-CDD4-48E8-AA49-FFEC3D0C86F8}" dt="2021-11-25T13:36:49.167" v="2292"/>
          <ac:grpSpMkLst>
            <pc:docMk/>
            <pc:sldMk cId="0" sldId="462"/>
            <ac:grpSpMk id="71" creationId="{5F544948-48D4-4CEF-A96D-F4DD0CD0B639}"/>
          </ac:grpSpMkLst>
        </pc:grpChg>
        <pc:grpChg chg="mod">
          <ac:chgData name="Manuj Agrawal" userId="8275e378daeca5b2" providerId="LiveId" clId="{CCEA2C1E-CDD4-48E8-AA49-FFEC3D0C86F8}" dt="2021-11-25T13:36:49.167" v="2292"/>
          <ac:grpSpMkLst>
            <pc:docMk/>
            <pc:sldMk cId="0" sldId="462"/>
            <ac:grpSpMk id="72" creationId="{186577DD-6D91-4CA9-B123-F7E3EBDA99F2}"/>
          </ac:grpSpMkLst>
        </pc:grpChg>
        <pc:grpChg chg="add mod">
          <ac:chgData name="Manuj Agrawal" userId="8275e378daeca5b2" providerId="LiveId" clId="{CCEA2C1E-CDD4-48E8-AA49-FFEC3D0C86F8}" dt="2021-11-26T07:56:48.151" v="4763" actId="164"/>
          <ac:grpSpMkLst>
            <pc:docMk/>
            <pc:sldMk cId="0" sldId="462"/>
            <ac:grpSpMk id="98" creationId="{8F68C78D-7DFC-418D-93FA-EA545E16871B}"/>
          </ac:grpSpMkLst>
        </pc:grpChg>
        <pc:grpChg chg="add mod">
          <ac:chgData name="Manuj Agrawal" userId="8275e378daeca5b2" providerId="LiveId" clId="{CCEA2C1E-CDD4-48E8-AA49-FFEC3D0C86F8}" dt="2021-11-26T07:58:18.461" v="4785" actId="164"/>
          <ac:grpSpMkLst>
            <pc:docMk/>
            <pc:sldMk cId="0" sldId="462"/>
            <ac:grpSpMk id="100" creationId="{563CB0B0-0BB6-4230-88E2-0B0101E7B308}"/>
          </ac:grpSpMkLst>
        </pc:grpChg>
        <pc:grpChg chg="add mod">
          <ac:chgData name="Manuj Agrawal" userId="8275e378daeca5b2" providerId="LiveId" clId="{CCEA2C1E-CDD4-48E8-AA49-FFEC3D0C86F8}" dt="2021-11-26T07:59:17.063" v="4807" actId="164"/>
          <ac:grpSpMkLst>
            <pc:docMk/>
            <pc:sldMk cId="0" sldId="462"/>
            <ac:grpSpMk id="102" creationId="{46B2AF4F-1488-46C4-946F-6F553CA895CC}"/>
          </ac:grpSpMkLst>
        </pc:grpChg>
        <pc:grpChg chg="add mod">
          <ac:chgData name="Manuj Agrawal" userId="8275e378daeca5b2" providerId="LiveId" clId="{CCEA2C1E-CDD4-48E8-AA49-FFEC3D0C86F8}" dt="2021-11-26T07:59:46.457" v="4814" actId="1076"/>
          <ac:grpSpMkLst>
            <pc:docMk/>
            <pc:sldMk cId="0" sldId="462"/>
            <ac:grpSpMk id="106" creationId="{372817EF-F340-41D0-8FCC-A4ACA611D695}"/>
          </ac:grpSpMkLst>
        </pc:grpChg>
        <pc:grpChg chg="add mod">
          <ac:chgData name="Manuj Agrawal" userId="8275e378daeca5b2" providerId="LiveId" clId="{CCEA2C1E-CDD4-48E8-AA49-FFEC3D0C86F8}" dt="2021-11-26T07:59:44.560" v="4812" actId="1076"/>
          <ac:grpSpMkLst>
            <pc:docMk/>
            <pc:sldMk cId="0" sldId="462"/>
            <ac:grpSpMk id="107" creationId="{8090A678-82F6-4741-A13D-D47F58367F66}"/>
          </ac:grpSpMkLst>
        </pc:grpChg>
        <pc:picChg chg="add mod ord">
          <ac:chgData name="Manuj Agrawal" userId="8275e378daeca5b2" providerId="LiveId" clId="{CCEA2C1E-CDD4-48E8-AA49-FFEC3D0C86F8}" dt="2021-11-25T12:33:53.525" v="1849" actId="164"/>
          <ac:picMkLst>
            <pc:docMk/>
            <pc:sldMk cId="0" sldId="462"/>
            <ac:picMk id="3" creationId="{5C0034A4-BE84-42EC-8F5B-5D5C32999014}"/>
          </ac:picMkLst>
        </pc:picChg>
        <pc:picChg chg="add del mod">
          <ac:chgData name="Manuj Agrawal" userId="8275e378daeca5b2" providerId="LiveId" clId="{CCEA2C1E-CDD4-48E8-AA49-FFEC3D0C86F8}" dt="2021-11-25T13:07:25.434" v="2055" actId="478"/>
          <ac:picMkLst>
            <pc:docMk/>
            <pc:sldMk cId="0" sldId="462"/>
            <ac:picMk id="7" creationId="{8DDEF1EA-26A5-4557-8045-B90CB3D1786F}"/>
          </ac:picMkLst>
        </pc:picChg>
        <pc:picChg chg="add del mod ord">
          <ac:chgData name="Manuj Agrawal" userId="8275e378daeca5b2" providerId="LiveId" clId="{CCEA2C1E-CDD4-48E8-AA49-FFEC3D0C86F8}" dt="2021-11-25T13:07:25.106" v="2054" actId="478"/>
          <ac:picMkLst>
            <pc:docMk/>
            <pc:sldMk cId="0" sldId="462"/>
            <ac:picMk id="9" creationId="{8FA42E53-34E1-4855-97EE-6CB300E98F8D}"/>
          </ac:picMkLst>
        </pc:picChg>
        <pc:picChg chg="del">
          <ac:chgData name="Manuj Agrawal" userId="8275e378daeca5b2" providerId="LiveId" clId="{CCEA2C1E-CDD4-48E8-AA49-FFEC3D0C86F8}" dt="2021-11-25T12:29:34.089" v="1838" actId="478"/>
          <ac:picMkLst>
            <pc:docMk/>
            <pc:sldMk cId="0" sldId="462"/>
            <ac:picMk id="10" creationId="{725615E4-AC45-4467-A099-6F5E2FA3C119}"/>
          </ac:picMkLst>
        </pc:picChg>
        <pc:picChg chg="del mod">
          <ac:chgData name="Manuj Agrawal" userId="8275e378daeca5b2" providerId="LiveId" clId="{CCEA2C1E-CDD4-48E8-AA49-FFEC3D0C86F8}" dt="2021-11-25T13:06:40.434" v="2039" actId="478"/>
          <ac:picMkLst>
            <pc:docMk/>
            <pc:sldMk cId="0" sldId="462"/>
            <ac:picMk id="11" creationId="{EF1C198E-85F2-4ABD-ABBA-66E1CED78C94}"/>
          </ac:picMkLst>
        </pc:picChg>
        <pc:picChg chg="del">
          <ac:chgData name="Manuj Agrawal" userId="8275e378daeca5b2" providerId="LiveId" clId="{CCEA2C1E-CDD4-48E8-AA49-FFEC3D0C86F8}" dt="2021-11-25T12:34:13.769" v="1851" actId="478"/>
          <ac:picMkLst>
            <pc:docMk/>
            <pc:sldMk cId="0" sldId="462"/>
            <ac:picMk id="12" creationId="{8D8ABFF0-E7C4-48C4-83A0-67AA60E2B0EC}"/>
          </ac:picMkLst>
        </pc:picChg>
        <pc:picChg chg="del">
          <ac:chgData name="Manuj Agrawal" userId="8275e378daeca5b2" providerId="LiveId" clId="{CCEA2C1E-CDD4-48E8-AA49-FFEC3D0C86F8}" dt="2021-11-25T12:43:23.233" v="1880" actId="478"/>
          <ac:picMkLst>
            <pc:docMk/>
            <pc:sldMk cId="0" sldId="462"/>
            <ac:picMk id="13" creationId="{56FA1EDF-3815-43A2-8591-5BBCA0AC4CEE}"/>
          </ac:picMkLst>
        </pc:picChg>
        <pc:picChg chg="add mod ord">
          <ac:chgData name="Manuj Agrawal" userId="8275e378daeca5b2" providerId="LiveId" clId="{CCEA2C1E-CDD4-48E8-AA49-FFEC3D0C86F8}" dt="2021-11-25T12:51:55.689" v="1913" actId="1076"/>
          <ac:picMkLst>
            <pc:docMk/>
            <pc:sldMk cId="0" sldId="462"/>
            <ac:picMk id="20" creationId="{C40C84C5-EC1E-4EAD-A8C4-404508D2BFEA}"/>
          </ac:picMkLst>
        </pc:picChg>
        <pc:picChg chg="add del mod ord topLvl">
          <ac:chgData name="Manuj Agrawal" userId="8275e378daeca5b2" providerId="LiveId" clId="{CCEA2C1E-CDD4-48E8-AA49-FFEC3D0C86F8}" dt="2021-11-25T13:03:30.026" v="2003" actId="478"/>
          <ac:picMkLst>
            <pc:docMk/>
            <pc:sldMk cId="0" sldId="462"/>
            <ac:picMk id="24" creationId="{CA24E6AD-38BC-4031-95DC-E4D336A2AE9E}"/>
          </ac:picMkLst>
        </pc:picChg>
        <pc:picChg chg="add del mod ord topLvl">
          <ac:chgData name="Manuj Agrawal" userId="8275e378daeca5b2" providerId="LiveId" clId="{CCEA2C1E-CDD4-48E8-AA49-FFEC3D0C86F8}" dt="2021-11-25T13:23:09.299" v="2206" actId="478"/>
          <ac:picMkLst>
            <pc:docMk/>
            <pc:sldMk cId="0" sldId="462"/>
            <ac:picMk id="26" creationId="{EDEB2150-70F0-409C-8330-7B0900AECCFD}"/>
          </ac:picMkLst>
        </pc:picChg>
        <pc:picChg chg="del mod topLvl">
          <ac:chgData name="Manuj Agrawal" userId="8275e378daeca5b2" providerId="LiveId" clId="{CCEA2C1E-CDD4-48E8-AA49-FFEC3D0C86F8}" dt="2021-11-25T12:52:26.665" v="1916" actId="478"/>
          <ac:picMkLst>
            <pc:docMk/>
            <pc:sldMk cId="0" sldId="462"/>
            <ac:picMk id="31" creationId="{EB651A3D-6149-42F9-918D-796C44D585AD}"/>
          </ac:picMkLst>
        </pc:picChg>
        <pc:picChg chg="add del mod">
          <ac:chgData name="Manuj Agrawal" userId="8275e378daeca5b2" providerId="LiveId" clId="{CCEA2C1E-CDD4-48E8-AA49-FFEC3D0C86F8}" dt="2021-11-26T07:56:52.824" v="4765" actId="478"/>
          <ac:picMkLst>
            <pc:docMk/>
            <pc:sldMk cId="0" sldId="462"/>
            <ac:picMk id="37" creationId="{8EAA1158-D42B-4F2D-91CE-A667BA25B682}"/>
          </ac:picMkLst>
        </pc:picChg>
        <pc:picChg chg="add del mod topLvl">
          <ac:chgData name="Manuj Agrawal" userId="8275e378daeca5b2" providerId="LiveId" clId="{CCEA2C1E-CDD4-48E8-AA49-FFEC3D0C86F8}" dt="2021-11-25T13:23:11.963" v="2207" actId="478"/>
          <ac:picMkLst>
            <pc:docMk/>
            <pc:sldMk cId="0" sldId="462"/>
            <ac:picMk id="54" creationId="{DB26FC85-F56F-4546-9CE2-808E441CD5BC}"/>
          </ac:picMkLst>
        </pc:picChg>
        <pc:picChg chg="del mod topLvl">
          <ac:chgData name="Manuj Agrawal" userId="8275e378daeca5b2" providerId="LiveId" clId="{CCEA2C1E-CDD4-48E8-AA49-FFEC3D0C86F8}" dt="2021-11-25T13:07:04.098" v="2046" actId="478"/>
          <ac:picMkLst>
            <pc:docMk/>
            <pc:sldMk cId="0" sldId="462"/>
            <ac:picMk id="61" creationId="{3E9B5274-81FF-44E3-B364-26C3B2F0A289}"/>
          </ac:picMkLst>
        </pc:picChg>
        <pc:picChg chg="add del mod ord modCrop">
          <ac:chgData name="Manuj Agrawal" userId="8275e378daeca5b2" providerId="LiveId" clId="{CCEA2C1E-CDD4-48E8-AA49-FFEC3D0C86F8}" dt="2021-11-26T07:59:40.767" v="4811" actId="164"/>
          <ac:picMkLst>
            <pc:docMk/>
            <pc:sldMk cId="0" sldId="462"/>
            <ac:picMk id="63" creationId="{D7B8D639-2E42-473F-9102-7CA5907ECEB6}"/>
          </ac:picMkLst>
        </pc:picChg>
        <pc:picChg chg="add mod ord">
          <ac:chgData name="Manuj Agrawal" userId="8275e378daeca5b2" providerId="LiveId" clId="{CCEA2C1E-CDD4-48E8-AA49-FFEC3D0C86F8}" dt="2021-11-26T07:57:31.984" v="4773" actId="1076"/>
          <ac:picMkLst>
            <pc:docMk/>
            <pc:sldMk cId="0" sldId="462"/>
            <ac:picMk id="85" creationId="{3853986D-B8AF-43B7-931E-ED544FAF500C}"/>
          </ac:picMkLst>
        </pc:picChg>
        <pc:picChg chg="add mod or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86" creationId="{23AE44BE-2A61-4868-A454-28AB226EE5F9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87" creationId="{5F896545-60A5-4055-A8C8-E18AA187178D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88" creationId="{FAF2844B-CAFA-4BD0-B96B-A91C0276ABAB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89" creationId="{EB0E3D1F-95F4-4F5C-85C7-7E8F52266529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90" creationId="{5B8F98AF-BA99-4BE7-96DE-D902772D6FAC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91" creationId="{3DB7B9C3-6037-4574-98D7-B84623B01AF7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92" creationId="{5732E824-CD2B-4360-9A99-BB55A357B23A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93" creationId="{98C7D58D-DACC-4D22-983B-3E760EA0AC0C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94" creationId="{97859D01-4895-4947-90E3-15D1140CCE1D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95" creationId="{7D084EEB-03D9-4F93-9935-C13F579A264D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96" creationId="{CA6A5E67-3D26-4CA4-9D1E-0D5162B5B8F1}"/>
          </ac:picMkLst>
        </pc:picChg>
      </pc:sldChg>
      <pc:sldChg chg="modSp mod ord">
        <pc:chgData name="Manuj Agrawal" userId="8275e378daeca5b2" providerId="LiveId" clId="{CCEA2C1E-CDD4-48E8-AA49-FFEC3D0C86F8}" dt="2021-11-26T09:44:32.706" v="6026" actId="20577"/>
        <pc:sldMkLst>
          <pc:docMk/>
          <pc:sldMk cId="3706521388" sldId="468"/>
        </pc:sldMkLst>
        <pc:spChg chg="mod">
          <ac:chgData name="Manuj Agrawal" userId="8275e378daeca5b2" providerId="LiveId" clId="{CCEA2C1E-CDD4-48E8-AA49-FFEC3D0C86F8}" dt="2021-11-26T09:41:53.248" v="5987" actId="20577"/>
          <ac:spMkLst>
            <pc:docMk/>
            <pc:sldMk cId="3706521388" sldId="468"/>
            <ac:spMk id="8" creationId="{85E70BB9-35B0-44AA-9B1A-36FF886989DC}"/>
          </ac:spMkLst>
        </pc:spChg>
        <pc:spChg chg="mod">
          <ac:chgData name="Manuj Agrawal" userId="8275e378daeca5b2" providerId="LiveId" clId="{CCEA2C1E-CDD4-48E8-AA49-FFEC3D0C86F8}" dt="2021-11-26T09:44:32.706" v="6026" actId="20577"/>
          <ac:spMkLst>
            <pc:docMk/>
            <pc:sldMk cId="3706521388" sldId="468"/>
            <ac:spMk id="29" creationId="{AB63BB0D-FAD9-4487-A8EA-4D87E5281DCB}"/>
          </ac:spMkLst>
        </pc:spChg>
      </pc:sldChg>
      <pc:sldChg chg="addSp delSp modSp mod ord">
        <pc:chgData name="Manuj Agrawal" userId="8275e378daeca5b2" providerId="LiveId" clId="{CCEA2C1E-CDD4-48E8-AA49-FFEC3D0C86F8}" dt="2021-11-26T09:02:22.003" v="5970" actId="20577"/>
        <pc:sldMkLst>
          <pc:docMk/>
          <pc:sldMk cId="4070165547" sldId="472"/>
        </pc:sldMkLst>
        <pc:spChg chg="add del mod">
          <ac:chgData name="Manuj Agrawal" userId="8275e378daeca5b2" providerId="LiveId" clId="{CCEA2C1E-CDD4-48E8-AA49-FFEC3D0C86F8}" dt="2021-11-26T09:00:57.043" v="5912" actId="478"/>
          <ac:spMkLst>
            <pc:docMk/>
            <pc:sldMk cId="4070165547" sldId="472"/>
            <ac:spMk id="12" creationId="{0A5CE0C5-E362-4478-96A2-ECCA923EB765}"/>
          </ac:spMkLst>
        </pc:spChg>
        <pc:spChg chg="add mod">
          <ac:chgData name="Manuj Agrawal" userId="8275e378daeca5b2" providerId="LiveId" clId="{CCEA2C1E-CDD4-48E8-AA49-FFEC3D0C86F8}" dt="2021-11-26T09:02:22.003" v="5970" actId="20577"/>
          <ac:spMkLst>
            <pc:docMk/>
            <pc:sldMk cId="4070165547" sldId="472"/>
            <ac:spMk id="13" creationId="{227943AD-6FED-4829-8B4A-7A1365961060}"/>
          </ac:spMkLst>
        </pc:spChg>
      </pc:sldChg>
      <pc:sldChg chg="modSp mod ord">
        <pc:chgData name="Manuj Agrawal" userId="8275e378daeca5b2" providerId="LiveId" clId="{CCEA2C1E-CDD4-48E8-AA49-FFEC3D0C86F8}" dt="2021-11-25T14:58:21.902" v="2745" actId="20577"/>
        <pc:sldMkLst>
          <pc:docMk/>
          <pc:sldMk cId="1400922404" sldId="474"/>
        </pc:sldMkLst>
        <pc:spChg chg="mod">
          <ac:chgData name="Manuj Agrawal" userId="8275e378daeca5b2" providerId="LiveId" clId="{CCEA2C1E-CDD4-48E8-AA49-FFEC3D0C86F8}" dt="2021-11-25T14:58:21.902" v="2745" actId="20577"/>
          <ac:spMkLst>
            <pc:docMk/>
            <pc:sldMk cId="1400922404" sldId="474"/>
            <ac:spMk id="5" creationId="{1B1E4A81-8155-42C2-ADBC-76DD2197BDAA}"/>
          </ac:spMkLst>
        </pc:spChg>
      </pc:sldChg>
      <pc:sldChg chg="modSp mod ord">
        <pc:chgData name="Manuj Agrawal" userId="8275e378daeca5b2" providerId="LiveId" clId="{CCEA2C1E-CDD4-48E8-AA49-FFEC3D0C86F8}" dt="2021-11-25T14:58:58.415" v="2778" actId="20577"/>
        <pc:sldMkLst>
          <pc:docMk/>
          <pc:sldMk cId="722639226" sldId="481"/>
        </pc:sldMkLst>
        <pc:spChg chg="mod">
          <ac:chgData name="Manuj Agrawal" userId="8275e378daeca5b2" providerId="LiveId" clId="{CCEA2C1E-CDD4-48E8-AA49-FFEC3D0C86F8}" dt="2021-11-25T14:58:58.415" v="2778" actId="20577"/>
          <ac:spMkLst>
            <pc:docMk/>
            <pc:sldMk cId="722639226" sldId="481"/>
            <ac:spMk id="17" creationId="{00000000-0000-0000-0000-000000000000}"/>
          </ac:spMkLst>
        </pc:spChg>
      </pc:sldChg>
      <pc:sldChg chg="addSp delSp modSp del mod">
        <pc:chgData name="Manuj Agrawal" userId="8275e378daeca5b2" providerId="LiveId" clId="{CCEA2C1E-CDD4-48E8-AA49-FFEC3D0C86F8}" dt="2021-11-25T09:31:07.075" v="1820" actId="47"/>
        <pc:sldMkLst>
          <pc:docMk/>
          <pc:sldMk cId="1449667408" sldId="482"/>
        </pc:sldMkLst>
        <pc:spChg chg="add mod">
          <ac:chgData name="Manuj Agrawal" userId="8275e378daeca5b2" providerId="LiveId" clId="{CCEA2C1E-CDD4-48E8-AA49-FFEC3D0C86F8}" dt="2021-11-25T07:48:38.628" v="1305" actId="164"/>
          <ac:spMkLst>
            <pc:docMk/>
            <pc:sldMk cId="1449667408" sldId="482"/>
            <ac:spMk id="10" creationId="{309B101B-D4AF-465C-ABFF-D9D498C8CE4A}"/>
          </ac:spMkLst>
        </pc:spChg>
        <pc:spChg chg="mod">
          <ac:chgData name="Manuj Agrawal" userId="8275e378daeca5b2" providerId="LiveId" clId="{CCEA2C1E-CDD4-48E8-AA49-FFEC3D0C86F8}" dt="2021-11-25T08:28:34.418" v="1513" actId="1076"/>
          <ac:spMkLst>
            <pc:docMk/>
            <pc:sldMk cId="1449667408" sldId="482"/>
            <ac:spMk id="11" creationId="{3DD0CDFE-6C00-40E9-A860-597561B96649}"/>
          </ac:spMkLst>
        </pc:spChg>
        <pc:spChg chg="add del mod">
          <ac:chgData name="Manuj Agrawal" userId="8275e378daeca5b2" providerId="LiveId" clId="{CCEA2C1E-CDD4-48E8-AA49-FFEC3D0C86F8}" dt="2021-11-25T08:24:53.428" v="1480"/>
          <ac:spMkLst>
            <pc:docMk/>
            <pc:sldMk cId="1449667408" sldId="482"/>
            <ac:spMk id="12" creationId="{08527915-5C2C-4CA9-BBC0-58AB42A46CAE}"/>
          </ac:spMkLst>
        </pc:spChg>
        <pc:spChg chg="add del mod">
          <ac:chgData name="Manuj Agrawal" userId="8275e378daeca5b2" providerId="LiveId" clId="{CCEA2C1E-CDD4-48E8-AA49-FFEC3D0C86F8}" dt="2021-11-25T08:24:53.428" v="1480"/>
          <ac:spMkLst>
            <pc:docMk/>
            <pc:sldMk cId="1449667408" sldId="482"/>
            <ac:spMk id="13" creationId="{CE56D4BD-0E33-4A9E-ADF5-F6F53D481840}"/>
          </ac:spMkLst>
        </pc:spChg>
        <pc:spChg chg="mod">
          <ac:chgData name="Manuj Agrawal" userId="8275e378daeca5b2" providerId="LiveId" clId="{CCEA2C1E-CDD4-48E8-AA49-FFEC3D0C86F8}" dt="2021-11-25T08:28:09.802" v="1509" actId="1076"/>
          <ac:spMkLst>
            <pc:docMk/>
            <pc:sldMk cId="1449667408" sldId="482"/>
            <ac:spMk id="14" creationId="{7A72B4B4-BE6F-488B-9E56-E7D26AAABF16}"/>
          </ac:spMkLst>
        </pc:spChg>
        <pc:spChg chg="mod">
          <ac:chgData name="Manuj Agrawal" userId="8275e378daeca5b2" providerId="LiveId" clId="{CCEA2C1E-CDD4-48E8-AA49-FFEC3D0C86F8}" dt="2021-11-25T08:28:15.634" v="1511" actId="1076"/>
          <ac:spMkLst>
            <pc:docMk/>
            <pc:sldMk cId="1449667408" sldId="482"/>
            <ac:spMk id="15" creationId="{678CD16B-40F6-46B4-8D6C-A6BEBE92751D}"/>
          </ac:spMkLst>
        </pc:spChg>
        <pc:spChg chg="mod">
          <ac:chgData name="Manuj Agrawal" userId="8275e378daeca5b2" providerId="LiveId" clId="{CCEA2C1E-CDD4-48E8-AA49-FFEC3D0C86F8}" dt="2021-11-25T08:28:13.130" v="1510" actId="1076"/>
          <ac:spMkLst>
            <pc:docMk/>
            <pc:sldMk cId="1449667408" sldId="482"/>
            <ac:spMk id="16" creationId="{B152F378-6AF0-43E1-A4DC-7276DCB0ABCD}"/>
          </ac:spMkLst>
        </pc:spChg>
        <pc:spChg chg="add del mod">
          <ac:chgData name="Manuj Agrawal" userId="8275e378daeca5b2" providerId="LiveId" clId="{CCEA2C1E-CDD4-48E8-AA49-FFEC3D0C86F8}" dt="2021-11-25T08:25:56.155" v="1501" actId="1076"/>
          <ac:spMkLst>
            <pc:docMk/>
            <pc:sldMk cId="1449667408" sldId="482"/>
            <ac:spMk id="17" creationId="{00000000-0000-0000-0000-000000000000}"/>
          </ac:spMkLst>
        </pc:spChg>
        <pc:spChg chg="mod">
          <ac:chgData name="Manuj Agrawal" userId="8275e378daeca5b2" providerId="LiveId" clId="{CCEA2C1E-CDD4-48E8-AA49-FFEC3D0C86F8}" dt="2021-11-25T07:48:38.628" v="1305" actId="164"/>
          <ac:spMkLst>
            <pc:docMk/>
            <pc:sldMk cId="1449667408" sldId="482"/>
            <ac:spMk id="18" creationId="{0D6AB954-B57A-43E5-9E00-6E3419BE1F2A}"/>
          </ac:spMkLst>
        </pc:spChg>
        <pc:grpChg chg="add mod">
          <ac:chgData name="Manuj Agrawal" userId="8275e378daeca5b2" providerId="LiveId" clId="{CCEA2C1E-CDD4-48E8-AA49-FFEC3D0C86F8}" dt="2021-11-25T08:28:23.451" v="1512" actId="1076"/>
          <ac:grpSpMkLst>
            <pc:docMk/>
            <pc:sldMk cId="1449667408" sldId="482"/>
            <ac:grpSpMk id="2" creationId="{9B77B4F5-3058-4880-8978-32D02E54129B}"/>
          </ac:grpSpMkLst>
        </pc:grpChg>
        <pc:picChg chg="add del mod">
          <ac:chgData name="Manuj Agrawal" userId="8275e378daeca5b2" providerId="LiveId" clId="{CCEA2C1E-CDD4-48E8-AA49-FFEC3D0C86F8}" dt="2021-11-25T08:44:21.421" v="1636" actId="21"/>
          <ac:picMkLst>
            <pc:docMk/>
            <pc:sldMk cId="1449667408" sldId="482"/>
            <ac:picMk id="5" creationId="{3E846F1B-2259-4032-9A9F-EDA652B0E213}"/>
          </ac:picMkLst>
        </pc:picChg>
      </pc:sldChg>
      <pc:sldChg chg="modSp mod ord">
        <pc:chgData name="Manuj Agrawal" userId="8275e378daeca5b2" providerId="LiveId" clId="{CCEA2C1E-CDD4-48E8-AA49-FFEC3D0C86F8}" dt="2021-11-25T14:57:33.285" v="2704"/>
        <pc:sldMkLst>
          <pc:docMk/>
          <pc:sldMk cId="321808071" sldId="485"/>
        </pc:sldMkLst>
        <pc:spChg chg="mod">
          <ac:chgData name="Manuj Agrawal" userId="8275e378daeca5b2" providerId="LiveId" clId="{CCEA2C1E-CDD4-48E8-AA49-FFEC3D0C86F8}" dt="2021-11-24T09:39:34.390" v="832" actId="1076"/>
          <ac:spMkLst>
            <pc:docMk/>
            <pc:sldMk cId="321808071" sldId="485"/>
            <ac:spMk id="6" creationId="{07ACB7CC-6D54-47A5-AB0F-3C475C893E29}"/>
          </ac:spMkLst>
        </pc:spChg>
        <pc:spChg chg="mod">
          <ac:chgData name="Manuj Agrawal" userId="8275e378daeca5b2" providerId="LiveId" clId="{CCEA2C1E-CDD4-48E8-AA49-FFEC3D0C86F8}" dt="2021-11-24T11:08:27.188" v="1112" actId="14100"/>
          <ac:spMkLst>
            <pc:docMk/>
            <pc:sldMk cId="321808071" sldId="485"/>
            <ac:spMk id="9" creationId="{511ECC26-D7ED-4EAA-B967-765B9D77692C}"/>
          </ac:spMkLst>
        </pc:spChg>
        <pc:spChg chg="mod">
          <ac:chgData name="Manuj Agrawal" userId="8275e378daeca5b2" providerId="LiveId" clId="{CCEA2C1E-CDD4-48E8-AA49-FFEC3D0C86F8}" dt="2021-11-24T09:34:19.349" v="710" actId="11530"/>
          <ac:spMkLst>
            <pc:docMk/>
            <pc:sldMk cId="321808071" sldId="485"/>
            <ac:spMk id="12" creationId="{C30E0052-64C3-49A6-9F27-F03F0A1F02B9}"/>
          </ac:spMkLst>
        </pc:spChg>
        <pc:spChg chg="mod">
          <ac:chgData name="Manuj Agrawal" userId="8275e378daeca5b2" providerId="LiveId" clId="{CCEA2C1E-CDD4-48E8-AA49-FFEC3D0C86F8}" dt="2021-11-24T09:34:27.383" v="711" actId="11530"/>
          <ac:spMkLst>
            <pc:docMk/>
            <pc:sldMk cId="321808071" sldId="485"/>
            <ac:spMk id="30" creationId="{088388A7-0AB8-43E8-92B5-B6F349F82050}"/>
          </ac:spMkLst>
        </pc:spChg>
        <pc:spChg chg="mod">
          <ac:chgData name="Manuj Agrawal" userId="8275e378daeca5b2" providerId="LiveId" clId="{CCEA2C1E-CDD4-48E8-AA49-FFEC3D0C86F8}" dt="2021-11-24T09:34:31.585" v="712" actId="11530"/>
          <ac:spMkLst>
            <pc:docMk/>
            <pc:sldMk cId="321808071" sldId="485"/>
            <ac:spMk id="32" creationId="{82EC7086-83C9-4023-9C53-FD84460FF0A2}"/>
          </ac:spMkLst>
        </pc:spChg>
        <pc:spChg chg="mod">
          <ac:chgData name="Manuj Agrawal" userId="8275e378daeca5b2" providerId="LiveId" clId="{CCEA2C1E-CDD4-48E8-AA49-FFEC3D0C86F8}" dt="2021-11-24T09:34:35.581" v="713" actId="11530"/>
          <ac:spMkLst>
            <pc:docMk/>
            <pc:sldMk cId="321808071" sldId="485"/>
            <ac:spMk id="34" creationId="{CAC16BBC-A444-40E4-A98E-DCE0D5E69FE0}"/>
          </ac:spMkLst>
        </pc:spChg>
        <pc:spChg chg="mod">
          <ac:chgData name="Manuj Agrawal" userId="8275e378daeca5b2" providerId="LiveId" clId="{CCEA2C1E-CDD4-48E8-AA49-FFEC3D0C86F8}" dt="2021-11-24T09:34:39.371" v="714" actId="11530"/>
          <ac:spMkLst>
            <pc:docMk/>
            <pc:sldMk cId="321808071" sldId="485"/>
            <ac:spMk id="36" creationId="{DA9C3400-0617-4B72-A2C6-9DA96000E22D}"/>
          </ac:spMkLst>
        </pc:spChg>
        <pc:spChg chg="mod">
          <ac:chgData name="Manuj Agrawal" userId="8275e378daeca5b2" providerId="LiveId" clId="{CCEA2C1E-CDD4-48E8-AA49-FFEC3D0C86F8}" dt="2021-11-24T11:08:04.437" v="1109" actId="1076"/>
          <ac:spMkLst>
            <pc:docMk/>
            <pc:sldMk cId="321808071" sldId="485"/>
            <ac:spMk id="39" creationId="{CDE10AF5-1AC5-49DB-B855-04888E025A84}"/>
          </ac:spMkLst>
        </pc:spChg>
        <pc:spChg chg="mod">
          <ac:chgData name="Manuj Agrawal" userId="8275e378daeca5b2" providerId="LiveId" clId="{CCEA2C1E-CDD4-48E8-AA49-FFEC3D0C86F8}" dt="2021-11-24T11:07:53.013" v="1106" actId="1076"/>
          <ac:spMkLst>
            <pc:docMk/>
            <pc:sldMk cId="321808071" sldId="485"/>
            <ac:spMk id="41" creationId="{E1B2D864-7F08-4E15-B058-36F37F1AA7FA}"/>
          </ac:spMkLst>
        </pc:spChg>
        <pc:spChg chg="mod">
          <ac:chgData name="Manuj Agrawal" userId="8275e378daeca5b2" providerId="LiveId" clId="{CCEA2C1E-CDD4-48E8-AA49-FFEC3D0C86F8}" dt="2021-11-24T09:34:58.808" v="717" actId="11530"/>
          <ac:spMkLst>
            <pc:docMk/>
            <pc:sldMk cId="321808071" sldId="485"/>
            <ac:spMk id="43" creationId="{12A732C7-7D8D-4C24-9280-6283129576DD}"/>
          </ac:spMkLst>
        </pc:spChg>
        <pc:spChg chg="mod">
          <ac:chgData name="Manuj Agrawal" userId="8275e378daeca5b2" providerId="LiveId" clId="{CCEA2C1E-CDD4-48E8-AA49-FFEC3D0C86F8}" dt="2021-11-24T09:35:02.847" v="718" actId="11530"/>
          <ac:spMkLst>
            <pc:docMk/>
            <pc:sldMk cId="321808071" sldId="485"/>
            <ac:spMk id="45" creationId="{2C0901CB-6FFB-4F36-AD3C-CC036678C5AF}"/>
          </ac:spMkLst>
        </pc:spChg>
        <pc:spChg chg="mod">
          <ac:chgData name="Manuj Agrawal" userId="8275e378daeca5b2" providerId="LiveId" clId="{CCEA2C1E-CDD4-48E8-AA49-FFEC3D0C86F8}" dt="2021-11-24T09:35:06.268" v="719" actId="11530"/>
          <ac:spMkLst>
            <pc:docMk/>
            <pc:sldMk cId="321808071" sldId="485"/>
            <ac:spMk id="47" creationId="{B7583D7E-B161-4BA2-A072-1B4376F365EF}"/>
          </ac:spMkLst>
        </pc:spChg>
        <pc:spChg chg="mod">
          <ac:chgData name="Manuj Agrawal" userId="8275e378daeca5b2" providerId="LiveId" clId="{CCEA2C1E-CDD4-48E8-AA49-FFEC3D0C86F8}" dt="2021-11-24T09:35:10.115" v="720" actId="11530"/>
          <ac:spMkLst>
            <pc:docMk/>
            <pc:sldMk cId="321808071" sldId="485"/>
            <ac:spMk id="49" creationId="{C29D89C6-484B-437F-86B3-C1744B4498BD}"/>
          </ac:spMkLst>
        </pc:spChg>
        <pc:spChg chg="mod">
          <ac:chgData name="Manuj Agrawal" userId="8275e378daeca5b2" providerId="LiveId" clId="{CCEA2C1E-CDD4-48E8-AA49-FFEC3D0C86F8}" dt="2021-11-24T11:16:03.263" v="1116" actId="1076"/>
          <ac:spMkLst>
            <pc:docMk/>
            <pc:sldMk cId="321808071" sldId="485"/>
            <ac:spMk id="54" creationId="{82BED566-39F8-4E50-826C-BB0121F36AFB}"/>
          </ac:spMkLst>
        </pc:spChg>
        <pc:spChg chg="mod">
          <ac:chgData name="Manuj Agrawal" userId="8275e378daeca5b2" providerId="LiveId" clId="{CCEA2C1E-CDD4-48E8-AA49-FFEC3D0C86F8}" dt="2021-11-24T11:08:07.685" v="1110" actId="1076"/>
          <ac:spMkLst>
            <pc:docMk/>
            <pc:sldMk cId="321808071" sldId="485"/>
            <ac:spMk id="55" creationId="{74F2622E-7506-4E3A-A66F-AC01A385D5D4}"/>
          </ac:spMkLst>
        </pc:spChg>
        <pc:spChg chg="mod">
          <ac:chgData name="Manuj Agrawal" userId="8275e378daeca5b2" providerId="LiveId" clId="{CCEA2C1E-CDD4-48E8-AA49-FFEC3D0C86F8}" dt="2021-11-24T11:07:57.397" v="1107" actId="1076"/>
          <ac:spMkLst>
            <pc:docMk/>
            <pc:sldMk cId="321808071" sldId="485"/>
            <ac:spMk id="56" creationId="{48967C05-8905-4C42-B706-850205694DE5}"/>
          </ac:spMkLst>
        </pc:spChg>
        <pc:spChg chg="mod">
          <ac:chgData name="Manuj Agrawal" userId="8275e378daeca5b2" providerId="LiveId" clId="{CCEA2C1E-CDD4-48E8-AA49-FFEC3D0C86F8}" dt="2021-11-24T11:07:39.357" v="1104" actId="1076"/>
          <ac:spMkLst>
            <pc:docMk/>
            <pc:sldMk cId="321808071" sldId="485"/>
            <ac:spMk id="57" creationId="{B507902D-13C2-499E-A9B5-CF85014783BE}"/>
          </ac:spMkLst>
        </pc:spChg>
        <pc:spChg chg="mod">
          <ac:chgData name="Manuj Agrawal" userId="8275e378daeca5b2" providerId="LiveId" clId="{CCEA2C1E-CDD4-48E8-AA49-FFEC3D0C86F8}" dt="2021-11-24T11:07:23.365" v="1103" actId="1076"/>
          <ac:spMkLst>
            <pc:docMk/>
            <pc:sldMk cId="321808071" sldId="485"/>
            <ac:spMk id="58" creationId="{C0F550F5-6AE5-49FF-9A17-C6E2B54A08FC}"/>
          </ac:spMkLst>
        </pc:spChg>
        <pc:spChg chg="mod">
          <ac:chgData name="Manuj Agrawal" userId="8275e378daeca5b2" providerId="LiveId" clId="{CCEA2C1E-CDD4-48E8-AA49-FFEC3D0C86F8}" dt="2021-11-24T11:07:07.558" v="1102" actId="1076"/>
          <ac:spMkLst>
            <pc:docMk/>
            <pc:sldMk cId="321808071" sldId="485"/>
            <ac:spMk id="59" creationId="{3B8AC675-F173-4C29-AA61-79CAB4CF9DC6}"/>
          </ac:spMkLst>
        </pc:spChg>
        <pc:spChg chg="mod">
          <ac:chgData name="Manuj Agrawal" userId="8275e378daeca5b2" providerId="LiveId" clId="{CCEA2C1E-CDD4-48E8-AA49-FFEC3D0C86F8}" dt="2021-11-24T11:06:58.237" v="1101" actId="1076"/>
          <ac:spMkLst>
            <pc:docMk/>
            <pc:sldMk cId="321808071" sldId="485"/>
            <ac:spMk id="60" creationId="{198F8FA9-0B24-4AE0-9E89-D433848B9DDB}"/>
          </ac:spMkLst>
        </pc:spChg>
      </pc:sldChg>
      <pc:sldChg chg="addSp modSp mod ord">
        <pc:chgData name="Manuj Agrawal" userId="8275e378daeca5b2" providerId="LiveId" clId="{CCEA2C1E-CDD4-48E8-AA49-FFEC3D0C86F8}" dt="2021-11-26T07:28:20.368" v="4411" actId="20577"/>
        <pc:sldMkLst>
          <pc:docMk/>
          <pc:sldMk cId="1954424249" sldId="487"/>
        </pc:sldMkLst>
        <pc:spChg chg="add mod">
          <ac:chgData name="Manuj Agrawal" userId="8275e378daeca5b2" providerId="LiveId" clId="{CCEA2C1E-CDD4-48E8-AA49-FFEC3D0C86F8}" dt="2021-11-26T07:28:20.368" v="4411" actId="20577"/>
          <ac:spMkLst>
            <pc:docMk/>
            <pc:sldMk cId="1954424249" sldId="487"/>
            <ac:spMk id="10" creationId="{7FCF759E-7CF2-4CD0-A287-26183E1F6A7A}"/>
          </ac:spMkLst>
        </pc:spChg>
        <pc:spChg chg="add mod">
          <ac:chgData name="Manuj Agrawal" userId="8275e378daeca5b2" providerId="LiveId" clId="{CCEA2C1E-CDD4-48E8-AA49-FFEC3D0C86F8}" dt="2021-11-26T07:25:57.662" v="4403"/>
          <ac:spMkLst>
            <pc:docMk/>
            <pc:sldMk cId="1954424249" sldId="487"/>
            <ac:spMk id="11" creationId="{F91F8435-B5ED-4081-8A93-CF4DE5953CAB}"/>
          </ac:spMkLst>
        </pc:spChg>
        <pc:spChg chg="add mod">
          <ac:chgData name="Manuj Agrawal" userId="8275e378daeca5b2" providerId="LiveId" clId="{CCEA2C1E-CDD4-48E8-AA49-FFEC3D0C86F8}" dt="2021-11-26T07:25:53.975" v="4401"/>
          <ac:spMkLst>
            <pc:docMk/>
            <pc:sldMk cId="1954424249" sldId="487"/>
            <ac:spMk id="13" creationId="{65F50D7C-DBA2-4C8C-8761-A4492F1216FE}"/>
          </ac:spMkLst>
        </pc:spChg>
        <pc:spChg chg="add mod">
          <ac:chgData name="Manuj Agrawal" userId="8275e378daeca5b2" providerId="LiveId" clId="{CCEA2C1E-CDD4-48E8-AA49-FFEC3D0C86F8}" dt="2021-11-26T07:26:02.759" v="4407"/>
          <ac:spMkLst>
            <pc:docMk/>
            <pc:sldMk cId="1954424249" sldId="487"/>
            <ac:spMk id="15" creationId="{F8606FC4-8676-4DF9-BC88-EB1B2C18393C}"/>
          </ac:spMkLst>
        </pc:spChg>
        <pc:spChg chg="add mod">
          <ac:chgData name="Manuj Agrawal" userId="8275e378daeca5b2" providerId="LiveId" clId="{CCEA2C1E-CDD4-48E8-AA49-FFEC3D0C86F8}" dt="2021-11-26T07:26:05.573" v="4409"/>
          <ac:spMkLst>
            <pc:docMk/>
            <pc:sldMk cId="1954424249" sldId="487"/>
            <ac:spMk id="19" creationId="{B1264165-9F3B-4A7C-923E-C1EB4DBFE277}"/>
          </ac:spMkLst>
        </pc:spChg>
        <pc:picChg chg="mod">
          <ac:chgData name="Manuj Agrawal" userId="8275e378daeca5b2" providerId="LiveId" clId="{CCEA2C1E-CDD4-48E8-AA49-FFEC3D0C86F8}" dt="2021-11-26T07:23:21.439" v="4333" actId="1076"/>
          <ac:picMkLst>
            <pc:docMk/>
            <pc:sldMk cId="1954424249" sldId="487"/>
            <ac:picMk id="12" creationId="{A4253AAC-235A-4863-956D-3C923407ADF6}"/>
          </ac:picMkLst>
        </pc:picChg>
      </pc:sldChg>
      <pc:sldChg chg="modSp mod ord">
        <pc:chgData name="Manuj Agrawal" userId="8275e378daeca5b2" providerId="LiveId" clId="{CCEA2C1E-CDD4-48E8-AA49-FFEC3D0C86F8}" dt="2021-11-25T14:57:41.670" v="2710"/>
        <pc:sldMkLst>
          <pc:docMk/>
          <pc:sldMk cId="3461840701" sldId="489"/>
        </pc:sldMkLst>
        <pc:graphicFrameChg chg="mod modGraphic">
          <ac:chgData name="Manuj Agrawal" userId="8275e378daeca5b2" providerId="LiveId" clId="{CCEA2C1E-CDD4-48E8-AA49-FFEC3D0C86F8}" dt="2021-11-24T09:37:39.655" v="828" actId="20577"/>
          <ac:graphicFrameMkLst>
            <pc:docMk/>
            <pc:sldMk cId="3461840701" sldId="489"/>
            <ac:graphicFrameMk id="3" creationId="{347BC466-C3EC-4C67-B692-312C74ABC436}"/>
          </ac:graphicFrameMkLst>
        </pc:graphicFrameChg>
      </pc:sldChg>
      <pc:sldChg chg="ord">
        <pc:chgData name="Manuj Agrawal" userId="8275e378daeca5b2" providerId="LiveId" clId="{CCEA2C1E-CDD4-48E8-AA49-FFEC3D0C86F8}" dt="2021-11-25T14:57:52.062" v="2712"/>
        <pc:sldMkLst>
          <pc:docMk/>
          <pc:sldMk cId="3773446992" sldId="490"/>
        </pc:sldMkLst>
      </pc:sldChg>
      <pc:sldChg chg="addSp delSp modSp del mod ord">
        <pc:chgData name="Manuj Agrawal" userId="8275e378daeca5b2" providerId="LiveId" clId="{CCEA2C1E-CDD4-48E8-AA49-FFEC3D0C86F8}" dt="2021-11-25T18:49:26.564" v="4135" actId="47"/>
        <pc:sldMkLst>
          <pc:docMk/>
          <pc:sldMk cId="3329350431" sldId="502"/>
        </pc:sldMkLst>
        <pc:spChg chg="mod">
          <ac:chgData name="Manuj Agrawal" userId="8275e378daeca5b2" providerId="LiveId" clId="{CCEA2C1E-CDD4-48E8-AA49-FFEC3D0C86F8}" dt="2021-11-24T10:45:31.728" v="1007" actId="1076"/>
          <ac:spMkLst>
            <pc:docMk/>
            <pc:sldMk cId="3329350431" sldId="502"/>
            <ac:spMk id="10" creationId="{8E3E6EFA-BA2F-4437-ACD8-77662336E505}"/>
          </ac:spMkLst>
        </pc:spChg>
        <pc:spChg chg="mod">
          <ac:chgData name="Manuj Agrawal" userId="8275e378daeca5b2" providerId="LiveId" clId="{CCEA2C1E-CDD4-48E8-AA49-FFEC3D0C86F8}" dt="2021-11-24T10:56:48.743" v="1028" actId="1076"/>
          <ac:spMkLst>
            <pc:docMk/>
            <pc:sldMk cId="3329350431" sldId="502"/>
            <ac:spMk id="20" creationId="{C636812E-D14F-4676-B759-C27D88553FDD}"/>
          </ac:spMkLst>
        </pc:spChg>
        <pc:spChg chg="mod">
          <ac:chgData name="Manuj Agrawal" userId="8275e378daeca5b2" providerId="LiveId" clId="{CCEA2C1E-CDD4-48E8-AA49-FFEC3D0C86F8}" dt="2021-11-24T10:47:45.245" v="1013" actId="14861"/>
          <ac:spMkLst>
            <pc:docMk/>
            <pc:sldMk cId="3329350431" sldId="502"/>
            <ac:spMk id="23" creationId="{5D4A1EC9-0E0C-4BC1-B097-DB0EA135DD16}"/>
          </ac:spMkLst>
        </pc:spChg>
        <pc:spChg chg="mod">
          <ac:chgData name="Manuj Agrawal" userId="8275e378daeca5b2" providerId="LiveId" clId="{CCEA2C1E-CDD4-48E8-AA49-FFEC3D0C86F8}" dt="2021-11-24T10:46:58.659" v="1010" actId="14861"/>
          <ac:spMkLst>
            <pc:docMk/>
            <pc:sldMk cId="3329350431" sldId="502"/>
            <ac:spMk id="24" creationId="{7F0CFC77-D44F-4600-AFA4-05B3679314ED}"/>
          </ac:spMkLst>
        </pc:spChg>
        <pc:spChg chg="mod">
          <ac:chgData name="Manuj Agrawal" userId="8275e378daeca5b2" providerId="LiveId" clId="{CCEA2C1E-CDD4-48E8-AA49-FFEC3D0C86F8}" dt="2021-11-24T10:46:52.338" v="1009" actId="14861"/>
          <ac:spMkLst>
            <pc:docMk/>
            <pc:sldMk cId="3329350431" sldId="502"/>
            <ac:spMk id="27" creationId="{9BFA11B1-CF3E-46BB-8278-2600DBF26194}"/>
          </ac:spMkLst>
        </pc:spChg>
        <pc:spChg chg="mod">
          <ac:chgData name="Manuj Agrawal" userId="8275e378daeca5b2" providerId="LiveId" clId="{CCEA2C1E-CDD4-48E8-AA49-FFEC3D0C86F8}" dt="2021-11-24T10:56:24.407" v="1025" actId="1076"/>
          <ac:spMkLst>
            <pc:docMk/>
            <pc:sldMk cId="3329350431" sldId="502"/>
            <ac:spMk id="28" creationId="{9495699C-987C-4480-8B56-B6C978DBF31A}"/>
          </ac:spMkLst>
        </pc:spChg>
        <pc:spChg chg="mod">
          <ac:chgData name="Manuj Agrawal" userId="8275e378daeca5b2" providerId="LiveId" clId="{CCEA2C1E-CDD4-48E8-AA49-FFEC3D0C86F8}" dt="2021-11-24T11:12:18.311" v="1114" actId="14861"/>
          <ac:spMkLst>
            <pc:docMk/>
            <pc:sldMk cId="3329350431" sldId="502"/>
            <ac:spMk id="33" creationId="{DC2F963D-72BD-4E19-A7C8-54D63C57869D}"/>
          </ac:spMkLst>
        </pc:spChg>
        <pc:spChg chg="mod">
          <ac:chgData name="Manuj Agrawal" userId="8275e378daeca5b2" providerId="LiveId" clId="{CCEA2C1E-CDD4-48E8-AA49-FFEC3D0C86F8}" dt="2021-11-24T10:57:54.998" v="1047" actId="1076"/>
          <ac:spMkLst>
            <pc:docMk/>
            <pc:sldMk cId="3329350431" sldId="502"/>
            <ac:spMk id="35" creationId="{DA5E8DF1-DFF1-4272-ADD0-215C857F2473}"/>
          </ac:spMkLst>
        </pc:spChg>
        <pc:spChg chg="mod">
          <ac:chgData name="Manuj Agrawal" userId="8275e378daeca5b2" providerId="LiveId" clId="{CCEA2C1E-CDD4-48E8-AA49-FFEC3D0C86F8}" dt="2021-11-24T10:49:08.857" v="1019" actId="14861"/>
          <ac:spMkLst>
            <pc:docMk/>
            <pc:sldMk cId="3329350431" sldId="502"/>
            <ac:spMk id="37" creationId="{F74C19DC-E276-41AA-AC93-5C1E2E93B9A0}"/>
          </ac:spMkLst>
        </pc:spChg>
        <pc:spChg chg="mod">
          <ac:chgData name="Manuj Agrawal" userId="8275e378daeca5b2" providerId="LiveId" clId="{CCEA2C1E-CDD4-48E8-AA49-FFEC3D0C86F8}" dt="2021-11-24T10:48:15.776" v="1016" actId="14861"/>
          <ac:spMkLst>
            <pc:docMk/>
            <pc:sldMk cId="3329350431" sldId="502"/>
            <ac:spMk id="40" creationId="{47404DF8-225D-4F6E-BF1A-6F9824CDA862}"/>
          </ac:spMkLst>
        </pc:spChg>
        <pc:spChg chg="mod">
          <ac:chgData name="Manuj Agrawal" userId="8275e378daeca5b2" providerId="LiveId" clId="{CCEA2C1E-CDD4-48E8-AA49-FFEC3D0C86F8}" dt="2021-11-24T10:58:15.887" v="1050" actId="1076"/>
          <ac:spMkLst>
            <pc:docMk/>
            <pc:sldMk cId="3329350431" sldId="502"/>
            <ac:spMk id="43" creationId="{A469B9AC-DF11-4B5E-B8EE-D2D5353C0A64}"/>
          </ac:spMkLst>
        </pc:spChg>
        <pc:spChg chg="mod">
          <ac:chgData name="Manuj Agrawal" userId="8275e378daeca5b2" providerId="LiveId" clId="{CCEA2C1E-CDD4-48E8-AA49-FFEC3D0C86F8}" dt="2021-11-24T10:56:59.831" v="1030" actId="1076"/>
          <ac:spMkLst>
            <pc:docMk/>
            <pc:sldMk cId="3329350431" sldId="502"/>
            <ac:spMk id="45" creationId="{EC5ABE69-7C12-4A63-9910-9FCDB8D56F5D}"/>
          </ac:spMkLst>
        </pc:spChg>
        <pc:spChg chg="mod">
          <ac:chgData name="Manuj Agrawal" userId="8275e378daeca5b2" providerId="LiveId" clId="{CCEA2C1E-CDD4-48E8-AA49-FFEC3D0C86F8}" dt="2021-11-24T10:49:42.670" v="1021" actId="14861"/>
          <ac:spMkLst>
            <pc:docMk/>
            <pc:sldMk cId="3329350431" sldId="502"/>
            <ac:spMk id="47" creationId="{590FB9E6-A04C-4F27-9A58-905A9992AA4D}"/>
          </ac:spMkLst>
        </pc:spChg>
        <pc:spChg chg="mod">
          <ac:chgData name="Manuj Agrawal" userId="8275e378daeca5b2" providerId="LiveId" clId="{CCEA2C1E-CDD4-48E8-AA49-FFEC3D0C86F8}" dt="2021-11-24T10:57:51.310" v="1046" actId="1076"/>
          <ac:spMkLst>
            <pc:docMk/>
            <pc:sldMk cId="3329350431" sldId="502"/>
            <ac:spMk id="48" creationId="{E81CB46A-C215-495E-94F0-472F253D4C3F}"/>
          </ac:spMkLst>
        </pc:spChg>
        <pc:spChg chg="mod">
          <ac:chgData name="Manuj Agrawal" userId="8275e378daeca5b2" providerId="LiveId" clId="{CCEA2C1E-CDD4-48E8-AA49-FFEC3D0C86F8}" dt="2021-11-24T10:49:53.702" v="1022" actId="14861"/>
          <ac:spMkLst>
            <pc:docMk/>
            <pc:sldMk cId="3329350431" sldId="502"/>
            <ac:spMk id="50" creationId="{712C39E5-1CB4-40E6-8441-F9433EB600A9}"/>
          </ac:spMkLst>
        </pc:spChg>
        <pc:spChg chg="add del mod">
          <ac:chgData name="Manuj Agrawal" userId="8275e378daeca5b2" providerId="LiveId" clId="{CCEA2C1E-CDD4-48E8-AA49-FFEC3D0C86F8}" dt="2021-11-24T10:40:40.416" v="842" actId="478"/>
          <ac:spMkLst>
            <pc:docMk/>
            <pc:sldMk cId="3329350431" sldId="502"/>
            <ac:spMk id="52" creationId="{A2D86ABB-D811-4571-949A-8429FC555F3F}"/>
          </ac:spMkLst>
        </pc:spChg>
        <pc:spChg chg="add del mod">
          <ac:chgData name="Manuj Agrawal" userId="8275e378daeca5b2" providerId="LiveId" clId="{CCEA2C1E-CDD4-48E8-AA49-FFEC3D0C86F8}" dt="2021-11-24T10:40:39.798" v="841" actId="478"/>
          <ac:spMkLst>
            <pc:docMk/>
            <pc:sldMk cId="3329350431" sldId="502"/>
            <ac:spMk id="53" creationId="{38F4173D-3DD9-4C90-B9D4-0BE4A503D469}"/>
          </ac:spMkLst>
        </pc:spChg>
        <pc:spChg chg="add mod">
          <ac:chgData name="Manuj Agrawal" userId="8275e378daeca5b2" providerId="LiveId" clId="{CCEA2C1E-CDD4-48E8-AA49-FFEC3D0C86F8}" dt="2021-11-24T10:59:11.958" v="1060" actId="14100"/>
          <ac:spMkLst>
            <pc:docMk/>
            <pc:sldMk cId="3329350431" sldId="502"/>
            <ac:spMk id="54" creationId="{1FC40863-AE0E-4274-B96F-FD68E4A40D9F}"/>
          </ac:spMkLst>
        </pc:spChg>
        <pc:spChg chg="add mod">
          <ac:chgData name="Manuj Agrawal" userId="8275e378daeca5b2" providerId="LiveId" clId="{CCEA2C1E-CDD4-48E8-AA49-FFEC3D0C86F8}" dt="2021-11-24T11:00:18.508" v="1066" actId="1076"/>
          <ac:spMkLst>
            <pc:docMk/>
            <pc:sldMk cId="3329350431" sldId="502"/>
            <ac:spMk id="56" creationId="{DC4C5F5C-BCD8-45F3-AEA7-FC4D796F1DA6}"/>
          </ac:spMkLst>
        </pc:spChg>
        <pc:spChg chg="add mod">
          <ac:chgData name="Manuj Agrawal" userId="8275e378daeca5b2" providerId="LiveId" clId="{CCEA2C1E-CDD4-48E8-AA49-FFEC3D0C86F8}" dt="2021-11-24T11:00:27.863" v="1067" actId="1076"/>
          <ac:spMkLst>
            <pc:docMk/>
            <pc:sldMk cId="3329350431" sldId="502"/>
            <ac:spMk id="57" creationId="{6698F79C-470A-4EAB-9AFD-728CF54E3B34}"/>
          </ac:spMkLst>
        </pc:spChg>
        <pc:grpChg chg="mod">
          <ac:chgData name="Manuj Agrawal" userId="8275e378daeca5b2" providerId="LiveId" clId="{CCEA2C1E-CDD4-48E8-AA49-FFEC3D0C86F8}" dt="2021-11-24T10:41:06.651" v="843" actId="1076"/>
          <ac:grpSpMkLst>
            <pc:docMk/>
            <pc:sldMk cId="3329350431" sldId="502"/>
            <ac:grpSpMk id="2" creationId="{6CB2FEE1-44A7-4D43-A27D-A82FCDD05CC8}"/>
          </ac:grpSpMkLst>
        </pc:grpChg>
        <pc:grpChg chg="add mod">
          <ac:chgData name="Manuj Agrawal" userId="8275e378daeca5b2" providerId="LiveId" clId="{CCEA2C1E-CDD4-48E8-AA49-FFEC3D0C86F8}" dt="2021-11-24T10:59:57.855" v="1061" actId="1076"/>
          <ac:grpSpMkLst>
            <pc:docMk/>
            <pc:sldMk cId="3329350431" sldId="502"/>
            <ac:grpSpMk id="3" creationId="{A3FDD2E9-501F-4EF5-8941-A6BFC16697F4}"/>
          </ac:grpSpMkLst>
        </pc:grpChg>
        <pc:grpChg chg="mod">
          <ac:chgData name="Manuj Agrawal" userId="8275e378daeca5b2" providerId="LiveId" clId="{CCEA2C1E-CDD4-48E8-AA49-FFEC3D0C86F8}" dt="2021-11-24T10:56:39.695" v="1026" actId="1076"/>
          <ac:grpSpMkLst>
            <pc:docMk/>
            <pc:sldMk cId="3329350431" sldId="502"/>
            <ac:grpSpMk id="21" creationId="{FEA16168-7901-4366-AA59-9A9B8C0DDCBC}"/>
          </ac:grpSpMkLst>
        </pc:grpChg>
        <pc:grpChg chg="mod">
          <ac:chgData name="Manuj Agrawal" userId="8275e378daeca5b2" providerId="LiveId" clId="{CCEA2C1E-CDD4-48E8-AA49-FFEC3D0C86F8}" dt="2021-11-24T10:41:06.651" v="843" actId="1076"/>
          <ac:grpSpMkLst>
            <pc:docMk/>
            <pc:sldMk cId="3329350431" sldId="502"/>
            <ac:grpSpMk id="26" creationId="{FF62D83C-7C82-413E-8608-ED1181028B2E}"/>
          </ac:grpSpMkLst>
        </pc:grpChg>
        <pc:grpChg chg="mod">
          <ac:chgData name="Manuj Agrawal" userId="8275e378daeca5b2" providerId="LiveId" clId="{CCEA2C1E-CDD4-48E8-AA49-FFEC3D0C86F8}" dt="2021-11-24T10:56:44.479" v="1027" actId="1076"/>
          <ac:grpSpMkLst>
            <pc:docMk/>
            <pc:sldMk cId="3329350431" sldId="502"/>
            <ac:grpSpMk id="32" creationId="{0BFE91C9-CCF0-442E-A525-E3315640A23F}"/>
          </ac:grpSpMkLst>
        </pc:grpChg>
        <pc:grpChg chg="mod">
          <ac:chgData name="Manuj Agrawal" userId="8275e378daeca5b2" providerId="LiveId" clId="{CCEA2C1E-CDD4-48E8-AA49-FFEC3D0C86F8}" dt="2021-11-24T10:58:08.255" v="1049" actId="1076"/>
          <ac:grpSpMkLst>
            <pc:docMk/>
            <pc:sldMk cId="3329350431" sldId="502"/>
            <ac:grpSpMk id="36" creationId="{649380A8-A0DF-443C-B878-782DADA6A8FF}"/>
          </ac:grpSpMkLst>
        </pc:grpChg>
        <pc:grpChg chg="mod">
          <ac:chgData name="Manuj Agrawal" userId="8275e378daeca5b2" providerId="LiveId" clId="{CCEA2C1E-CDD4-48E8-AA49-FFEC3D0C86F8}" dt="2021-11-24T10:41:18.042" v="844" actId="1076"/>
          <ac:grpSpMkLst>
            <pc:docMk/>
            <pc:sldMk cId="3329350431" sldId="502"/>
            <ac:grpSpMk id="39" creationId="{6592E0E7-0E14-4979-94B3-02312549ED4F}"/>
          </ac:grpSpMkLst>
        </pc:grpChg>
        <pc:grpChg chg="mod">
          <ac:chgData name="Manuj Agrawal" userId="8275e378daeca5b2" providerId="LiveId" clId="{CCEA2C1E-CDD4-48E8-AA49-FFEC3D0C86F8}" dt="2021-11-24T10:41:18.042" v="844" actId="1076"/>
          <ac:grpSpMkLst>
            <pc:docMk/>
            <pc:sldMk cId="3329350431" sldId="502"/>
            <ac:grpSpMk id="42" creationId="{7E1872CC-D5A3-475B-AF31-B935ED88E172}"/>
          </ac:grpSpMkLst>
        </pc:grpChg>
        <pc:grpChg chg="mod">
          <ac:chgData name="Manuj Agrawal" userId="8275e378daeca5b2" providerId="LiveId" clId="{CCEA2C1E-CDD4-48E8-AA49-FFEC3D0C86F8}" dt="2021-11-24T10:56:57.416" v="1029" actId="1076"/>
          <ac:grpSpMkLst>
            <pc:docMk/>
            <pc:sldMk cId="3329350431" sldId="502"/>
            <ac:grpSpMk id="46" creationId="{9C4BE7C5-6239-48B7-B301-45469A0A64E8}"/>
          </ac:grpSpMkLst>
        </pc:grpChg>
        <pc:grpChg chg="mod">
          <ac:chgData name="Manuj Agrawal" userId="8275e378daeca5b2" providerId="LiveId" clId="{CCEA2C1E-CDD4-48E8-AA49-FFEC3D0C86F8}" dt="2021-11-24T10:41:18.042" v="844" actId="1076"/>
          <ac:grpSpMkLst>
            <pc:docMk/>
            <pc:sldMk cId="3329350431" sldId="502"/>
            <ac:grpSpMk id="49" creationId="{5B0287DC-3ED4-4540-A3D0-4B32DE7BDCFD}"/>
          </ac:grpSpMkLst>
        </pc:grpChg>
        <pc:grpChg chg="mod">
          <ac:chgData name="Manuj Agrawal" userId="8275e378daeca5b2" providerId="LiveId" clId="{CCEA2C1E-CDD4-48E8-AA49-FFEC3D0C86F8}" dt="2021-11-24T10:58:02.743" v="1048" actId="1076"/>
          <ac:grpSpMkLst>
            <pc:docMk/>
            <pc:sldMk cId="3329350431" sldId="502"/>
            <ac:grpSpMk id="58" creationId="{312A7C37-B69E-4FD9-B04A-F88E02CD1751}"/>
          </ac:grpSpMkLst>
        </pc:grpChg>
        <pc:picChg chg="add del mod">
          <ac:chgData name="Manuj Agrawal" userId="8275e378daeca5b2" providerId="LiveId" clId="{CCEA2C1E-CDD4-48E8-AA49-FFEC3D0C86F8}" dt="2021-11-25T13:37:44.212" v="2308"/>
          <ac:picMkLst>
            <pc:docMk/>
            <pc:sldMk cId="3329350431" sldId="502"/>
            <ac:picMk id="52" creationId="{2404DB10-FA17-4107-8AEC-B0B1D9BCAE25}"/>
          </ac:picMkLst>
        </pc:picChg>
      </pc:sldChg>
      <pc:sldChg chg="addSp delSp modSp add mod ord modNotesTx">
        <pc:chgData name="Manuj Agrawal" userId="8275e378daeca5b2" providerId="LiveId" clId="{CCEA2C1E-CDD4-48E8-AA49-FFEC3D0C86F8}" dt="2021-11-26T08:38:18.954" v="5491" actId="20577"/>
        <pc:sldMkLst>
          <pc:docMk/>
          <pc:sldMk cId="2332114638" sldId="503"/>
        </pc:sldMkLst>
        <pc:spChg chg="add del mod">
          <ac:chgData name="Manuj Agrawal" userId="8275e378daeca5b2" providerId="LiveId" clId="{CCEA2C1E-CDD4-48E8-AA49-FFEC3D0C86F8}" dt="2021-11-25T09:30:55.899" v="1819" actId="478"/>
          <ac:spMkLst>
            <pc:docMk/>
            <pc:sldMk cId="2332114638" sldId="503"/>
            <ac:spMk id="2" creationId="{B9219624-DEAD-4685-85F6-D282FCE09DD9}"/>
          </ac:spMkLst>
        </pc:spChg>
        <pc:spChg chg="mod">
          <ac:chgData name="Manuj Agrawal" userId="8275e378daeca5b2" providerId="LiveId" clId="{CCEA2C1E-CDD4-48E8-AA49-FFEC3D0C86F8}" dt="2021-11-24T09:18:44.755" v="528" actId="20577"/>
          <ac:spMkLst>
            <pc:docMk/>
            <pc:sldMk cId="2332114638" sldId="503"/>
            <ac:spMk id="3" creationId="{09ACB07E-D2F0-4914-AB72-473971135267}"/>
          </ac:spMkLst>
        </pc:spChg>
        <pc:spChg chg="mod">
          <ac:chgData name="Manuj Agrawal" userId="8275e378daeca5b2" providerId="LiveId" clId="{CCEA2C1E-CDD4-48E8-AA49-FFEC3D0C86F8}" dt="2021-11-26T08:37:55.315" v="5470" actId="20577"/>
          <ac:spMkLst>
            <pc:docMk/>
            <pc:sldMk cId="2332114638" sldId="503"/>
            <ac:spMk id="37" creationId="{42B42F82-AEC2-4464-889B-1A93FAE34CFE}"/>
          </ac:spMkLst>
        </pc:spChg>
        <pc:graphicFrameChg chg="add mod modGraphic">
          <ac:chgData name="Manuj Agrawal" userId="8275e378daeca5b2" providerId="LiveId" clId="{CCEA2C1E-CDD4-48E8-AA49-FFEC3D0C86F8}" dt="2021-11-24T09:22:44.703" v="562" actId="20577"/>
          <ac:graphicFrameMkLst>
            <pc:docMk/>
            <pc:sldMk cId="2332114638" sldId="503"/>
            <ac:graphicFrameMk id="9" creationId="{26E5A1B9-A8D1-47DB-A261-8C73C3BA00CF}"/>
          </ac:graphicFrameMkLst>
        </pc:graphicFrameChg>
        <pc:picChg chg="mod">
          <ac:chgData name="Manuj Agrawal" userId="8275e378daeca5b2" providerId="LiveId" clId="{CCEA2C1E-CDD4-48E8-AA49-FFEC3D0C86F8}" dt="2021-11-24T09:18:03.569" v="519" actId="1076"/>
          <ac:picMkLst>
            <pc:docMk/>
            <pc:sldMk cId="2332114638" sldId="503"/>
            <ac:picMk id="5" creationId="{0307D87B-1B82-4EB2-BFFE-E2E7BAA9B1BA}"/>
          </ac:picMkLst>
        </pc:picChg>
        <pc:picChg chg="mod">
          <ac:chgData name="Manuj Agrawal" userId="8275e378daeca5b2" providerId="LiveId" clId="{CCEA2C1E-CDD4-48E8-AA49-FFEC3D0C86F8}" dt="2021-11-24T09:18:02.202" v="518" actId="1076"/>
          <ac:picMkLst>
            <pc:docMk/>
            <pc:sldMk cId="2332114638" sldId="503"/>
            <ac:picMk id="6" creationId="{3055712A-4118-41C5-ADDF-3E3656C75C29}"/>
          </ac:picMkLst>
        </pc:picChg>
        <pc:picChg chg="mod">
          <ac:chgData name="Manuj Agrawal" userId="8275e378daeca5b2" providerId="LiveId" clId="{CCEA2C1E-CDD4-48E8-AA49-FFEC3D0C86F8}" dt="2021-11-24T09:18:08.689" v="521" actId="1076"/>
          <ac:picMkLst>
            <pc:docMk/>
            <pc:sldMk cId="2332114638" sldId="503"/>
            <ac:picMk id="7" creationId="{5AB8910A-7B68-4CFC-93A9-1CA4F2667EF9}"/>
          </ac:picMkLst>
        </pc:picChg>
        <pc:picChg chg="mod">
          <ac:chgData name="Manuj Agrawal" userId="8275e378daeca5b2" providerId="LiveId" clId="{CCEA2C1E-CDD4-48E8-AA49-FFEC3D0C86F8}" dt="2021-11-24T09:18:06.297" v="520" actId="1076"/>
          <ac:picMkLst>
            <pc:docMk/>
            <pc:sldMk cId="2332114638" sldId="503"/>
            <ac:picMk id="8" creationId="{262640BD-9051-4B5D-99C2-174AC81C6C29}"/>
          </ac:picMkLst>
        </pc:picChg>
      </pc:sldChg>
      <pc:sldChg chg="add del">
        <pc:chgData name="Manuj Agrawal" userId="8275e378daeca5b2" providerId="LiveId" clId="{CCEA2C1E-CDD4-48E8-AA49-FFEC3D0C86F8}" dt="2021-11-24T09:19:31.528" v="536" actId="47"/>
        <pc:sldMkLst>
          <pc:docMk/>
          <pc:sldMk cId="2737617716" sldId="504"/>
        </pc:sldMkLst>
      </pc:sldChg>
      <pc:sldChg chg="add del">
        <pc:chgData name="Manuj Agrawal" userId="8275e378daeca5b2" providerId="LiveId" clId="{CCEA2C1E-CDD4-48E8-AA49-FFEC3D0C86F8}" dt="2021-11-25T09:55:14.160" v="1833" actId="47"/>
        <pc:sldMkLst>
          <pc:docMk/>
          <pc:sldMk cId="3152888292" sldId="504"/>
        </pc:sldMkLst>
      </pc:sldChg>
      <pc:sldChg chg="add del">
        <pc:chgData name="Manuj Agrawal" userId="8275e378daeca5b2" providerId="LiveId" clId="{CCEA2C1E-CDD4-48E8-AA49-FFEC3D0C86F8}" dt="2021-11-24T10:45:41.695" v="1008" actId="47"/>
        <pc:sldMkLst>
          <pc:docMk/>
          <pc:sldMk cId="4291861054" sldId="504"/>
        </pc:sldMkLst>
      </pc:sldChg>
      <pc:sldChg chg="addSp delSp modSp add mod ord modNotesTx">
        <pc:chgData name="Manuj Agrawal" userId="8275e378daeca5b2" providerId="LiveId" clId="{CCEA2C1E-CDD4-48E8-AA49-FFEC3D0C86F8}" dt="2021-11-26T08:39:43.530" v="5762" actId="20577"/>
        <pc:sldMkLst>
          <pc:docMk/>
          <pc:sldMk cId="1614889212" sldId="505"/>
        </pc:sldMkLst>
        <pc:spChg chg="mod">
          <ac:chgData name="Manuj Agrawal" userId="8275e378daeca5b2" providerId="LiveId" clId="{CCEA2C1E-CDD4-48E8-AA49-FFEC3D0C86F8}" dt="2021-11-25T09:30:43.196" v="1816" actId="20577"/>
          <ac:spMkLst>
            <pc:docMk/>
            <pc:sldMk cId="1614889212" sldId="505"/>
            <ac:spMk id="17" creationId="{B5C1152F-7231-435A-B06E-64C56434D480}"/>
          </ac:spMkLst>
        </pc:spChg>
        <pc:spChg chg="add mod">
          <ac:chgData name="Manuj Agrawal" userId="8275e378daeca5b2" providerId="LiveId" clId="{CCEA2C1E-CDD4-48E8-AA49-FFEC3D0C86F8}" dt="2021-11-25T08:39:19.229" v="1627" actId="164"/>
          <ac:spMkLst>
            <pc:docMk/>
            <pc:sldMk cId="1614889212" sldId="505"/>
            <ac:spMk id="19" creationId="{64BBA14B-E26D-4F3A-A395-183A0A873AED}"/>
          </ac:spMkLst>
        </pc:spChg>
        <pc:spChg chg="mod topLvl">
          <ac:chgData name="Manuj Agrawal" userId="8275e378daeca5b2" providerId="LiveId" clId="{CCEA2C1E-CDD4-48E8-AA49-FFEC3D0C86F8}" dt="2021-11-25T09:03:10.463" v="1702" actId="164"/>
          <ac:spMkLst>
            <pc:docMk/>
            <pc:sldMk cId="1614889212" sldId="505"/>
            <ac:spMk id="22" creationId="{B283C3B2-8C72-4184-A0DD-1BD27CA46691}"/>
          </ac:spMkLst>
        </pc:spChg>
        <pc:spChg chg="add del mod">
          <ac:chgData name="Manuj Agrawal" userId="8275e378daeca5b2" providerId="LiveId" clId="{CCEA2C1E-CDD4-48E8-AA49-FFEC3D0C86F8}" dt="2021-11-25T08:38:29.196" v="1597"/>
          <ac:spMkLst>
            <pc:docMk/>
            <pc:sldMk cId="1614889212" sldId="505"/>
            <ac:spMk id="24" creationId="{D96B7B8F-B03B-4ACA-98E9-A2A68E78CF0E}"/>
          </ac:spMkLst>
        </pc:spChg>
        <pc:spChg chg="add mod">
          <ac:chgData name="Manuj Agrawal" userId="8275e378daeca5b2" providerId="LiveId" clId="{CCEA2C1E-CDD4-48E8-AA49-FFEC3D0C86F8}" dt="2021-11-25T09:30:09.562" v="1789" actId="1076"/>
          <ac:spMkLst>
            <pc:docMk/>
            <pc:sldMk cId="1614889212" sldId="505"/>
            <ac:spMk id="25" creationId="{A3F3A4B3-FEAB-4F1E-B47B-1E44CFF94FAF}"/>
          </ac:spMkLst>
        </pc:spChg>
        <pc:spChg chg="add mod">
          <ac:chgData name="Manuj Agrawal" userId="8275e378daeca5b2" providerId="LiveId" clId="{CCEA2C1E-CDD4-48E8-AA49-FFEC3D0C86F8}" dt="2021-11-25T09:29:45.522" v="1783" actId="1076"/>
          <ac:spMkLst>
            <pc:docMk/>
            <pc:sldMk cId="1614889212" sldId="505"/>
            <ac:spMk id="26" creationId="{20A74619-AD9A-4012-8DA5-BB46317214BC}"/>
          </ac:spMkLst>
        </pc:spChg>
        <pc:spChg chg="add mod ord">
          <ac:chgData name="Manuj Agrawal" userId="8275e378daeca5b2" providerId="LiveId" clId="{CCEA2C1E-CDD4-48E8-AA49-FFEC3D0C86F8}" dt="2021-11-25T08:39:27.997" v="1630" actId="164"/>
          <ac:spMkLst>
            <pc:docMk/>
            <pc:sldMk cId="1614889212" sldId="505"/>
            <ac:spMk id="27" creationId="{38D3F805-F8AF-4DEC-A00B-3836A6BC6924}"/>
          </ac:spMkLst>
        </pc:spChg>
        <pc:spChg chg="add mod">
          <ac:chgData name="Manuj Agrawal" userId="8275e378daeca5b2" providerId="LiveId" clId="{CCEA2C1E-CDD4-48E8-AA49-FFEC3D0C86F8}" dt="2021-11-25T09:29:50.698" v="1784" actId="1076"/>
          <ac:spMkLst>
            <pc:docMk/>
            <pc:sldMk cId="1614889212" sldId="505"/>
            <ac:spMk id="28" creationId="{DAF93030-C30D-4420-B37A-55E33783817D}"/>
          </ac:spMkLst>
        </pc:spChg>
        <pc:spChg chg="mod">
          <ac:chgData name="Manuj Agrawal" userId="8275e378daeca5b2" providerId="LiveId" clId="{CCEA2C1E-CDD4-48E8-AA49-FFEC3D0C86F8}" dt="2021-11-25T09:29:40.220" v="1781" actId="1076"/>
          <ac:spMkLst>
            <pc:docMk/>
            <pc:sldMk cId="1614889212" sldId="505"/>
            <ac:spMk id="29" creationId="{6C46D106-05B3-4330-B887-EA65161653D3}"/>
          </ac:spMkLst>
        </pc:spChg>
        <pc:spChg chg="mod">
          <ac:chgData name="Manuj Agrawal" userId="8275e378daeca5b2" providerId="LiveId" clId="{CCEA2C1E-CDD4-48E8-AA49-FFEC3D0C86F8}" dt="2021-11-25T09:30:28.068" v="1802" actId="1076"/>
          <ac:spMkLst>
            <pc:docMk/>
            <pc:sldMk cId="1614889212" sldId="505"/>
            <ac:spMk id="31" creationId="{196CB89C-8F98-48F6-9156-EE851111F03A}"/>
          </ac:spMkLst>
        </pc:spChg>
        <pc:spChg chg="mod ord topLvl">
          <ac:chgData name="Manuj Agrawal" userId="8275e378daeca5b2" providerId="LiveId" clId="{CCEA2C1E-CDD4-48E8-AA49-FFEC3D0C86F8}" dt="2021-11-25T09:28:29.659" v="1763" actId="164"/>
          <ac:spMkLst>
            <pc:docMk/>
            <pc:sldMk cId="1614889212" sldId="505"/>
            <ac:spMk id="32" creationId="{46B1D0D3-D4AA-4F74-91CA-D6EEBF1DD1FA}"/>
          </ac:spMkLst>
        </pc:spChg>
        <pc:spChg chg="del">
          <ac:chgData name="Manuj Agrawal" userId="8275e378daeca5b2" providerId="LiveId" clId="{CCEA2C1E-CDD4-48E8-AA49-FFEC3D0C86F8}" dt="2021-11-25T08:28:39.088" v="1514" actId="478"/>
          <ac:spMkLst>
            <pc:docMk/>
            <pc:sldMk cId="1614889212" sldId="505"/>
            <ac:spMk id="32" creationId="{780EB21B-F0EC-4757-A452-54687AE8F55B}"/>
          </ac:spMkLst>
        </pc:spChg>
        <pc:spChg chg="mod ord topLvl">
          <ac:chgData name="Manuj Agrawal" userId="8275e378daeca5b2" providerId="LiveId" clId="{CCEA2C1E-CDD4-48E8-AA49-FFEC3D0C86F8}" dt="2021-11-25T08:46:43.627" v="1659" actId="164"/>
          <ac:spMkLst>
            <pc:docMk/>
            <pc:sldMk cId="1614889212" sldId="505"/>
            <ac:spMk id="35" creationId="{DF138AC3-3E9F-489C-99CA-6F4FEA6D4B48}"/>
          </ac:spMkLst>
        </pc:spChg>
        <pc:spChg chg="add mod">
          <ac:chgData name="Manuj Agrawal" userId="8275e378daeca5b2" providerId="LiveId" clId="{CCEA2C1E-CDD4-48E8-AA49-FFEC3D0C86F8}" dt="2021-11-25T09:29:55.466" v="1785" actId="1076"/>
          <ac:spMkLst>
            <pc:docMk/>
            <pc:sldMk cId="1614889212" sldId="505"/>
            <ac:spMk id="37" creationId="{F3806908-9140-4ECA-B3CA-633507EE1F96}"/>
          </ac:spMkLst>
        </pc:spChg>
        <pc:spChg chg="mod">
          <ac:chgData name="Manuj Agrawal" userId="8275e378daeca5b2" providerId="LiveId" clId="{CCEA2C1E-CDD4-48E8-AA49-FFEC3D0C86F8}" dt="2021-11-25T09:30:14.795" v="1796" actId="20577"/>
          <ac:spMkLst>
            <pc:docMk/>
            <pc:sldMk cId="1614889212" sldId="505"/>
            <ac:spMk id="46" creationId="{3123FE44-D10D-4CA1-A2AD-232055C2AA6A}"/>
          </ac:spMkLst>
        </pc:spChg>
        <pc:spChg chg="mod">
          <ac:chgData name="Manuj Agrawal" userId="8275e378daeca5b2" providerId="LiveId" clId="{CCEA2C1E-CDD4-48E8-AA49-FFEC3D0C86F8}" dt="2021-11-25T09:30:32.835" v="1803" actId="1076"/>
          <ac:spMkLst>
            <pc:docMk/>
            <pc:sldMk cId="1614889212" sldId="505"/>
            <ac:spMk id="47" creationId="{18EDD0B6-D3CC-42FD-AADA-D0B98EEED4C1}"/>
          </ac:spMkLst>
        </pc:spChg>
        <pc:spChg chg="del mod">
          <ac:chgData name="Manuj Agrawal" userId="8275e378daeca5b2" providerId="LiveId" clId="{CCEA2C1E-CDD4-48E8-AA49-FFEC3D0C86F8}" dt="2021-11-25T08:28:42.512" v="1517" actId="478"/>
          <ac:spMkLst>
            <pc:docMk/>
            <pc:sldMk cId="1614889212" sldId="505"/>
            <ac:spMk id="48" creationId="{EFF30D0D-D1AB-4521-98C6-32436893A1F4}"/>
          </ac:spMkLst>
        </pc:spChg>
        <pc:spChg chg="mod">
          <ac:chgData name="Manuj Agrawal" userId="8275e378daeca5b2" providerId="LiveId" clId="{CCEA2C1E-CDD4-48E8-AA49-FFEC3D0C86F8}" dt="2021-11-25T09:29:59.418" v="1786" actId="1076"/>
          <ac:spMkLst>
            <pc:docMk/>
            <pc:sldMk cId="1614889212" sldId="505"/>
            <ac:spMk id="49" creationId="{9CE07388-E382-4920-97B0-D1124EF8BC44}"/>
          </ac:spMkLst>
        </pc:spChg>
        <pc:spChg chg="del">
          <ac:chgData name="Manuj Agrawal" userId="8275e378daeca5b2" providerId="LiveId" clId="{CCEA2C1E-CDD4-48E8-AA49-FFEC3D0C86F8}" dt="2021-11-25T08:28:41.114" v="1515" actId="478"/>
          <ac:spMkLst>
            <pc:docMk/>
            <pc:sldMk cId="1614889212" sldId="505"/>
            <ac:spMk id="50" creationId="{91B00B65-E049-456F-83A1-17EAF570563B}"/>
          </ac:spMkLst>
        </pc:spChg>
        <pc:spChg chg="del">
          <ac:chgData name="Manuj Agrawal" userId="8275e378daeca5b2" providerId="LiveId" clId="{CCEA2C1E-CDD4-48E8-AA49-FFEC3D0C86F8}" dt="2021-11-25T08:29:28.419" v="1533" actId="478"/>
          <ac:spMkLst>
            <pc:docMk/>
            <pc:sldMk cId="1614889212" sldId="505"/>
            <ac:spMk id="51" creationId="{D87CECE4-DDF5-476A-8F0D-519A3DE95FA2}"/>
          </ac:spMkLst>
        </pc:spChg>
        <pc:spChg chg="del">
          <ac:chgData name="Manuj Agrawal" userId="8275e378daeca5b2" providerId="LiveId" clId="{CCEA2C1E-CDD4-48E8-AA49-FFEC3D0C86F8}" dt="2021-11-25T08:29:35.115" v="1537" actId="478"/>
          <ac:spMkLst>
            <pc:docMk/>
            <pc:sldMk cId="1614889212" sldId="505"/>
            <ac:spMk id="52" creationId="{EA3E0325-FF03-43EC-A9B7-660F8090FAFD}"/>
          </ac:spMkLst>
        </pc:spChg>
        <pc:spChg chg="del">
          <ac:chgData name="Manuj Agrawal" userId="8275e378daeca5b2" providerId="LiveId" clId="{CCEA2C1E-CDD4-48E8-AA49-FFEC3D0C86F8}" dt="2021-11-25T08:29:32.651" v="1535" actId="478"/>
          <ac:spMkLst>
            <pc:docMk/>
            <pc:sldMk cId="1614889212" sldId="505"/>
            <ac:spMk id="54" creationId="{9593B379-BF2A-47F1-A6E2-F74A1BA3659A}"/>
          </ac:spMkLst>
        </pc:spChg>
        <pc:spChg chg="del">
          <ac:chgData name="Manuj Agrawal" userId="8275e378daeca5b2" providerId="LiveId" clId="{CCEA2C1E-CDD4-48E8-AA49-FFEC3D0C86F8}" dt="2021-11-25T08:29:34.065" v="1536" actId="478"/>
          <ac:spMkLst>
            <pc:docMk/>
            <pc:sldMk cId="1614889212" sldId="505"/>
            <ac:spMk id="55" creationId="{9989DF12-25B1-4DA4-B4F3-D0186598CC39}"/>
          </ac:spMkLst>
        </pc:spChg>
        <pc:grpChg chg="add mod">
          <ac:chgData name="Manuj Agrawal" userId="8275e378daeca5b2" providerId="LiveId" clId="{CCEA2C1E-CDD4-48E8-AA49-FFEC3D0C86F8}" dt="2021-11-25T09:30:09.562" v="1789" actId="1076"/>
          <ac:grpSpMkLst>
            <pc:docMk/>
            <pc:sldMk cId="1614889212" sldId="505"/>
            <ac:grpSpMk id="4" creationId="{23D7197B-112D-46E3-B34D-0F922DC66EA6}"/>
          </ac:grpSpMkLst>
        </pc:grpChg>
        <pc:grpChg chg="add mod">
          <ac:chgData name="Manuj Agrawal" userId="8275e378daeca5b2" providerId="LiveId" clId="{CCEA2C1E-CDD4-48E8-AA49-FFEC3D0C86F8}" dt="2021-11-25T09:29:50.698" v="1784" actId="1076"/>
          <ac:grpSpMkLst>
            <pc:docMk/>
            <pc:sldMk cId="1614889212" sldId="505"/>
            <ac:grpSpMk id="8" creationId="{BFCB86D0-BC3B-4F63-A585-CF3F4563BCA6}"/>
          </ac:grpSpMkLst>
        </pc:grpChg>
        <pc:grpChg chg="add mod">
          <ac:chgData name="Manuj Agrawal" userId="8275e378daeca5b2" providerId="LiveId" clId="{CCEA2C1E-CDD4-48E8-AA49-FFEC3D0C86F8}" dt="2021-11-25T09:29:59.418" v="1786" actId="1076"/>
          <ac:grpSpMkLst>
            <pc:docMk/>
            <pc:sldMk cId="1614889212" sldId="505"/>
            <ac:grpSpMk id="10" creationId="{774D7826-453D-4083-8E40-D967935D7EA9}"/>
          </ac:grpSpMkLst>
        </pc:grpChg>
        <pc:grpChg chg="add mod">
          <ac:chgData name="Manuj Agrawal" userId="8275e378daeca5b2" providerId="LiveId" clId="{CCEA2C1E-CDD4-48E8-AA49-FFEC3D0C86F8}" dt="2021-11-25T09:29:28.906" v="1775" actId="1076"/>
          <ac:grpSpMkLst>
            <pc:docMk/>
            <pc:sldMk cId="1614889212" sldId="505"/>
            <ac:grpSpMk id="11" creationId="{686F6DF5-460D-4FAD-842B-4A26DC9A1C4F}"/>
          </ac:grpSpMkLst>
        </pc:grpChg>
        <pc:grpChg chg="add mod">
          <ac:chgData name="Manuj Agrawal" userId="8275e378daeca5b2" providerId="LiveId" clId="{CCEA2C1E-CDD4-48E8-AA49-FFEC3D0C86F8}" dt="2021-11-25T09:29:55.466" v="1785" actId="1076"/>
          <ac:grpSpMkLst>
            <pc:docMk/>
            <pc:sldMk cId="1614889212" sldId="505"/>
            <ac:grpSpMk id="12" creationId="{4C9F3880-188A-47A8-A5BF-0C26383522F5}"/>
          </ac:grpSpMkLst>
        </pc:grpChg>
        <pc:grpChg chg="add del mod">
          <ac:chgData name="Manuj Agrawal" userId="8275e378daeca5b2" providerId="LiveId" clId="{CCEA2C1E-CDD4-48E8-AA49-FFEC3D0C86F8}" dt="2021-11-25T09:02:52.251" v="1695" actId="478"/>
          <ac:grpSpMkLst>
            <pc:docMk/>
            <pc:sldMk cId="1614889212" sldId="505"/>
            <ac:grpSpMk id="21" creationId="{330F8675-B372-4EE9-8CA5-C9584F722A13}"/>
          </ac:grpSpMkLst>
        </pc:grpChg>
        <pc:grpChg chg="add del mod">
          <ac:chgData name="Manuj Agrawal" userId="8275e378daeca5b2" providerId="LiveId" clId="{CCEA2C1E-CDD4-48E8-AA49-FFEC3D0C86F8}" dt="2021-11-25T09:27:29.266" v="1734" actId="478"/>
          <ac:grpSpMkLst>
            <pc:docMk/>
            <pc:sldMk cId="1614889212" sldId="505"/>
            <ac:grpSpMk id="30" creationId="{C0D03F5C-7C4B-48C9-9F79-304E252FE536}"/>
          </ac:grpSpMkLst>
        </pc:grpChg>
        <pc:grpChg chg="add del mod">
          <ac:chgData name="Manuj Agrawal" userId="8275e378daeca5b2" providerId="LiveId" clId="{CCEA2C1E-CDD4-48E8-AA49-FFEC3D0C86F8}" dt="2021-11-25T08:44:46.836" v="1644" actId="478"/>
          <ac:grpSpMkLst>
            <pc:docMk/>
            <pc:sldMk cId="1614889212" sldId="505"/>
            <ac:grpSpMk id="34" creationId="{F554299A-EEF9-441E-BC26-61524CBDB8EB}"/>
          </ac:grpSpMkLst>
        </pc:grpChg>
        <pc:picChg chg="add del mod">
          <ac:chgData name="Manuj Agrawal" userId="8275e378daeca5b2" providerId="LiveId" clId="{CCEA2C1E-CDD4-48E8-AA49-FFEC3D0C86F8}" dt="2021-11-25T08:31:24.517" v="1543" actId="478"/>
          <ac:picMkLst>
            <pc:docMk/>
            <pc:sldMk cId="1614889212" sldId="505"/>
            <ac:picMk id="3" creationId="{9CB9432D-1101-4A0E-A8F0-87C9C8ECCDA6}"/>
          </ac:picMkLst>
        </pc:picChg>
        <pc:picChg chg="add mod ord">
          <ac:chgData name="Manuj Agrawal" userId="8275e378daeca5b2" providerId="LiveId" clId="{CCEA2C1E-CDD4-48E8-AA49-FFEC3D0C86F8}" dt="2021-11-25T09:03:10.463" v="1702" actId="164"/>
          <ac:picMkLst>
            <pc:docMk/>
            <pc:sldMk cId="1614889212" sldId="505"/>
            <ac:picMk id="3" creationId="{9D0BC5AD-85C8-44B8-898E-89B76421B3DC}"/>
          </ac:picMkLst>
        </pc:picChg>
        <pc:picChg chg="add mod ord">
          <ac:chgData name="Manuj Agrawal" userId="8275e378daeca5b2" providerId="LiveId" clId="{CCEA2C1E-CDD4-48E8-AA49-FFEC3D0C86F8}" dt="2021-11-25T08:39:19.229" v="1627" actId="164"/>
          <ac:picMkLst>
            <pc:docMk/>
            <pc:sldMk cId="1614889212" sldId="505"/>
            <ac:picMk id="5" creationId="{381D187F-0C6C-493F-AB59-147E9AD22324}"/>
          </ac:picMkLst>
        </pc:picChg>
        <pc:picChg chg="add del mod">
          <ac:chgData name="Manuj Agrawal" userId="8275e378daeca5b2" providerId="LiveId" clId="{CCEA2C1E-CDD4-48E8-AA49-FFEC3D0C86F8}" dt="2021-11-25T13:23:05.926" v="2205" actId="21"/>
          <ac:picMkLst>
            <pc:docMk/>
            <pc:sldMk cId="1614889212" sldId="505"/>
            <ac:picMk id="6" creationId="{9D07BE40-87BC-4818-B4C4-C32BCF159186}"/>
          </ac:picMkLst>
        </pc:picChg>
        <pc:picChg chg="add mod">
          <ac:chgData name="Manuj Agrawal" userId="8275e378daeca5b2" providerId="LiveId" clId="{CCEA2C1E-CDD4-48E8-AA49-FFEC3D0C86F8}" dt="2021-11-25T09:28:29.659" v="1763" actId="164"/>
          <ac:picMkLst>
            <pc:docMk/>
            <pc:sldMk cId="1614889212" sldId="505"/>
            <ac:picMk id="7" creationId="{8B2EA56F-ED09-4539-B421-62364936AFAD}"/>
          </ac:picMkLst>
        </pc:picChg>
        <pc:picChg chg="add del mod">
          <ac:chgData name="Manuj Agrawal" userId="8275e378daeca5b2" providerId="LiveId" clId="{CCEA2C1E-CDD4-48E8-AA49-FFEC3D0C86F8}" dt="2021-11-25T08:37:28.594" v="1589" actId="478"/>
          <ac:picMkLst>
            <pc:docMk/>
            <pc:sldMk cId="1614889212" sldId="505"/>
            <ac:picMk id="7" creationId="{C0069CF9-0845-494E-A098-BD0AF5DCB3DD}"/>
          </ac:picMkLst>
        </pc:picChg>
        <pc:picChg chg="add mod">
          <ac:chgData name="Manuj Agrawal" userId="8275e378daeca5b2" providerId="LiveId" clId="{CCEA2C1E-CDD4-48E8-AA49-FFEC3D0C86F8}" dt="2021-11-25T08:44:38.874" v="1641" actId="1076"/>
          <ac:picMkLst>
            <pc:docMk/>
            <pc:sldMk cId="1614889212" sldId="505"/>
            <ac:picMk id="9" creationId="{1029E75E-D6BD-4800-BC2B-C7733FDD5B73}"/>
          </ac:picMkLst>
        </pc:picChg>
        <pc:picChg chg="del mod topLvl">
          <ac:chgData name="Manuj Agrawal" userId="8275e378daeca5b2" providerId="LiveId" clId="{CCEA2C1E-CDD4-48E8-AA49-FFEC3D0C86F8}" dt="2021-11-25T09:02:52.251" v="1695" actId="478"/>
          <ac:picMkLst>
            <pc:docMk/>
            <pc:sldMk cId="1614889212" sldId="505"/>
            <ac:picMk id="23" creationId="{F090F8CA-A1B9-406B-A1F1-C3F0CD5F563A}"/>
          </ac:picMkLst>
        </pc:picChg>
        <pc:picChg chg="add del mod">
          <ac:chgData name="Manuj Agrawal" userId="8275e378daeca5b2" providerId="LiveId" clId="{CCEA2C1E-CDD4-48E8-AA49-FFEC3D0C86F8}" dt="2021-11-25T08:38:29.196" v="1597"/>
          <ac:picMkLst>
            <pc:docMk/>
            <pc:sldMk cId="1614889212" sldId="505"/>
            <ac:picMk id="25" creationId="{1F6E20F2-D7ED-470C-98A1-A09E36E59FB3}"/>
          </ac:picMkLst>
        </pc:picChg>
        <pc:picChg chg="add del mod">
          <ac:chgData name="Manuj Agrawal" userId="8275e378daeca5b2" providerId="LiveId" clId="{CCEA2C1E-CDD4-48E8-AA49-FFEC3D0C86F8}" dt="2021-11-25T08:38:37.340" v="1600" actId="478"/>
          <ac:picMkLst>
            <pc:docMk/>
            <pc:sldMk cId="1614889212" sldId="505"/>
            <ac:picMk id="28" creationId="{E3D9AC82-187C-441A-891E-7D9686A2BD22}"/>
          </ac:picMkLst>
        </pc:picChg>
        <pc:picChg chg="add mod">
          <ac:chgData name="Manuj Agrawal" userId="8275e378daeca5b2" providerId="LiveId" clId="{CCEA2C1E-CDD4-48E8-AA49-FFEC3D0C86F8}" dt="2021-11-25T08:46:43.627" v="1659" actId="164"/>
          <ac:picMkLst>
            <pc:docMk/>
            <pc:sldMk cId="1614889212" sldId="505"/>
            <ac:picMk id="33" creationId="{C331C8AB-3294-411B-BB32-3FB55A68466B}"/>
          </ac:picMkLst>
        </pc:picChg>
        <pc:picChg chg="del mod topLvl">
          <ac:chgData name="Manuj Agrawal" userId="8275e378daeca5b2" providerId="LiveId" clId="{CCEA2C1E-CDD4-48E8-AA49-FFEC3D0C86F8}" dt="2021-11-25T09:27:29.266" v="1734" actId="478"/>
          <ac:picMkLst>
            <pc:docMk/>
            <pc:sldMk cId="1614889212" sldId="505"/>
            <ac:picMk id="34" creationId="{39F081EF-68B8-4232-B733-77892BD54D95}"/>
          </ac:picMkLst>
        </pc:picChg>
        <pc:picChg chg="del mod topLvl">
          <ac:chgData name="Manuj Agrawal" userId="8275e378daeca5b2" providerId="LiveId" clId="{CCEA2C1E-CDD4-48E8-AA49-FFEC3D0C86F8}" dt="2021-11-25T08:44:46.836" v="1644" actId="478"/>
          <ac:picMkLst>
            <pc:docMk/>
            <pc:sldMk cId="1614889212" sldId="505"/>
            <ac:picMk id="36" creationId="{07B09CFC-ABBB-4C32-83A1-CF5553F6510E}"/>
          </ac:picMkLst>
        </pc:picChg>
      </pc:sldChg>
      <pc:sldChg chg="addSp delSp modSp add mod">
        <pc:chgData name="Manuj Agrawal" userId="8275e378daeca5b2" providerId="LiveId" clId="{CCEA2C1E-CDD4-48E8-AA49-FFEC3D0C86F8}" dt="2021-11-26T08:54:41.451" v="5907" actId="20577"/>
        <pc:sldMkLst>
          <pc:docMk/>
          <pc:sldMk cId="3922207980" sldId="506"/>
        </pc:sldMkLst>
        <pc:spChg chg="del">
          <ac:chgData name="Manuj Agrawal" userId="8275e378daeca5b2" providerId="LiveId" clId="{CCEA2C1E-CDD4-48E8-AA49-FFEC3D0C86F8}" dt="2021-11-25T09:54:28.156" v="1830" actId="478"/>
          <ac:spMkLst>
            <pc:docMk/>
            <pc:sldMk cId="3922207980" sldId="506"/>
            <ac:spMk id="10" creationId="{8E3E6EFA-BA2F-4437-ACD8-77662336E505}"/>
          </ac:spMkLst>
        </pc:spChg>
        <pc:spChg chg="add del mod">
          <ac:chgData name="Manuj Agrawal" userId="8275e378daeca5b2" providerId="LiveId" clId="{CCEA2C1E-CDD4-48E8-AA49-FFEC3D0C86F8}" dt="2021-11-25T13:33:19.341" v="2250"/>
          <ac:spMkLst>
            <pc:docMk/>
            <pc:sldMk cId="3922207980" sldId="506"/>
            <ac:spMk id="10" creationId="{E1C3C321-A790-4671-B507-6CB141D46E69}"/>
          </ac:spMkLst>
        </pc:spChg>
        <pc:spChg chg="del mod topLvl">
          <ac:chgData name="Manuj Agrawal" userId="8275e378daeca5b2" providerId="LiveId" clId="{CCEA2C1E-CDD4-48E8-AA49-FFEC3D0C86F8}" dt="2021-11-25T13:37:04.715" v="2296" actId="478"/>
          <ac:spMkLst>
            <pc:docMk/>
            <pc:sldMk cId="3922207980" sldId="506"/>
            <ac:spMk id="20" creationId="{1DADE8BA-6E91-483C-9C94-5F1260DD4A5F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25" creationId="{D01602CB-B2A9-4F22-9144-D685CE9B4D67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26" creationId="{4FBF7BAA-9BC7-4A44-962B-9B4F17A223F2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27" creationId="{39BA4F0E-8A97-402A-823E-E77C39108C8C}"/>
          </ac:spMkLst>
        </pc:spChg>
        <pc:spChg chg="del">
          <ac:chgData name="Manuj Agrawal" userId="8275e378daeca5b2" providerId="LiveId" clId="{CCEA2C1E-CDD4-48E8-AA49-FFEC3D0C86F8}" dt="2021-11-25T09:54:28.156" v="1830" actId="478"/>
          <ac:spMkLst>
            <pc:docMk/>
            <pc:sldMk cId="3922207980" sldId="506"/>
            <ac:spMk id="28" creationId="{9495699C-987C-4480-8B56-B6C978DBF31A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28" creationId="{9B6107C6-2D66-4CE1-967B-70E456D65460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29" creationId="{6B911115-2759-4EE5-8654-718C1D6BE953}"/>
          </ac:spMkLst>
        </pc:spChg>
        <pc:spChg chg="mod">
          <ac:chgData name="Manuj Agrawal" userId="8275e378daeca5b2" providerId="LiveId" clId="{CCEA2C1E-CDD4-48E8-AA49-FFEC3D0C86F8}" dt="2021-11-25T13:37:58.971" v="2314" actId="1076"/>
          <ac:spMkLst>
            <pc:docMk/>
            <pc:sldMk cId="3922207980" sldId="506"/>
            <ac:spMk id="30" creationId="{BDE6493C-A71C-489F-99B3-E390E19EF63B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31" creationId="{FC9E06EB-3596-4BC2-AD23-243B4A0D2014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32" creationId="{031E3FB5-4A8E-489E-B734-2E59A8DA2CBC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33" creationId="{FA777E47-BA8E-4756-87E6-DE1073A439FC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34" creationId="{CFC15C6C-B4BE-4082-BD96-3601A829A496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35" creationId="{4A09534F-B0FA-4920-BE3D-1003F717E761}"/>
          </ac:spMkLst>
        </pc:spChg>
        <pc:spChg chg="del">
          <ac:chgData name="Manuj Agrawal" userId="8275e378daeca5b2" providerId="LiveId" clId="{CCEA2C1E-CDD4-48E8-AA49-FFEC3D0C86F8}" dt="2021-11-25T09:54:28.156" v="1830" actId="478"/>
          <ac:spMkLst>
            <pc:docMk/>
            <pc:sldMk cId="3922207980" sldId="506"/>
            <ac:spMk id="35" creationId="{DA5E8DF1-DFF1-4272-ADD0-215C857F2473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36" creationId="{81203E09-E559-4BBB-BEBC-9851AE77C6AA}"/>
          </ac:spMkLst>
        </pc:spChg>
        <pc:spChg chg="add mod">
          <ac:chgData name="Manuj Agrawal" userId="8275e378daeca5b2" providerId="LiveId" clId="{CCEA2C1E-CDD4-48E8-AA49-FFEC3D0C86F8}" dt="2021-11-25T13:41:40.039" v="2396" actId="164"/>
          <ac:spMkLst>
            <pc:docMk/>
            <pc:sldMk cId="3922207980" sldId="506"/>
            <ac:spMk id="38" creationId="{B47AC6E2-C298-4B10-8C8B-FFE92DF52417}"/>
          </ac:spMkLst>
        </pc:spChg>
        <pc:spChg chg="add mod">
          <ac:chgData name="Manuj Agrawal" userId="8275e378daeca5b2" providerId="LiveId" clId="{CCEA2C1E-CDD4-48E8-AA49-FFEC3D0C86F8}" dt="2021-11-25T13:41:40.039" v="2396" actId="164"/>
          <ac:spMkLst>
            <pc:docMk/>
            <pc:sldMk cId="3922207980" sldId="506"/>
            <ac:spMk id="39" creationId="{F39089E6-A403-4758-8A63-48FDA9463423}"/>
          </ac:spMkLst>
        </pc:spChg>
        <pc:spChg chg="add mod">
          <ac:chgData name="Manuj Agrawal" userId="8275e378daeca5b2" providerId="LiveId" clId="{CCEA2C1E-CDD4-48E8-AA49-FFEC3D0C86F8}" dt="2021-11-25T13:40:37.707" v="2359" actId="1076"/>
          <ac:spMkLst>
            <pc:docMk/>
            <pc:sldMk cId="3922207980" sldId="506"/>
            <ac:spMk id="41" creationId="{87BE44FD-8929-4227-8A23-D7A78BEAB6DE}"/>
          </ac:spMkLst>
        </pc:spChg>
        <pc:spChg chg="add mod">
          <ac:chgData name="Manuj Agrawal" userId="8275e378daeca5b2" providerId="LiveId" clId="{CCEA2C1E-CDD4-48E8-AA49-FFEC3D0C86F8}" dt="2021-11-25T13:40:49.163" v="2361" actId="1076"/>
          <ac:spMkLst>
            <pc:docMk/>
            <pc:sldMk cId="3922207980" sldId="506"/>
            <ac:spMk id="42" creationId="{E94F7367-2F63-40FB-8D06-A75A45AB118A}"/>
          </ac:spMkLst>
        </pc:spChg>
        <pc:spChg chg="add mod">
          <ac:chgData name="Manuj Agrawal" userId="8275e378daeca5b2" providerId="LiveId" clId="{CCEA2C1E-CDD4-48E8-AA49-FFEC3D0C86F8}" dt="2021-11-25T13:41:20.716" v="2395" actId="20577"/>
          <ac:spMkLst>
            <pc:docMk/>
            <pc:sldMk cId="3922207980" sldId="506"/>
            <ac:spMk id="43" creationId="{40802156-2A7E-4464-ABDE-6933A33EDD13}"/>
          </ac:spMkLst>
        </pc:spChg>
        <pc:spChg chg="del">
          <ac:chgData name="Manuj Agrawal" userId="8275e378daeca5b2" providerId="LiveId" clId="{CCEA2C1E-CDD4-48E8-AA49-FFEC3D0C86F8}" dt="2021-11-25T09:54:28.156" v="1830" actId="478"/>
          <ac:spMkLst>
            <pc:docMk/>
            <pc:sldMk cId="3922207980" sldId="506"/>
            <ac:spMk id="45" creationId="{EC5ABE69-7C12-4A63-9910-9FCDB8D56F5D}"/>
          </ac:spMkLst>
        </pc:spChg>
        <pc:spChg chg="mod">
          <ac:chgData name="Manuj Agrawal" userId="8275e378daeca5b2" providerId="LiveId" clId="{CCEA2C1E-CDD4-48E8-AA49-FFEC3D0C86F8}" dt="2021-11-25T13:42:43.831" v="2398"/>
          <ac:spMkLst>
            <pc:docMk/>
            <pc:sldMk cId="3922207980" sldId="506"/>
            <ac:spMk id="46" creationId="{24BB6A65-A7A1-4208-8A63-7D295ADC25C5}"/>
          </ac:spMkLst>
        </pc:spChg>
        <pc:spChg chg="add mod">
          <ac:chgData name="Manuj Agrawal" userId="8275e378daeca5b2" providerId="LiveId" clId="{CCEA2C1E-CDD4-48E8-AA49-FFEC3D0C86F8}" dt="2021-11-25T18:47:27.884" v="4122" actId="1076"/>
          <ac:spMkLst>
            <pc:docMk/>
            <pc:sldMk cId="3922207980" sldId="506"/>
            <ac:spMk id="48" creationId="{07A46A93-7AD0-4D68-B818-26632908A698}"/>
          </ac:spMkLst>
        </pc:spChg>
        <pc:spChg chg="del">
          <ac:chgData name="Manuj Agrawal" userId="8275e378daeca5b2" providerId="LiveId" clId="{CCEA2C1E-CDD4-48E8-AA49-FFEC3D0C86F8}" dt="2021-11-25T09:54:28.156" v="1830" actId="478"/>
          <ac:spMkLst>
            <pc:docMk/>
            <pc:sldMk cId="3922207980" sldId="506"/>
            <ac:spMk id="48" creationId="{E81CB46A-C215-495E-94F0-472F253D4C3F}"/>
          </ac:spMkLst>
        </pc:spChg>
        <pc:spChg chg="add del mod topLvl">
          <ac:chgData name="Manuj Agrawal" userId="8275e378daeca5b2" providerId="LiveId" clId="{CCEA2C1E-CDD4-48E8-AA49-FFEC3D0C86F8}" dt="2021-11-25T14:04:59.726" v="2540" actId="478"/>
          <ac:spMkLst>
            <pc:docMk/>
            <pc:sldMk cId="3922207980" sldId="506"/>
            <ac:spMk id="50" creationId="{11E313E5-E1EC-44A6-BEB7-82E9E894CF06}"/>
          </ac:spMkLst>
        </pc:spChg>
        <pc:spChg chg="mod topLvl">
          <ac:chgData name="Manuj Agrawal" userId="8275e378daeca5b2" providerId="LiveId" clId="{CCEA2C1E-CDD4-48E8-AA49-FFEC3D0C86F8}" dt="2021-11-25T14:05:27.108" v="2548" actId="1076"/>
          <ac:spMkLst>
            <pc:docMk/>
            <pc:sldMk cId="3922207980" sldId="506"/>
            <ac:spMk id="51" creationId="{CAF82B13-1345-48AF-B911-02E1EC0B596E}"/>
          </ac:spMkLst>
        </pc:spChg>
        <pc:spChg chg="mod">
          <ac:chgData name="Manuj Agrawal" userId="8275e378daeca5b2" providerId="LiveId" clId="{CCEA2C1E-CDD4-48E8-AA49-FFEC3D0C86F8}" dt="2021-11-25T13:44:48.478" v="2403"/>
          <ac:spMkLst>
            <pc:docMk/>
            <pc:sldMk cId="3922207980" sldId="506"/>
            <ac:spMk id="53" creationId="{D817A524-EB19-4884-9DB2-B3A00263AABA}"/>
          </ac:spMkLst>
        </pc:spChg>
        <pc:spChg chg="del">
          <ac:chgData name="Manuj Agrawal" userId="8275e378daeca5b2" providerId="LiveId" clId="{CCEA2C1E-CDD4-48E8-AA49-FFEC3D0C86F8}" dt="2021-11-25T09:54:28.156" v="1830" actId="478"/>
          <ac:spMkLst>
            <pc:docMk/>
            <pc:sldMk cId="3922207980" sldId="506"/>
            <ac:spMk id="54" creationId="{1FC40863-AE0E-4274-B96F-FD68E4A40D9F}"/>
          </ac:spMkLst>
        </pc:spChg>
        <pc:spChg chg="mod">
          <ac:chgData name="Manuj Agrawal" userId="8275e378daeca5b2" providerId="LiveId" clId="{CCEA2C1E-CDD4-48E8-AA49-FFEC3D0C86F8}" dt="2021-11-25T14:05:37.836" v="2549" actId="1076"/>
          <ac:spMkLst>
            <pc:docMk/>
            <pc:sldMk cId="3922207980" sldId="506"/>
            <ac:spMk id="54" creationId="{ACB3E7B1-F08E-4CE9-B020-A6A273F4C2D2}"/>
          </ac:spMkLst>
        </pc:spChg>
        <pc:spChg chg="add del mod">
          <ac:chgData name="Manuj Agrawal" userId="8275e378daeca5b2" providerId="LiveId" clId="{CCEA2C1E-CDD4-48E8-AA49-FFEC3D0C86F8}" dt="2021-11-25T18:47:17.330" v="4119" actId="478"/>
          <ac:spMkLst>
            <pc:docMk/>
            <pc:sldMk cId="3922207980" sldId="506"/>
            <ac:spMk id="55" creationId="{6EC11BDD-275B-4916-AF5E-C03ECCF8A8DF}"/>
          </ac:spMkLst>
        </pc:spChg>
        <pc:spChg chg="add mod">
          <ac:chgData name="Manuj Agrawal" userId="8275e378daeca5b2" providerId="LiveId" clId="{CCEA2C1E-CDD4-48E8-AA49-FFEC3D0C86F8}" dt="2021-11-26T08:54:41.451" v="5907" actId="20577"/>
          <ac:spMkLst>
            <pc:docMk/>
            <pc:sldMk cId="3922207980" sldId="506"/>
            <ac:spMk id="56" creationId="{00F44435-6633-4363-981D-E07255351B53}"/>
          </ac:spMkLst>
        </pc:s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2" creationId="{6CB2FEE1-44A7-4D43-A27D-A82FCDD05CC8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3" creationId="{A3FDD2E9-501F-4EF5-8941-A6BFC16697F4}"/>
          </ac:grpSpMkLst>
        </pc:grpChg>
        <pc:grpChg chg="add del mod">
          <ac:chgData name="Manuj Agrawal" userId="8275e378daeca5b2" providerId="LiveId" clId="{CCEA2C1E-CDD4-48E8-AA49-FFEC3D0C86F8}" dt="2021-11-25T13:37:04.715" v="2296" actId="478"/>
          <ac:grpSpMkLst>
            <pc:docMk/>
            <pc:sldMk cId="3922207980" sldId="506"/>
            <ac:grpSpMk id="19" creationId="{5E0E884D-8F5E-442A-A43E-EB4EE216F24C}"/>
          </ac:grpSpMkLst>
        </pc:grpChg>
        <pc:grpChg chg="mod topLvl">
          <ac:chgData name="Manuj Agrawal" userId="8275e378daeca5b2" providerId="LiveId" clId="{CCEA2C1E-CDD4-48E8-AA49-FFEC3D0C86F8}" dt="2021-11-25T13:41:40.039" v="2396" actId="164"/>
          <ac:grpSpMkLst>
            <pc:docMk/>
            <pc:sldMk cId="3922207980" sldId="506"/>
            <ac:grpSpMk id="21" creationId="{8A1BC43F-4F34-4DC4-8D98-52252EF912D3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21" creationId="{FEA16168-7901-4366-AA59-9A9B8C0DDCBC}"/>
          </ac:grpSpMkLst>
        </pc:grpChg>
        <pc:grpChg chg="mod">
          <ac:chgData name="Manuj Agrawal" userId="8275e378daeca5b2" providerId="LiveId" clId="{CCEA2C1E-CDD4-48E8-AA49-FFEC3D0C86F8}" dt="2021-11-25T13:37:02.063" v="2294"/>
          <ac:grpSpMkLst>
            <pc:docMk/>
            <pc:sldMk cId="3922207980" sldId="506"/>
            <ac:grpSpMk id="22" creationId="{CBCB4B9E-79C3-4BC4-B497-5491234771A4}"/>
          </ac:grpSpMkLst>
        </pc:grpChg>
        <pc:grpChg chg="mod">
          <ac:chgData name="Manuj Agrawal" userId="8275e378daeca5b2" providerId="LiveId" clId="{CCEA2C1E-CDD4-48E8-AA49-FFEC3D0C86F8}" dt="2021-11-25T13:37:02.063" v="2294"/>
          <ac:grpSpMkLst>
            <pc:docMk/>
            <pc:sldMk cId="3922207980" sldId="506"/>
            <ac:grpSpMk id="23" creationId="{2A7A80D8-7594-4030-BAF4-63EA3706EB6D}"/>
          </ac:grpSpMkLst>
        </pc:grpChg>
        <pc:grpChg chg="mod">
          <ac:chgData name="Manuj Agrawal" userId="8275e378daeca5b2" providerId="LiveId" clId="{CCEA2C1E-CDD4-48E8-AA49-FFEC3D0C86F8}" dt="2021-11-25T13:37:02.063" v="2294"/>
          <ac:grpSpMkLst>
            <pc:docMk/>
            <pc:sldMk cId="3922207980" sldId="506"/>
            <ac:grpSpMk id="24" creationId="{22BA527A-8EF0-4852-97DC-AF4C0F64D481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26" creationId="{FF62D83C-7C82-413E-8608-ED1181028B2E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32" creationId="{0BFE91C9-CCF0-442E-A525-E3315640A23F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36" creationId="{649380A8-A0DF-443C-B878-782DADA6A8FF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39" creationId="{6592E0E7-0E14-4979-94B3-02312549ED4F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42" creationId="{7E1872CC-D5A3-475B-AF31-B935ED88E172}"/>
          </ac:grpSpMkLst>
        </pc:grpChg>
        <pc:grpChg chg="add mod">
          <ac:chgData name="Manuj Agrawal" userId="8275e378daeca5b2" providerId="LiveId" clId="{CCEA2C1E-CDD4-48E8-AA49-FFEC3D0C86F8}" dt="2021-11-25T13:41:44.435" v="2397" actId="1076"/>
          <ac:grpSpMkLst>
            <pc:docMk/>
            <pc:sldMk cId="3922207980" sldId="506"/>
            <ac:grpSpMk id="44" creationId="{6844AB0A-7872-4D13-8E24-97A874C24D53}"/>
          </ac:grpSpMkLst>
        </pc:grpChg>
        <pc:grpChg chg="add mod">
          <ac:chgData name="Manuj Agrawal" userId="8275e378daeca5b2" providerId="LiveId" clId="{CCEA2C1E-CDD4-48E8-AA49-FFEC3D0C86F8}" dt="2021-11-25T18:47:27.884" v="4122" actId="1076"/>
          <ac:grpSpMkLst>
            <pc:docMk/>
            <pc:sldMk cId="3922207980" sldId="506"/>
            <ac:grpSpMk id="45" creationId="{C8461DAF-B6E6-42FE-B17C-87440967E7AE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46" creationId="{9C4BE7C5-6239-48B7-B301-45469A0A64E8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49" creationId="{5B0287DC-3ED4-4540-A3D0-4B32DE7BDCFD}"/>
          </ac:grpSpMkLst>
        </pc:grpChg>
        <pc:grpChg chg="add del mod">
          <ac:chgData name="Manuj Agrawal" userId="8275e378daeca5b2" providerId="LiveId" clId="{CCEA2C1E-CDD4-48E8-AA49-FFEC3D0C86F8}" dt="2021-11-25T14:05:09.396" v="2545" actId="1076"/>
          <ac:grpSpMkLst>
            <pc:docMk/>
            <pc:sldMk cId="3922207980" sldId="506"/>
            <ac:grpSpMk id="49" creationId="{8761D1F9-D9CB-417A-A2CE-9DDEDF0C204D}"/>
          </ac:grpSpMkLst>
        </pc:grpChg>
        <pc:grpChg chg="add mod">
          <ac:chgData name="Manuj Agrawal" userId="8275e378daeca5b2" providerId="LiveId" clId="{CCEA2C1E-CDD4-48E8-AA49-FFEC3D0C86F8}" dt="2021-11-25T14:05:07.028" v="2544" actId="1076"/>
          <ac:grpSpMkLst>
            <pc:docMk/>
            <pc:sldMk cId="3922207980" sldId="506"/>
            <ac:grpSpMk id="52" creationId="{CB486120-DAE7-4FED-A7A3-E2F75EAFCD49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58" creationId="{312A7C37-B69E-4FD9-B04A-F88E02CD1751}"/>
          </ac:grpSpMkLst>
        </pc:grpChg>
        <pc:picChg chg="add del mod">
          <ac:chgData name="Manuj Agrawal" userId="8275e378daeca5b2" providerId="LiveId" clId="{CCEA2C1E-CDD4-48E8-AA49-FFEC3D0C86F8}" dt="2021-11-25T13:31:21.563" v="2243" actId="478"/>
          <ac:picMkLst>
            <pc:docMk/>
            <pc:sldMk cId="3922207980" sldId="506"/>
            <ac:picMk id="3" creationId="{CC4132B7-1516-45C9-B471-A6A959890A73}"/>
          </ac:picMkLst>
        </pc:picChg>
        <pc:picChg chg="add del mod">
          <ac:chgData name="Manuj Agrawal" userId="8275e378daeca5b2" providerId="LiveId" clId="{CCEA2C1E-CDD4-48E8-AA49-FFEC3D0C86F8}" dt="2021-11-25T13:35:01.538" v="2267" actId="478"/>
          <ac:picMkLst>
            <pc:docMk/>
            <pc:sldMk cId="3922207980" sldId="506"/>
            <ac:picMk id="5" creationId="{458FBFD5-0B8A-476E-883C-B008B4D0CC2A}"/>
          </ac:picMkLst>
        </pc:picChg>
        <pc:picChg chg="add del mod">
          <ac:chgData name="Manuj Agrawal" userId="8275e378daeca5b2" providerId="LiveId" clId="{CCEA2C1E-CDD4-48E8-AA49-FFEC3D0C86F8}" dt="2021-11-25T13:31:01.307" v="2238" actId="478"/>
          <ac:picMkLst>
            <pc:docMk/>
            <pc:sldMk cId="3922207980" sldId="506"/>
            <ac:picMk id="7" creationId="{A0AFD8F5-E902-456E-A582-45A8EBDAE0F7}"/>
          </ac:picMkLst>
        </pc:picChg>
        <pc:picChg chg="add del mod modCrop">
          <ac:chgData name="Manuj Agrawal" userId="8275e378daeca5b2" providerId="LiveId" clId="{CCEA2C1E-CDD4-48E8-AA49-FFEC3D0C86F8}" dt="2021-11-25T13:35:00.323" v="2263" actId="478"/>
          <ac:picMkLst>
            <pc:docMk/>
            <pc:sldMk cId="3922207980" sldId="506"/>
            <ac:picMk id="9" creationId="{C922C92B-7A03-4D6D-97B9-25633079AADB}"/>
          </ac:picMkLst>
        </pc:picChg>
        <pc:picChg chg="add mod">
          <ac:chgData name="Manuj Agrawal" userId="8275e378daeca5b2" providerId="LiveId" clId="{CCEA2C1E-CDD4-48E8-AA49-FFEC3D0C86F8}" dt="2021-11-25T13:41:40.039" v="2396" actId="164"/>
          <ac:picMkLst>
            <pc:docMk/>
            <pc:sldMk cId="3922207980" sldId="506"/>
            <ac:picMk id="12" creationId="{2934E7DF-E77C-4644-BE3F-44DC138E75CA}"/>
          </ac:picMkLst>
        </pc:picChg>
        <pc:picChg chg="add del mod">
          <ac:chgData name="Manuj Agrawal" userId="8275e378daeca5b2" providerId="LiveId" clId="{CCEA2C1E-CDD4-48E8-AA49-FFEC3D0C86F8}" dt="2021-11-25T13:33:54.571" v="2257" actId="478"/>
          <ac:picMkLst>
            <pc:docMk/>
            <pc:sldMk cId="3922207980" sldId="506"/>
            <ac:picMk id="14" creationId="{50CE4420-DB65-495F-9524-4AE906ADA4D9}"/>
          </ac:picMkLst>
        </pc:picChg>
        <pc:picChg chg="add del mod">
          <ac:chgData name="Manuj Agrawal" userId="8275e378daeca5b2" providerId="LiveId" clId="{CCEA2C1E-CDD4-48E8-AA49-FFEC3D0C86F8}" dt="2021-11-25T13:34:36.442" v="2261" actId="478"/>
          <ac:picMkLst>
            <pc:docMk/>
            <pc:sldMk cId="3922207980" sldId="506"/>
            <ac:picMk id="16" creationId="{58004037-C7D8-4331-B4A9-FCD5D593209A}"/>
          </ac:picMkLst>
        </pc:picChg>
        <pc:picChg chg="add mod modCrop">
          <ac:chgData name="Manuj Agrawal" userId="8275e378daeca5b2" providerId="LiveId" clId="{CCEA2C1E-CDD4-48E8-AA49-FFEC3D0C86F8}" dt="2021-11-25T15:57:53.232" v="3457" actId="1076"/>
          <ac:picMkLst>
            <pc:docMk/>
            <pc:sldMk cId="3922207980" sldId="506"/>
            <ac:picMk id="18" creationId="{6C966C46-CBE9-4BF2-A620-5D9139922A6B}"/>
          </ac:picMkLst>
        </pc:picChg>
        <pc:picChg chg="add mod">
          <ac:chgData name="Manuj Agrawal" userId="8275e378daeca5b2" providerId="LiveId" clId="{CCEA2C1E-CDD4-48E8-AA49-FFEC3D0C86F8}" dt="2021-11-25T13:41:40.039" v="2396" actId="164"/>
          <ac:picMkLst>
            <pc:docMk/>
            <pc:sldMk cId="3922207980" sldId="506"/>
            <ac:picMk id="37" creationId="{B7566616-249C-4CFE-8365-5B28F3ECD645}"/>
          </ac:picMkLst>
        </pc:picChg>
        <pc:picChg chg="add mod">
          <ac:chgData name="Manuj Agrawal" userId="8275e378daeca5b2" providerId="LiveId" clId="{CCEA2C1E-CDD4-48E8-AA49-FFEC3D0C86F8}" dt="2021-11-25T18:39:36.497" v="4072" actId="14100"/>
          <ac:picMkLst>
            <pc:docMk/>
            <pc:sldMk cId="3922207980" sldId="506"/>
            <ac:picMk id="40" creationId="{6E05DD6B-34B9-47A8-A8FD-66AA0A3C19D8}"/>
          </ac:picMkLst>
        </pc:picChg>
        <pc:picChg chg="mod">
          <ac:chgData name="Manuj Agrawal" userId="8275e378daeca5b2" providerId="LiveId" clId="{CCEA2C1E-CDD4-48E8-AA49-FFEC3D0C86F8}" dt="2021-11-25T13:42:43.831" v="2398"/>
          <ac:picMkLst>
            <pc:docMk/>
            <pc:sldMk cId="3922207980" sldId="506"/>
            <ac:picMk id="47" creationId="{48693A62-9C39-47AE-AEE0-8DA693BDAE19}"/>
          </ac:picMkLst>
        </pc:picChg>
      </pc:sldChg>
      <pc:sldChg chg="addSp delSp modSp add mod">
        <pc:chgData name="Manuj Agrawal" userId="8275e378daeca5b2" providerId="LiveId" clId="{CCEA2C1E-CDD4-48E8-AA49-FFEC3D0C86F8}" dt="2021-11-26T09:36:14.514" v="5982" actId="1076"/>
        <pc:sldMkLst>
          <pc:docMk/>
          <pc:sldMk cId="3139977492" sldId="507"/>
        </pc:sldMkLst>
        <pc:spChg chg="mod">
          <ac:chgData name="Manuj Agrawal" userId="8275e378daeca5b2" providerId="LiveId" clId="{CCEA2C1E-CDD4-48E8-AA49-FFEC3D0C86F8}" dt="2021-11-25T15:57:07.597" v="3449"/>
          <ac:spMkLst>
            <pc:docMk/>
            <pc:sldMk cId="3139977492" sldId="507"/>
            <ac:spMk id="3" creationId="{C29F103C-EFB2-4555-B152-4141C0D7037B}"/>
          </ac:spMkLst>
        </pc:spChg>
        <pc:spChg chg="add mod">
          <ac:chgData name="Manuj Agrawal" userId="8275e378daeca5b2" providerId="LiveId" clId="{CCEA2C1E-CDD4-48E8-AA49-FFEC3D0C86F8}" dt="2021-11-25T16:52:06.527" v="4071" actId="1076"/>
          <ac:spMkLst>
            <pc:docMk/>
            <pc:sldMk cId="3139977492" sldId="507"/>
            <ac:spMk id="5" creationId="{49745AD4-7714-4793-8FF3-B0FCA3C2EAE8}"/>
          </ac:spMkLst>
        </pc:spChg>
        <pc:spChg chg="mod">
          <ac:chgData name="Manuj Agrawal" userId="8275e378daeca5b2" providerId="LiveId" clId="{CCEA2C1E-CDD4-48E8-AA49-FFEC3D0C86F8}" dt="2021-11-25T15:59:32.431" v="3500" actId="1076"/>
          <ac:spMkLst>
            <pc:docMk/>
            <pc:sldMk cId="3139977492" sldId="507"/>
            <ac:spMk id="7" creationId="{48D6ABC7-0452-4419-88AA-2E3328FF891F}"/>
          </ac:spMkLst>
        </pc:spChg>
        <pc:spChg chg="mod">
          <ac:chgData name="Manuj Agrawal" userId="8275e378daeca5b2" providerId="LiveId" clId="{CCEA2C1E-CDD4-48E8-AA49-FFEC3D0C86F8}" dt="2021-11-26T09:36:14.514" v="5982" actId="1076"/>
          <ac:spMkLst>
            <pc:docMk/>
            <pc:sldMk cId="3139977492" sldId="507"/>
            <ac:spMk id="8" creationId="{DAC6335B-F968-4EA7-9FCC-CD3B1C410A0C}"/>
          </ac:spMkLst>
        </pc:spChg>
        <pc:spChg chg="add del mod">
          <ac:chgData name="Manuj Agrawal" userId="8275e378daeca5b2" providerId="LiveId" clId="{CCEA2C1E-CDD4-48E8-AA49-FFEC3D0C86F8}" dt="2021-11-25T16:39:26.746" v="3978"/>
          <ac:spMkLst>
            <pc:docMk/>
            <pc:sldMk cId="3139977492" sldId="507"/>
            <ac:spMk id="9" creationId="{1157841E-EBD3-4300-8981-D8176FE0E0B4}"/>
          </ac:spMkLst>
        </pc:spChg>
        <pc:spChg chg="del">
          <ac:chgData name="Manuj Agrawal" userId="8275e378daeca5b2" providerId="LiveId" clId="{CCEA2C1E-CDD4-48E8-AA49-FFEC3D0C86F8}" dt="2021-11-25T09:54:31.652" v="1831" actId="478"/>
          <ac:spMkLst>
            <pc:docMk/>
            <pc:sldMk cId="3139977492" sldId="507"/>
            <ac:spMk id="10" creationId="{8E3E6EFA-BA2F-4437-ACD8-77662336E505}"/>
          </ac:spMkLst>
        </pc:spChg>
        <pc:spChg chg="add mod">
          <ac:chgData name="Manuj Agrawal" userId="8275e378daeca5b2" providerId="LiveId" clId="{CCEA2C1E-CDD4-48E8-AA49-FFEC3D0C86F8}" dt="2021-11-26T08:54:47.122" v="5909" actId="20577"/>
          <ac:spMkLst>
            <pc:docMk/>
            <pc:sldMk cId="3139977492" sldId="507"/>
            <ac:spMk id="12" creationId="{9809EA00-F0A4-4A26-9EE8-BA24FCFB6614}"/>
          </ac:spMkLst>
        </pc:spChg>
        <pc:spChg chg="del">
          <ac:chgData name="Manuj Agrawal" userId="8275e378daeca5b2" providerId="LiveId" clId="{CCEA2C1E-CDD4-48E8-AA49-FFEC3D0C86F8}" dt="2021-11-25T09:54:31.652" v="1831" actId="478"/>
          <ac:spMkLst>
            <pc:docMk/>
            <pc:sldMk cId="3139977492" sldId="507"/>
            <ac:spMk id="28" creationId="{9495699C-987C-4480-8B56-B6C978DBF31A}"/>
          </ac:spMkLst>
        </pc:spChg>
        <pc:spChg chg="del">
          <ac:chgData name="Manuj Agrawal" userId="8275e378daeca5b2" providerId="LiveId" clId="{CCEA2C1E-CDD4-48E8-AA49-FFEC3D0C86F8}" dt="2021-11-25T09:54:31.652" v="1831" actId="478"/>
          <ac:spMkLst>
            <pc:docMk/>
            <pc:sldMk cId="3139977492" sldId="507"/>
            <ac:spMk id="35" creationId="{DA5E8DF1-DFF1-4272-ADD0-215C857F2473}"/>
          </ac:spMkLst>
        </pc:spChg>
        <pc:spChg chg="del">
          <ac:chgData name="Manuj Agrawal" userId="8275e378daeca5b2" providerId="LiveId" clId="{CCEA2C1E-CDD4-48E8-AA49-FFEC3D0C86F8}" dt="2021-11-25T09:54:31.652" v="1831" actId="478"/>
          <ac:spMkLst>
            <pc:docMk/>
            <pc:sldMk cId="3139977492" sldId="507"/>
            <ac:spMk id="45" creationId="{EC5ABE69-7C12-4A63-9910-9FCDB8D56F5D}"/>
          </ac:spMkLst>
        </pc:spChg>
        <pc:spChg chg="del">
          <ac:chgData name="Manuj Agrawal" userId="8275e378daeca5b2" providerId="LiveId" clId="{CCEA2C1E-CDD4-48E8-AA49-FFEC3D0C86F8}" dt="2021-11-25T09:54:31.652" v="1831" actId="478"/>
          <ac:spMkLst>
            <pc:docMk/>
            <pc:sldMk cId="3139977492" sldId="507"/>
            <ac:spMk id="48" creationId="{E81CB46A-C215-495E-94F0-472F253D4C3F}"/>
          </ac:spMkLst>
        </pc:spChg>
        <pc:spChg chg="del">
          <ac:chgData name="Manuj Agrawal" userId="8275e378daeca5b2" providerId="LiveId" clId="{CCEA2C1E-CDD4-48E8-AA49-FFEC3D0C86F8}" dt="2021-11-25T09:54:31.652" v="1831" actId="478"/>
          <ac:spMkLst>
            <pc:docMk/>
            <pc:sldMk cId="3139977492" sldId="507"/>
            <ac:spMk id="54" creationId="{1FC40863-AE0E-4274-B96F-FD68E4A40D9F}"/>
          </ac:spMkLst>
        </pc:s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2" creationId="{6CB2FEE1-44A7-4D43-A27D-A82FCDD05CC8}"/>
          </ac:grpSpMkLst>
        </pc:grpChg>
        <pc:grpChg chg="add del mod">
          <ac:chgData name="Manuj Agrawal" userId="8275e378daeca5b2" providerId="LiveId" clId="{CCEA2C1E-CDD4-48E8-AA49-FFEC3D0C86F8}" dt="2021-11-25T16:52:06.527" v="4071" actId="1076"/>
          <ac:grpSpMkLst>
            <pc:docMk/>
            <pc:sldMk cId="3139977492" sldId="507"/>
            <ac:grpSpMk id="2" creationId="{D613A88D-7AA4-4483-8DCE-B4145B68ED75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3" creationId="{A3FDD2E9-501F-4EF5-8941-A6BFC16697F4}"/>
          </ac:grpSpMkLst>
        </pc:grpChg>
        <pc:grpChg chg="add mod">
          <ac:chgData name="Manuj Agrawal" userId="8275e378daeca5b2" providerId="LiveId" clId="{CCEA2C1E-CDD4-48E8-AA49-FFEC3D0C86F8}" dt="2021-11-25T18:48:26.835" v="4134" actId="1076"/>
          <ac:grpSpMkLst>
            <pc:docMk/>
            <pc:sldMk cId="3139977492" sldId="507"/>
            <ac:grpSpMk id="6" creationId="{85093947-E58F-4863-8FD0-141CB04F47F7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21" creationId="{FEA16168-7901-4366-AA59-9A9B8C0DDCBC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26" creationId="{FF62D83C-7C82-413E-8608-ED1181028B2E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32" creationId="{0BFE91C9-CCF0-442E-A525-E3315640A23F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36" creationId="{649380A8-A0DF-443C-B878-782DADA6A8FF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39" creationId="{6592E0E7-0E14-4979-94B3-02312549ED4F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42" creationId="{7E1872CC-D5A3-475B-AF31-B935ED88E172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46" creationId="{9C4BE7C5-6239-48B7-B301-45469A0A64E8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49" creationId="{5B0287DC-3ED4-4540-A3D0-4B32DE7BDCFD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58" creationId="{312A7C37-B69E-4FD9-B04A-F88E02CD1751}"/>
          </ac:grpSpMkLst>
        </pc:grpChg>
        <pc:picChg chg="mod">
          <ac:chgData name="Manuj Agrawal" userId="8275e378daeca5b2" providerId="LiveId" clId="{CCEA2C1E-CDD4-48E8-AA49-FFEC3D0C86F8}" dt="2021-11-25T16:39:25.930" v="3976" actId="1076"/>
          <ac:picMkLst>
            <pc:docMk/>
            <pc:sldMk cId="3139977492" sldId="507"/>
            <ac:picMk id="4" creationId="{23C68B03-2AC3-4C69-9697-952567B0BC00}"/>
          </ac:picMkLst>
        </pc:picChg>
        <pc:picChg chg="add mod modCrop">
          <ac:chgData name="Manuj Agrawal" userId="8275e378daeca5b2" providerId="LiveId" clId="{CCEA2C1E-CDD4-48E8-AA49-FFEC3D0C86F8}" dt="2021-11-25T18:40:29.048" v="4076" actId="1076"/>
          <ac:picMkLst>
            <pc:docMk/>
            <pc:sldMk cId="3139977492" sldId="507"/>
            <ac:picMk id="11" creationId="{2EEB53AD-02DA-4281-87E4-CBC1A2012714}"/>
          </ac:picMkLst>
        </pc:picChg>
      </pc:sldChg>
      <pc:sldChg chg="add del">
        <pc:chgData name="Manuj Agrawal" userId="8275e378daeca5b2" providerId="LiveId" clId="{CCEA2C1E-CDD4-48E8-AA49-FFEC3D0C86F8}" dt="2021-11-25T09:54:32.647" v="1832" actId="47"/>
        <pc:sldMkLst>
          <pc:docMk/>
          <pc:sldMk cId="1286174948" sldId="508"/>
        </pc:sldMkLst>
      </pc:sldChg>
      <pc:sldChg chg="addSp delSp modSp add mod">
        <pc:chgData name="Manuj Agrawal" userId="8275e378daeca5b2" providerId="LiveId" clId="{CCEA2C1E-CDD4-48E8-AA49-FFEC3D0C86F8}" dt="2021-11-26T08:54:39.747" v="5906" actId="20577"/>
        <pc:sldMkLst>
          <pc:docMk/>
          <pc:sldMk cId="3558071778" sldId="508"/>
        </pc:sldMkLst>
        <pc:spChg chg="del">
          <ac:chgData name="Manuj Agrawal" userId="8275e378daeca5b2" providerId="LiveId" clId="{CCEA2C1E-CDD4-48E8-AA49-FFEC3D0C86F8}" dt="2021-11-25T14:09:42.124" v="2586" actId="478"/>
          <ac:spMkLst>
            <pc:docMk/>
            <pc:sldMk cId="3558071778" sldId="508"/>
            <ac:spMk id="41" creationId="{87BE44FD-8929-4227-8A23-D7A78BEAB6DE}"/>
          </ac:spMkLst>
        </pc:spChg>
        <pc:spChg chg="del">
          <ac:chgData name="Manuj Agrawal" userId="8275e378daeca5b2" providerId="LiveId" clId="{CCEA2C1E-CDD4-48E8-AA49-FFEC3D0C86F8}" dt="2021-11-25T14:09:42.972" v="2588" actId="478"/>
          <ac:spMkLst>
            <pc:docMk/>
            <pc:sldMk cId="3558071778" sldId="508"/>
            <ac:spMk id="42" creationId="{E94F7367-2F63-40FB-8D06-A75A45AB118A}"/>
          </ac:spMkLst>
        </pc:spChg>
        <pc:spChg chg="del mod">
          <ac:chgData name="Manuj Agrawal" userId="8275e378daeca5b2" providerId="LiveId" clId="{CCEA2C1E-CDD4-48E8-AA49-FFEC3D0C86F8}" dt="2021-11-25T14:09:44.036" v="2590" actId="478"/>
          <ac:spMkLst>
            <pc:docMk/>
            <pc:sldMk cId="3558071778" sldId="508"/>
            <ac:spMk id="43" creationId="{40802156-2A7E-4464-ABDE-6933A33EDD13}"/>
          </ac:spMkLst>
        </pc:spChg>
        <pc:spChg chg="del">
          <ac:chgData name="Manuj Agrawal" userId="8275e378daeca5b2" providerId="LiveId" clId="{CCEA2C1E-CDD4-48E8-AA49-FFEC3D0C86F8}" dt="2021-11-25T14:06:42.332" v="2556" actId="478"/>
          <ac:spMkLst>
            <pc:docMk/>
            <pc:sldMk cId="3558071778" sldId="508"/>
            <ac:spMk id="48" creationId="{07A46A93-7AD0-4D68-B818-26632908A698}"/>
          </ac:spMkLst>
        </pc:spChg>
        <pc:spChg chg="mod">
          <ac:chgData name="Manuj Agrawal" userId="8275e378daeca5b2" providerId="LiveId" clId="{CCEA2C1E-CDD4-48E8-AA49-FFEC3D0C86F8}" dt="2021-11-25T14:06:33.050" v="2553"/>
          <ac:spMkLst>
            <pc:docMk/>
            <pc:sldMk cId="3558071778" sldId="508"/>
            <ac:spMk id="56" creationId="{DC3AF22B-D9C1-4433-94E5-CA648C68B475}"/>
          </ac:spMkLst>
        </pc:spChg>
        <pc:spChg chg="mod topLvl">
          <ac:chgData name="Manuj Agrawal" userId="8275e378daeca5b2" providerId="LiveId" clId="{CCEA2C1E-CDD4-48E8-AA49-FFEC3D0C86F8}" dt="2021-11-25T16:34:46.801" v="3927" actId="164"/>
          <ac:spMkLst>
            <pc:docMk/>
            <pc:sldMk cId="3558071778" sldId="508"/>
            <ac:spMk id="59" creationId="{F3D98673-FCB4-4156-9363-CD834E4ABEF7}"/>
          </ac:spMkLst>
        </pc:spChg>
        <pc:spChg chg="add mod">
          <ac:chgData name="Manuj Agrawal" userId="8275e378daeca5b2" providerId="LiveId" clId="{CCEA2C1E-CDD4-48E8-AA49-FFEC3D0C86F8}" dt="2021-11-25T16:34:46.801" v="3927" actId="164"/>
          <ac:spMkLst>
            <pc:docMk/>
            <pc:sldMk cId="3558071778" sldId="508"/>
            <ac:spMk id="61" creationId="{DBBD8241-A32A-4542-A229-D19AE7CB6E29}"/>
          </ac:spMkLst>
        </pc:spChg>
        <pc:spChg chg="add del mod">
          <ac:chgData name="Manuj Agrawal" userId="8275e378daeca5b2" providerId="LiveId" clId="{CCEA2C1E-CDD4-48E8-AA49-FFEC3D0C86F8}" dt="2021-11-25T14:09:59.069" v="2593"/>
          <ac:spMkLst>
            <pc:docMk/>
            <pc:sldMk cId="3558071778" sldId="508"/>
            <ac:spMk id="63" creationId="{144603DF-78E6-420C-9DBC-20F7866AB34F}"/>
          </ac:spMkLst>
        </pc:spChg>
        <pc:spChg chg="add mod">
          <ac:chgData name="Manuj Agrawal" userId="8275e378daeca5b2" providerId="LiveId" clId="{CCEA2C1E-CDD4-48E8-AA49-FFEC3D0C86F8}" dt="2021-11-25T16:46:07.851" v="3998" actId="14861"/>
          <ac:spMkLst>
            <pc:docMk/>
            <pc:sldMk cId="3558071778" sldId="508"/>
            <ac:spMk id="64" creationId="{AE0B9849-666A-4115-A04E-F79F6C3B13F5}"/>
          </ac:spMkLst>
        </pc:spChg>
        <pc:spChg chg="add mod">
          <ac:chgData name="Manuj Agrawal" userId="8275e378daeca5b2" providerId="LiveId" clId="{CCEA2C1E-CDD4-48E8-AA49-FFEC3D0C86F8}" dt="2021-11-25T16:46:53.230" v="4020" actId="20577"/>
          <ac:spMkLst>
            <pc:docMk/>
            <pc:sldMk cId="3558071778" sldId="508"/>
            <ac:spMk id="65" creationId="{8E393A79-A444-4546-B5E9-4CF502C3AFF3}"/>
          </ac:spMkLst>
        </pc:spChg>
        <pc:spChg chg="add mod">
          <ac:chgData name="Manuj Agrawal" userId="8275e378daeca5b2" providerId="LiveId" clId="{CCEA2C1E-CDD4-48E8-AA49-FFEC3D0C86F8}" dt="2021-11-25T16:46:02.912" v="3997" actId="14861"/>
          <ac:spMkLst>
            <pc:docMk/>
            <pc:sldMk cId="3558071778" sldId="508"/>
            <ac:spMk id="66" creationId="{334D6B73-891D-472C-BB4F-1990815EC4EB}"/>
          </ac:spMkLst>
        </pc:spChg>
        <pc:spChg chg="add mod">
          <ac:chgData name="Manuj Agrawal" userId="8275e378daeca5b2" providerId="LiveId" clId="{CCEA2C1E-CDD4-48E8-AA49-FFEC3D0C86F8}" dt="2021-11-25T15:55:29.117" v="3442" actId="164"/>
          <ac:spMkLst>
            <pc:docMk/>
            <pc:sldMk cId="3558071778" sldId="508"/>
            <ac:spMk id="67" creationId="{CB0486CF-73E8-4F3A-A2DF-81DA3E090F57}"/>
          </ac:spMkLst>
        </pc:spChg>
        <pc:spChg chg="add mod">
          <ac:chgData name="Manuj Agrawal" userId="8275e378daeca5b2" providerId="LiveId" clId="{CCEA2C1E-CDD4-48E8-AA49-FFEC3D0C86F8}" dt="2021-11-25T16:46:23.121" v="4000" actId="14861"/>
          <ac:spMkLst>
            <pc:docMk/>
            <pc:sldMk cId="3558071778" sldId="508"/>
            <ac:spMk id="68" creationId="{2040E616-B33D-44D5-A818-5C3BF8DA2E61}"/>
          </ac:spMkLst>
        </pc:spChg>
        <pc:spChg chg="add mod">
          <ac:chgData name="Manuj Agrawal" userId="8275e378daeca5b2" providerId="LiveId" clId="{CCEA2C1E-CDD4-48E8-AA49-FFEC3D0C86F8}" dt="2021-11-25T16:46:46.467" v="4012" actId="20577"/>
          <ac:spMkLst>
            <pc:docMk/>
            <pc:sldMk cId="3558071778" sldId="508"/>
            <ac:spMk id="69" creationId="{998E259F-B6CF-432C-8A69-96230A7E6C67}"/>
          </ac:spMkLst>
        </pc:spChg>
        <pc:spChg chg="mod">
          <ac:chgData name="Manuj Agrawal" userId="8275e378daeca5b2" providerId="LiveId" clId="{CCEA2C1E-CDD4-48E8-AA49-FFEC3D0C86F8}" dt="2021-11-25T15:36:15.509" v="2779"/>
          <ac:spMkLst>
            <pc:docMk/>
            <pc:sldMk cId="3558071778" sldId="508"/>
            <ac:spMk id="71" creationId="{866D5081-23F4-4E50-AC95-E2A0107A8825}"/>
          </ac:spMkLst>
        </pc:spChg>
        <pc:spChg chg="add mod">
          <ac:chgData name="Manuj Agrawal" userId="8275e378daeca5b2" providerId="LiveId" clId="{CCEA2C1E-CDD4-48E8-AA49-FFEC3D0C86F8}" dt="2021-11-25T16:35:20.427" v="3941" actId="164"/>
          <ac:spMkLst>
            <pc:docMk/>
            <pc:sldMk cId="3558071778" sldId="508"/>
            <ac:spMk id="73" creationId="{2C23DD91-11FE-4C55-AF1F-17138765E6C2}"/>
          </ac:spMkLst>
        </pc:spChg>
        <pc:spChg chg="mod">
          <ac:chgData name="Manuj Agrawal" userId="8275e378daeca5b2" providerId="LiveId" clId="{CCEA2C1E-CDD4-48E8-AA49-FFEC3D0C86F8}" dt="2021-11-25T16:45:53.680" v="3996" actId="14861"/>
          <ac:spMkLst>
            <pc:docMk/>
            <pc:sldMk cId="3558071778" sldId="508"/>
            <ac:spMk id="75" creationId="{2ED24DE3-8596-4495-9ADB-CE7464F24F3F}"/>
          </ac:spMkLst>
        </pc:spChg>
        <pc:spChg chg="mod">
          <ac:chgData name="Manuj Agrawal" userId="8275e378daeca5b2" providerId="LiveId" clId="{CCEA2C1E-CDD4-48E8-AA49-FFEC3D0C86F8}" dt="2021-11-25T16:38:40.097" v="3966" actId="1076"/>
          <ac:spMkLst>
            <pc:docMk/>
            <pc:sldMk cId="3558071778" sldId="508"/>
            <ac:spMk id="76" creationId="{9F4C594D-28E7-467E-9409-2FDFCAFB928C}"/>
          </ac:spMkLst>
        </pc:spChg>
        <pc:spChg chg="mod">
          <ac:chgData name="Manuj Agrawal" userId="8275e378daeca5b2" providerId="LiveId" clId="{CCEA2C1E-CDD4-48E8-AA49-FFEC3D0C86F8}" dt="2021-11-25T15:38:15.868" v="2783"/>
          <ac:spMkLst>
            <pc:docMk/>
            <pc:sldMk cId="3558071778" sldId="508"/>
            <ac:spMk id="78" creationId="{2E5509FD-0830-49BE-B8DD-49DB6BAF0F61}"/>
          </ac:spMkLst>
        </pc:spChg>
        <pc:spChg chg="mod">
          <ac:chgData name="Manuj Agrawal" userId="8275e378daeca5b2" providerId="LiveId" clId="{CCEA2C1E-CDD4-48E8-AA49-FFEC3D0C86F8}" dt="2021-11-25T16:32:54.889" v="3906" actId="1076"/>
          <ac:spMkLst>
            <pc:docMk/>
            <pc:sldMk cId="3558071778" sldId="508"/>
            <ac:spMk id="79" creationId="{F30C3D66-B7D9-4470-9E92-C2459E4C7705}"/>
          </ac:spMkLst>
        </pc:spChg>
        <pc:spChg chg="mod">
          <ac:chgData name="Manuj Agrawal" userId="8275e378daeca5b2" providerId="LiveId" clId="{CCEA2C1E-CDD4-48E8-AA49-FFEC3D0C86F8}" dt="2021-11-25T15:38:31.325" v="2785"/>
          <ac:spMkLst>
            <pc:docMk/>
            <pc:sldMk cId="3558071778" sldId="508"/>
            <ac:spMk id="81" creationId="{54CF84A9-5BC8-4017-970C-713B867451C2}"/>
          </ac:spMkLst>
        </pc:spChg>
        <pc:spChg chg="mod">
          <ac:chgData name="Manuj Agrawal" userId="8275e378daeca5b2" providerId="LiveId" clId="{CCEA2C1E-CDD4-48E8-AA49-FFEC3D0C86F8}" dt="2021-11-25T15:41:52.943" v="3102" actId="20577"/>
          <ac:spMkLst>
            <pc:docMk/>
            <pc:sldMk cId="3558071778" sldId="508"/>
            <ac:spMk id="82" creationId="{6E3C89BD-8330-4014-A564-FDA8BEDCA463}"/>
          </ac:spMkLst>
        </pc:spChg>
        <pc:spChg chg="mod">
          <ac:chgData name="Manuj Agrawal" userId="8275e378daeca5b2" providerId="LiveId" clId="{CCEA2C1E-CDD4-48E8-AA49-FFEC3D0C86F8}" dt="2021-11-25T16:46:16.081" v="3999" actId="14861"/>
          <ac:spMkLst>
            <pc:docMk/>
            <pc:sldMk cId="3558071778" sldId="508"/>
            <ac:spMk id="84" creationId="{931879A0-D156-4791-B3AD-DD42888F9B54}"/>
          </ac:spMkLst>
        </pc:spChg>
        <pc:spChg chg="mod">
          <ac:chgData name="Manuj Agrawal" userId="8275e378daeca5b2" providerId="LiveId" clId="{CCEA2C1E-CDD4-48E8-AA49-FFEC3D0C86F8}" dt="2021-11-25T16:46:49.595" v="4016" actId="20577"/>
          <ac:spMkLst>
            <pc:docMk/>
            <pc:sldMk cId="3558071778" sldId="508"/>
            <ac:spMk id="85" creationId="{D066F3B6-7A3E-4D8A-B624-3C92398D50E2}"/>
          </ac:spMkLst>
        </pc:spChg>
        <pc:spChg chg="add mod">
          <ac:chgData name="Manuj Agrawal" userId="8275e378daeca5b2" providerId="LiveId" clId="{CCEA2C1E-CDD4-48E8-AA49-FFEC3D0C86F8}" dt="2021-11-26T08:54:39.747" v="5906" actId="20577"/>
          <ac:spMkLst>
            <pc:docMk/>
            <pc:sldMk cId="3558071778" sldId="508"/>
            <ac:spMk id="86" creationId="{E6D78FE2-115E-4B44-B160-9E460360C0E5}"/>
          </ac:spMkLst>
        </pc:spChg>
        <pc:grpChg chg="add mod">
          <ac:chgData name="Manuj Agrawal" userId="8275e378daeca5b2" providerId="LiveId" clId="{CCEA2C1E-CDD4-48E8-AA49-FFEC3D0C86F8}" dt="2021-11-25T16:38:01.778" v="3962" actId="1076"/>
          <ac:grpSpMkLst>
            <pc:docMk/>
            <pc:sldMk cId="3558071778" sldId="508"/>
            <ac:grpSpMk id="2" creationId="{7B434BFC-E357-4590-8EC7-F4F5BE57B668}"/>
          </ac:grpSpMkLst>
        </pc:grpChg>
        <pc:grpChg chg="add mod">
          <ac:chgData name="Manuj Agrawal" userId="8275e378daeca5b2" providerId="LiveId" clId="{CCEA2C1E-CDD4-48E8-AA49-FFEC3D0C86F8}" dt="2021-11-25T16:38:01.778" v="3962" actId="1076"/>
          <ac:grpSpMkLst>
            <pc:docMk/>
            <pc:sldMk cId="3558071778" sldId="508"/>
            <ac:grpSpMk id="3" creationId="{B1A27F38-E6B7-4DA0-8DBE-81C6C8DB2BCE}"/>
          </ac:grpSpMkLst>
        </pc:grpChg>
        <pc:grpChg chg="add mod">
          <ac:chgData name="Manuj Agrawal" userId="8275e378daeca5b2" providerId="LiveId" clId="{CCEA2C1E-CDD4-48E8-AA49-FFEC3D0C86F8}" dt="2021-11-25T16:38:01.778" v="3962" actId="1076"/>
          <ac:grpSpMkLst>
            <pc:docMk/>
            <pc:sldMk cId="3558071778" sldId="508"/>
            <ac:grpSpMk id="4" creationId="{606CAC70-2C82-475B-A4F6-8EA938A583B2}"/>
          </ac:grpSpMkLst>
        </pc:grpChg>
        <pc:grpChg chg="add mod">
          <ac:chgData name="Manuj Agrawal" userId="8275e378daeca5b2" providerId="LiveId" clId="{CCEA2C1E-CDD4-48E8-AA49-FFEC3D0C86F8}" dt="2021-11-25T16:38:01.778" v="3962" actId="1076"/>
          <ac:grpSpMkLst>
            <pc:docMk/>
            <pc:sldMk cId="3558071778" sldId="508"/>
            <ac:grpSpMk id="5" creationId="{BCF52D7B-C193-4C96-A399-9411F8240ADD}"/>
          </ac:grpSpMkLst>
        </pc:grpChg>
        <pc:grpChg chg="add mod">
          <ac:chgData name="Manuj Agrawal" userId="8275e378daeca5b2" providerId="LiveId" clId="{CCEA2C1E-CDD4-48E8-AA49-FFEC3D0C86F8}" dt="2021-11-25T16:38:13.625" v="3963" actId="1076"/>
          <ac:grpSpMkLst>
            <pc:docMk/>
            <pc:sldMk cId="3558071778" sldId="508"/>
            <ac:grpSpMk id="6" creationId="{2D05F6AE-6D5E-4EB1-B9F7-4CBA74BD4D7C}"/>
          </ac:grpSpMkLst>
        </pc:grpChg>
        <pc:grpChg chg="del">
          <ac:chgData name="Manuj Agrawal" userId="8275e378daeca5b2" providerId="LiveId" clId="{CCEA2C1E-CDD4-48E8-AA49-FFEC3D0C86F8}" dt="2021-11-25T14:09:44.588" v="2591" actId="478"/>
          <ac:grpSpMkLst>
            <pc:docMk/>
            <pc:sldMk cId="3558071778" sldId="508"/>
            <ac:grpSpMk id="44" creationId="{6844AB0A-7872-4D13-8E24-97A874C24D53}"/>
          </ac:grpSpMkLst>
        </pc:grpChg>
        <pc:grpChg chg="add del">
          <ac:chgData name="Manuj Agrawal" userId="8275e378daeca5b2" providerId="LiveId" clId="{CCEA2C1E-CDD4-48E8-AA49-FFEC3D0C86F8}" dt="2021-11-25T14:06:40.924" v="2555" actId="478"/>
          <ac:grpSpMkLst>
            <pc:docMk/>
            <pc:sldMk cId="3558071778" sldId="508"/>
            <ac:grpSpMk id="45" creationId="{C8461DAF-B6E6-42FE-B17C-87440967E7AE}"/>
          </ac:grpSpMkLst>
        </pc:grpChg>
        <pc:grpChg chg="del">
          <ac:chgData name="Manuj Agrawal" userId="8275e378daeca5b2" providerId="LiveId" clId="{CCEA2C1E-CDD4-48E8-AA49-FFEC3D0C86F8}" dt="2021-11-25T14:10:44.964" v="2601" actId="478"/>
          <ac:grpSpMkLst>
            <pc:docMk/>
            <pc:sldMk cId="3558071778" sldId="508"/>
            <ac:grpSpMk id="49" creationId="{8761D1F9-D9CB-417A-A2CE-9DDEDF0C204D}"/>
          </ac:grpSpMkLst>
        </pc:grpChg>
        <pc:grpChg chg="del">
          <ac:chgData name="Manuj Agrawal" userId="8275e378daeca5b2" providerId="LiveId" clId="{CCEA2C1E-CDD4-48E8-AA49-FFEC3D0C86F8}" dt="2021-11-25T14:10:44.964" v="2601" actId="478"/>
          <ac:grpSpMkLst>
            <pc:docMk/>
            <pc:sldMk cId="3558071778" sldId="508"/>
            <ac:grpSpMk id="52" creationId="{CB486120-DAE7-4FED-A7A3-E2F75EAFCD49}"/>
          </ac:grpSpMkLst>
        </pc:grpChg>
        <pc:grpChg chg="add del mod">
          <ac:chgData name="Manuj Agrawal" userId="8275e378daeca5b2" providerId="LiveId" clId="{CCEA2C1E-CDD4-48E8-AA49-FFEC3D0C86F8}" dt="2021-11-25T14:07:09.596" v="2563" actId="478"/>
          <ac:grpSpMkLst>
            <pc:docMk/>
            <pc:sldMk cId="3558071778" sldId="508"/>
            <ac:grpSpMk id="55" creationId="{6903C379-D2C7-4919-9ABA-59A8225B3E7A}"/>
          </ac:grpSpMkLst>
        </pc:grpChg>
        <pc:grpChg chg="add del mod">
          <ac:chgData name="Manuj Agrawal" userId="8275e378daeca5b2" providerId="LiveId" clId="{CCEA2C1E-CDD4-48E8-AA49-FFEC3D0C86F8}" dt="2021-11-25T14:07:19.988" v="2565" actId="478"/>
          <ac:grpSpMkLst>
            <pc:docMk/>
            <pc:sldMk cId="3558071778" sldId="508"/>
            <ac:grpSpMk id="58" creationId="{123DAEEF-3CA8-4DAE-9037-4067B0EF795A}"/>
          </ac:grpSpMkLst>
        </pc:grpChg>
        <pc:grpChg chg="add mod">
          <ac:chgData name="Manuj Agrawal" userId="8275e378daeca5b2" providerId="LiveId" clId="{CCEA2C1E-CDD4-48E8-AA49-FFEC3D0C86F8}" dt="2021-11-25T16:35:20.427" v="3941" actId="164"/>
          <ac:grpSpMkLst>
            <pc:docMk/>
            <pc:sldMk cId="3558071778" sldId="508"/>
            <ac:grpSpMk id="70" creationId="{4B64FFDD-92B0-4AA6-96E0-E573A2EA15F5}"/>
          </ac:grpSpMkLst>
        </pc:grpChg>
        <pc:grpChg chg="add mod">
          <ac:chgData name="Manuj Agrawal" userId="8275e378daeca5b2" providerId="LiveId" clId="{CCEA2C1E-CDD4-48E8-AA49-FFEC3D0C86F8}" dt="2021-11-25T16:38:13.625" v="3963" actId="1076"/>
          <ac:grpSpMkLst>
            <pc:docMk/>
            <pc:sldMk cId="3558071778" sldId="508"/>
            <ac:grpSpMk id="74" creationId="{60AF1144-EE01-49A9-BFF5-5F082E5B8EA9}"/>
          </ac:grpSpMkLst>
        </pc:grpChg>
        <pc:grpChg chg="add mod">
          <ac:chgData name="Manuj Agrawal" userId="8275e378daeca5b2" providerId="LiveId" clId="{CCEA2C1E-CDD4-48E8-AA49-FFEC3D0C86F8}" dt="2021-11-25T16:38:13.625" v="3963" actId="1076"/>
          <ac:grpSpMkLst>
            <pc:docMk/>
            <pc:sldMk cId="3558071778" sldId="508"/>
            <ac:grpSpMk id="77" creationId="{35E95617-E2EE-42EF-AABE-0927A213FB9A}"/>
          </ac:grpSpMkLst>
        </pc:grpChg>
        <pc:grpChg chg="add del mod">
          <ac:chgData name="Manuj Agrawal" userId="8275e378daeca5b2" providerId="LiveId" clId="{CCEA2C1E-CDD4-48E8-AA49-FFEC3D0C86F8}" dt="2021-11-25T15:42:48.423" v="3103" actId="478"/>
          <ac:grpSpMkLst>
            <pc:docMk/>
            <pc:sldMk cId="3558071778" sldId="508"/>
            <ac:grpSpMk id="80" creationId="{90C4129D-55DD-4D51-A8D3-50B7B595A1A6}"/>
          </ac:grpSpMkLst>
        </pc:grpChg>
        <pc:grpChg chg="add mod">
          <ac:chgData name="Manuj Agrawal" userId="8275e378daeca5b2" providerId="LiveId" clId="{CCEA2C1E-CDD4-48E8-AA49-FFEC3D0C86F8}" dt="2021-11-25T16:38:01.778" v="3962" actId="1076"/>
          <ac:grpSpMkLst>
            <pc:docMk/>
            <pc:sldMk cId="3558071778" sldId="508"/>
            <ac:grpSpMk id="83" creationId="{698A1BE5-E878-4C94-A9E8-02F4CD98D769}"/>
          </ac:grpSpMkLst>
        </pc:grpChg>
        <pc:picChg chg="del">
          <ac:chgData name="Manuj Agrawal" userId="8275e378daeca5b2" providerId="LiveId" clId="{CCEA2C1E-CDD4-48E8-AA49-FFEC3D0C86F8}" dt="2021-11-25T14:09:41.764" v="2585" actId="478"/>
          <ac:picMkLst>
            <pc:docMk/>
            <pc:sldMk cId="3558071778" sldId="508"/>
            <ac:picMk id="18" creationId="{6C966C46-CBE9-4BF2-A620-5D9139922A6B}"/>
          </ac:picMkLst>
        </pc:picChg>
        <pc:picChg chg="del">
          <ac:chgData name="Manuj Agrawal" userId="8275e378daeca5b2" providerId="LiveId" clId="{CCEA2C1E-CDD4-48E8-AA49-FFEC3D0C86F8}" dt="2021-11-25T14:09:42.664" v="2587" actId="478"/>
          <ac:picMkLst>
            <pc:docMk/>
            <pc:sldMk cId="3558071778" sldId="508"/>
            <ac:picMk id="40" creationId="{6E05DD6B-34B9-47A8-A8FD-66AA0A3C19D8}"/>
          </ac:picMkLst>
        </pc:picChg>
        <pc:picChg chg="mod">
          <ac:chgData name="Manuj Agrawal" userId="8275e378daeca5b2" providerId="LiveId" clId="{CCEA2C1E-CDD4-48E8-AA49-FFEC3D0C86F8}" dt="2021-11-25T14:06:33.050" v="2553"/>
          <ac:picMkLst>
            <pc:docMk/>
            <pc:sldMk cId="3558071778" sldId="508"/>
            <ac:picMk id="57" creationId="{F9DFA65D-96D2-4DAA-A254-8FCADA0B6DA0}"/>
          </ac:picMkLst>
        </pc:picChg>
        <pc:picChg chg="del mod topLvl">
          <ac:chgData name="Manuj Agrawal" userId="8275e378daeca5b2" providerId="LiveId" clId="{CCEA2C1E-CDD4-48E8-AA49-FFEC3D0C86F8}" dt="2021-11-25T14:07:19.988" v="2565" actId="478"/>
          <ac:picMkLst>
            <pc:docMk/>
            <pc:sldMk cId="3558071778" sldId="508"/>
            <ac:picMk id="60" creationId="{7CC0A5CE-FDEA-4772-8852-DB2C652BA414}"/>
          </ac:picMkLst>
        </pc:picChg>
        <pc:picChg chg="add mod">
          <ac:chgData name="Manuj Agrawal" userId="8275e378daeca5b2" providerId="LiveId" clId="{CCEA2C1E-CDD4-48E8-AA49-FFEC3D0C86F8}" dt="2021-11-25T16:34:46.801" v="3927" actId="164"/>
          <ac:picMkLst>
            <pc:docMk/>
            <pc:sldMk cId="3558071778" sldId="508"/>
            <ac:picMk id="62" creationId="{B4637E5D-1F94-467C-B397-1EEE6682A977}"/>
          </ac:picMkLst>
        </pc:picChg>
        <pc:picChg chg="mod">
          <ac:chgData name="Manuj Agrawal" userId="8275e378daeca5b2" providerId="LiveId" clId="{CCEA2C1E-CDD4-48E8-AA49-FFEC3D0C86F8}" dt="2021-11-25T15:36:15.509" v="2779"/>
          <ac:picMkLst>
            <pc:docMk/>
            <pc:sldMk cId="3558071778" sldId="508"/>
            <ac:picMk id="72" creationId="{11DDCCA0-E43F-42EC-AC39-3530CFBDC12F}"/>
          </ac:picMkLst>
        </pc:picChg>
      </pc:sldChg>
      <pc:sldChg chg="addSp modSp add mod ord">
        <pc:chgData name="Manuj Agrawal" userId="8275e378daeca5b2" providerId="LiveId" clId="{CCEA2C1E-CDD4-48E8-AA49-FFEC3D0C86F8}" dt="2021-11-25T18:49:52.842" v="4137" actId="1076"/>
        <pc:sldMkLst>
          <pc:docMk/>
          <pc:sldMk cId="779782093" sldId="509"/>
        </pc:sldMkLst>
        <pc:spChg chg="add mod">
          <ac:chgData name="Manuj Agrawal" userId="8275e378daeca5b2" providerId="LiveId" clId="{CCEA2C1E-CDD4-48E8-AA49-FFEC3D0C86F8}" dt="2021-11-25T16:09:51.393" v="3771" actId="20577"/>
          <ac:spMkLst>
            <pc:docMk/>
            <pc:sldMk cId="779782093" sldId="509"/>
            <ac:spMk id="12" creationId="{77BB407C-3743-4F18-91B5-B05E45CC47F0}"/>
          </ac:spMkLst>
        </pc:spChg>
        <pc:spChg chg="add mod">
          <ac:chgData name="Manuj Agrawal" userId="8275e378daeca5b2" providerId="LiveId" clId="{CCEA2C1E-CDD4-48E8-AA49-FFEC3D0C86F8}" dt="2021-11-25T16:09:58.168" v="3780" actId="20577"/>
          <ac:spMkLst>
            <pc:docMk/>
            <pc:sldMk cId="779782093" sldId="509"/>
            <ac:spMk id="13" creationId="{3B06627D-B71F-420B-814C-D88D7DA54208}"/>
          </ac:spMkLst>
        </pc:spChg>
        <pc:spChg chg="mod">
          <ac:chgData name="Manuj Agrawal" userId="8275e378daeca5b2" providerId="LiveId" clId="{CCEA2C1E-CDD4-48E8-AA49-FFEC3D0C86F8}" dt="2021-11-25T14:35:07.125" v="2690" actId="20577"/>
          <ac:spMkLst>
            <pc:docMk/>
            <pc:sldMk cId="779782093" sldId="509"/>
            <ac:spMk id="16" creationId="{CCBF5BF0-3B8A-436E-99D6-A56580D2A253}"/>
          </ac:spMkLst>
        </pc:spChg>
        <pc:spChg chg="add mod">
          <ac:chgData name="Manuj Agrawal" userId="8275e378daeca5b2" providerId="LiveId" clId="{CCEA2C1E-CDD4-48E8-AA49-FFEC3D0C86F8}" dt="2021-11-25T16:05:21.825" v="3669" actId="20577"/>
          <ac:spMkLst>
            <pc:docMk/>
            <pc:sldMk cId="779782093" sldId="509"/>
            <ac:spMk id="17" creationId="{7CB4278A-0FCB-48D5-A981-FAA2F5D21932}"/>
          </ac:spMkLst>
        </pc:spChg>
        <pc:spChg chg="mod">
          <ac:chgData name="Manuj Agrawal" userId="8275e378daeca5b2" providerId="LiveId" clId="{CCEA2C1E-CDD4-48E8-AA49-FFEC3D0C86F8}" dt="2021-11-25T18:49:48.546" v="4136" actId="1076"/>
          <ac:spMkLst>
            <pc:docMk/>
            <pc:sldMk cId="779782093" sldId="509"/>
            <ac:spMk id="21" creationId="{F7FD0578-A9D5-4093-8310-DF82763A12AC}"/>
          </ac:spMkLst>
        </pc:spChg>
        <pc:spChg chg="mod">
          <ac:chgData name="Manuj Agrawal" userId="8275e378daeca5b2" providerId="LiveId" clId="{CCEA2C1E-CDD4-48E8-AA49-FFEC3D0C86F8}" dt="2021-11-25T18:49:52.842" v="4137" actId="1076"/>
          <ac:spMkLst>
            <pc:docMk/>
            <pc:sldMk cId="779782093" sldId="509"/>
            <ac:spMk id="22" creationId="{CD35668E-8E0D-405C-8DD0-B008F582FF87}"/>
          </ac:spMkLst>
        </pc:spChg>
      </pc:sldChg>
      <pc:sldChg chg="addSp delSp modSp add mod ord">
        <pc:chgData name="Manuj Agrawal" userId="8275e378daeca5b2" providerId="LiveId" clId="{CCEA2C1E-CDD4-48E8-AA49-FFEC3D0C86F8}" dt="2021-11-26T09:36:20.938" v="5983" actId="1076"/>
        <pc:sldMkLst>
          <pc:docMk/>
          <pc:sldMk cId="2864755014" sldId="510"/>
        </pc:sldMkLst>
        <pc:spChg chg="del mod">
          <ac:chgData name="Manuj Agrawal" userId="8275e378daeca5b2" providerId="LiveId" clId="{CCEA2C1E-CDD4-48E8-AA49-FFEC3D0C86F8}" dt="2021-11-25T15:57:28.688" v="3455" actId="478"/>
          <ac:spMkLst>
            <pc:docMk/>
            <pc:sldMk cId="2864755014" sldId="510"/>
            <ac:spMk id="5" creationId="{49745AD4-7714-4793-8FF3-B0FCA3C2EAE8}"/>
          </ac:spMkLst>
        </pc:spChg>
        <pc:spChg chg="mod">
          <ac:chgData name="Manuj Agrawal" userId="8275e378daeca5b2" providerId="LiveId" clId="{CCEA2C1E-CDD4-48E8-AA49-FFEC3D0C86F8}" dt="2021-11-25T15:57:25.118" v="3452"/>
          <ac:spMkLst>
            <pc:docMk/>
            <pc:sldMk cId="2864755014" sldId="510"/>
            <ac:spMk id="7" creationId="{529D1AD1-06AD-45CF-9C33-CE210F882A21}"/>
          </ac:spMkLst>
        </pc:spChg>
        <pc:spChg chg="add mod">
          <ac:chgData name="Manuj Agrawal" userId="8275e378daeca5b2" providerId="LiveId" clId="{CCEA2C1E-CDD4-48E8-AA49-FFEC3D0C86F8}" dt="2021-11-26T07:20:53.657" v="4325" actId="1076"/>
          <ac:spMkLst>
            <pc:docMk/>
            <pc:sldMk cId="2864755014" sldId="510"/>
            <ac:spMk id="9" creationId="{64680144-4EFE-4746-83A0-DFE661C34D68}"/>
          </ac:spMkLst>
        </pc:spChg>
        <pc:spChg chg="mod">
          <ac:chgData name="Manuj Agrawal" userId="8275e378daeca5b2" providerId="LiveId" clId="{CCEA2C1E-CDD4-48E8-AA49-FFEC3D0C86F8}" dt="2021-11-25T18:41:29.888" v="4078"/>
          <ac:spMkLst>
            <pc:docMk/>
            <pc:sldMk cId="2864755014" sldId="510"/>
            <ac:spMk id="22" creationId="{CF9C1690-8B38-4B5F-AAC2-1EB8649A93A4}"/>
          </ac:spMkLst>
        </pc:spChg>
        <pc:spChg chg="mod">
          <ac:chgData name="Manuj Agrawal" userId="8275e378daeca5b2" providerId="LiveId" clId="{CCEA2C1E-CDD4-48E8-AA49-FFEC3D0C86F8}" dt="2021-11-26T09:36:20.938" v="5983" actId="1076"/>
          <ac:spMkLst>
            <pc:docMk/>
            <pc:sldMk cId="2864755014" sldId="510"/>
            <ac:spMk id="23" creationId="{8FCA3028-2570-4A3B-A290-0B2E6DBF772C}"/>
          </ac:spMkLst>
        </pc:spChg>
        <pc:spChg chg="mod">
          <ac:chgData name="Manuj Agrawal" userId="8275e378daeca5b2" providerId="LiveId" clId="{CCEA2C1E-CDD4-48E8-AA49-FFEC3D0C86F8}" dt="2021-11-25T18:43:10.731" v="4096" actId="1076"/>
          <ac:spMkLst>
            <pc:docMk/>
            <pc:sldMk cId="2864755014" sldId="510"/>
            <ac:spMk id="25" creationId="{D635CE5C-0290-450D-9180-B1C597073899}"/>
          </ac:spMkLst>
        </pc:spChg>
        <pc:spChg chg="mod">
          <ac:chgData name="Manuj Agrawal" userId="8275e378daeca5b2" providerId="LiveId" clId="{CCEA2C1E-CDD4-48E8-AA49-FFEC3D0C86F8}" dt="2021-11-26T08:54:11.875" v="5901" actId="404"/>
          <ac:spMkLst>
            <pc:docMk/>
            <pc:sldMk cId="2864755014" sldId="510"/>
            <ac:spMk id="26" creationId="{2A9EF1F2-128F-4671-BED6-76F5166D4715}"/>
          </ac:spMkLst>
        </pc:spChg>
        <pc:spChg chg="add mod">
          <ac:chgData name="Manuj Agrawal" userId="8275e378daeca5b2" providerId="LiveId" clId="{CCEA2C1E-CDD4-48E8-AA49-FFEC3D0C86F8}" dt="2021-11-26T07:22:26.839" v="4332" actId="1076"/>
          <ac:spMkLst>
            <pc:docMk/>
            <pc:sldMk cId="2864755014" sldId="510"/>
            <ac:spMk id="29" creationId="{413B94EC-85CF-42AF-9CF9-39E9ECA61C38}"/>
          </ac:spMkLst>
        </pc:spChg>
        <pc:spChg chg="add del mod">
          <ac:chgData name="Manuj Agrawal" userId="8275e378daeca5b2" providerId="LiveId" clId="{CCEA2C1E-CDD4-48E8-AA49-FFEC3D0C86F8}" dt="2021-11-25T18:44:02.153" v="4105" actId="478"/>
          <ac:spMkLst>
            <pc:docMk/>
            <pc:sldMk cId="2864755014" sldId="510"/>
            <ac:spMk id="30" creationId="{20DDE234-7345-4D66-8BCC-4E64211B8683}"/>
          </ac:spMkLst>
        </pc:spChg>
        <pc:spChg chg="add mod">
          <ac:chgData name="Manuj Agrawal" userId="8275e378daeca5b2" providerId="LiveId" clId="{CCEA2C1E-CDD4-48E8-AA49-FFEC3D0C86F8}" dt="2021-11-26T07:22:26.839" v="4332" actId="1076"/>
          <ac:spMkLst>
            <pc:docMk/>
            <pc:sldMk cId="2864755014" sldId="510"/>
            <ac:spMk id="31" creationId="{DDC29891-0891-4CBF-8707-33A094DF6C4A}"/>
          </ac:spMkLst>
        </pc:spChg>
        <pc:spChg chg="add del mod">
          <ac:chgData name="Manuj Agrawal" userId="8275e378daeca5b2" providerId="LiveId" clId="{CCEA2C1E-CDD4-48E8-AA49-FFEC3D0C86F8}" dt="2021-11-25T18:47:44.525" v="4124"/>
          <ac:spMkLst>
            <pc:docMk/>
            <pc:sldMk cId="2864755014" sldId="510"/>
            <ac:spMk id="32" creationId="{62A8FE46-A86D-42E8-BF31-8E1CFCDF8E28}"/>
          </ac:spMkLst>
        </pc:spChg>
        <pc:spChg chg="add del mod">
          <ac:chgData name="Manuj Agrawal" userId="8275e378daeca5b2" providerId="LiveId" clId="{CCEA2C1E-CDD4-48E8-AA49-FFEC3D0C86F8}" dt="2021-11-25T18:47:54.040" v="4128"/>
          <ac:spMkLst>
            <pc:docMk/>
            <pc:sldMk cId="2864755014" sldId="510"/>
            <ac:spMk id="34" creationId="{2A507074-1483-4E8A-A406-9E2A6108A4E8}"/>
          </ac:spMkLst>
        </pc:spChg>
        <pc:spChg chg="add mod">
          <ac:chgData name="Manuj Agrawal" userId="8275e378daeca5b2" providerId="LiveId" clId="{CCEA2C1E-CDD4-48E8-AA49-FFEC3D0C86F8}" dt="2021-11-26T08:54:37.731" v="5905" actId="20577"/>
          <ac:spMkLst>
            <pc:docMk/>
            <pc:sldMk cId="2864755014" sldId="510"/>
            <ac:spMk id="36" creationId="{10DF6018-7C7A-4A46-BC50-F0FEF5D2E94B}"/>
          </ac:spMkLst>
        </pc:spChg>
        <pc:spChg chg="add mod">
          <ac:chgData name="Manuj Agrawal" userId="8275e378daeca5b2" providerId="LiveId" clId="{CCEA2C1E-CDD4-48E8-AA49-FFEC3D0C86F8}" dt="2021-11-26T07:22:26.839" v="4332" actId="1076"/>
          <ac:spMkLst>
            <pc:docMk/>
            <pc:sldMk cId="2864755014" sldId="510"/>
            <ac:spMk id="37" creationId="{D70E8A0A-8F2B-45F3-947C-44C635396423}"/>
          </ac:spMkLst>
        </pc:spChg>
        <pc:spChg chg="add mod">
          <ac:chgData name="Manuj Agrawal" userId="8275e378daeca5b2" providerId="LiveId" clId="{CCEA2C1E-CDD4-48E8-AA49-FFEC3D0C86F8}" dt="2021-11-26T07:22:26.839" v="4332" actId="1076"/>
          <ac:spMkLst>
            <pc:docMk/>
            <pc:sldMk cId="2864755014" sldId="510"/>
            <ac:spMk id="38" creationId="{3A02E685-E39A-4C44-83D4-1A43A5289682}"/>
          </ac:spMkLst>
        </pc:spChg>
        <pc:spChg chg="add mod">
          <ac:chgData name="Manuj Agrawal" userId="8275e378daeca5b2" providerId="LiveId" clId="{CCEA2C1E-CDD4-48E8-AA49-FFEC3D0C86F8}" dt="2021-11-26T07:22:18.039" v="4331" actId="1076"/>
          <ac:spMkLst>
            <pc:docMk/>
            <pc:sldMk cId="2864755014" sldId="510"/>
            <ac:spMk id="39" creationId="{B2220234-2A8C-4E2B-AF46-17D56E09605F}"/>
          </ac:spMkLst>
        </pc:spChg>
        <pc:grpChg chg="del">
          <ac:chgData name="Manuj Agrawal" userId="8275e378daeca5b2" providerId="LiveId" clId="{CCEA2C1E-CDD4-48E8-AA49-FFEC3D0C86F8}" dt="2021-11-25T15:57:27.112" v="3453" actId="478"/>
          <ac:grpSpMkLst>
            <pc:docMk/>
            <pc:sldMk cId="2864755014" sldId="510"/>
            <ac:grpSpMk id="2" creationId="{D613A88D-7AA4-4483-8DCE-B4145B68ED75}"/>
          </ac:grpSpMkLst>
        </pc:grpChg>
        <pc:grpChg chg="add mod">
          <ac:chgData name="Manuj Agrawal" userId="8275e378daeca5b2" providerId="LiveId" clId="{CCEA2C1E-CDD4-48E8-AA49-FFEC3D0C86F8}" dt="2021-11-25T15:57:34.255" v="3456" actId="1076"/>
          <ac:grpSpMkLst>
            <pc:docMk/>
            <pc:sldMk cId="2864755014" sldId="510"/>
            <ac:grpSpMk id="6" creationId="{962F2F96-2C99-46A1-BF9F-A72A48379F1F}"/>
          </ac:grpSpMkLst>
        </pc:grpChg>
        <pc:grpChg chg="add mod">
          <ac:chgData name="Manuj Agrawal" userId="8275e378daeca5b2" providerId="LiveId" clId="{CCEA2C1E-CDD4-48E8-AA49-FFEC3D0C86F8}" dt="2021-11-26T07:22:11.319" v="4330" actId="1076"/>
          <ac:grpSpMkLst>
            <pc:docMk/>
            <pc:sldMk cId="2864755014" sldId="510"/>
            <ac:grpSpMk id="21" creationId="{1F4660DF-7947-4B65-B809-BD3C82AC3DDA}"/>
          </ac:grpSpMkLst>
        </pc:grpChg>
        <pc:grpChg chg="add mod">
          <ac:chgData name="Manuj Agrawal" userId="8275e378daeca5b2" providerId="LiveId" clId="{CCEA2C1E-CDD4-48E8-AA49-FFEC3D0C86F8}" dt="2021-11-26T07:22:11.319" v="4330" actId="1076"/>
          <ac:grpSpMkLst>
            <pc:docMk/>
            <pc:sldMk cId="2864755014" sldId="510"/>
            <ac:grpSpMk id="24" creationId="{19289AAE-D7DF-4180-8DFD-C2690E6BF378}"/>
          </ac:grpSpMkLst>
        </pc:grpChg>
        <pc:picChg chg="mod">
          <ac:chgData name="Manuj Agrawal" userId="8275e378daeca5b2" providerId="LiveId" clId="{CCEA2C1E-CDD4-48E8-AA49-FFEC3D0C86F8}" dt="2021-11-25T15:57:25.118" v="3452"/>
          <ac:picMkLst>
            <pc:docMk/>
            <pc:sldMk cId="2864755014" sldId="510"/>
            <ac:picMk id="8" creationId="{3300B889-2C92-454A-BCDC-41CCC2D2D1E6}"/>
          </ac:picMkLst>
        </pc:picChg>
        <pc:picChg chg="add del mod">
          <ac:chgData name="Manuj Agrawal" userId="8275e378daeca5b2" providerId="LiveId" clId="{CCEA2C1E-CDD4-48E8-AA49-FFEC3D0C86F8}" dt="2021-11-25T16:15:41.264" v="3784" actId="478"/>
          <ac:picMkLst>
            <pc:docMk/>
            <pc:sldMk cId="2864755014" sldId="510"/>
            <ac:picMk id="11" creationId="{7C61DC5D-BFFB-4CBF-8DE8-8FA4098C0DBE}"/>
          </ac:picMkLst>
        </pc:picChg>
        <pc:picChg chg="add del mod">
          <ac:chgData name="Manuj Agrawal" userId="8275e378daeca5b2" providerId="LiveId" clId="{CCEA2C1E-CDD4-48E8-AA49-FFEC3D0C86F8}" dt="2021-11-25T16:41:32.393" v="3984" actId="478"/>
          <ac:picMkLst>
            <pc:docMk/>
            <pc:sldMk cId="2864755014" sldId="510"/>
            <ac:picMk id="13" creationId="{E1AB758B-B0E2-435F-9655-79D267C204E8}"/>
          </ac:picMkLst>
        </pc:picChg>
        <pc:picChg chg="add del mod">
          <ac:chgData name="Manuj Agrawal" userId="8275e378daeca5b2" providerId="LiveId" clId="{CCEA2C1E-CDD4-48E8-AA49-FFEC3D0C86F8}" dt="2021-11-25T16:18:18.728" v="3795" actId="478"/>
          <ac:picMkLst>
            <pc:docMk/>
            <pc:sldMk cId="2864755014" sldId="510"/>
            <ac:picMk id="15" creationId="{6D01238D-F9B5-4588-BCC9-B03F64D61701}"/>
          </ac:picMkLst>
        </pc:picChg>
        <pc:picChg chg="add del mod">
          <ac:chgData name="Manuj Agrawal" userId="8275e378daeca5b2" providerId="LiveId" clId="{CCEA2C1E-CDD4-48E8-AA49-FFEC3D0C86F8}" dt="2021-11-25T16:41:32.881" v="3985" actId="478"/>
          <ac:picMkLst>
            <pc:docMk/>
            <pc:sldMk cId="2864755014" sldId="510"/>
            <ac:picMk id="17" creationId="{94A2616A-7228-482E-A13B-38CBD2DBFDEA}"/>
          </ac:picMkLst>
        </pc:picChg>
        <pc:picChg chg="add mod modCrop">
          <ac:chgData name="Manuj Agrawal" userId="8275e378daeca5b2" providerId="LiveId" clId="{CCEA2C1E-CDD4-48E8-AA49-FFEC3D0C86F8}" dt="2021-11-26T07:22:26.839" v="4332" actId="1076"/>
          <ac:picMkLst>
            <pc:docMk/>
            <pc:sldMk cId="2864755014" sldId="510"/>
            <ac:picMk id="19" creationId="{337DD256-530D-4CCB-8C64-19A364967AAB}"/>
          </ac:picMkLst>
        </pc:picChg>
        <pc:picChg chg="add mod modCrop">
          <ac:chgData name="Manuj Agrawal" userId="8275e378daeca5b2" providerId="LiveId" clId="{CCEA2C1E-CDD4-48E8-AA49-FFEC3D0C86F8}" dt="2021-11-26T07:22:26.839" v="4332" actId="1076"/>
          <ac:picMkLst>
            <pc:docMk/>
            <pc:sldMk cId="2864755014" sldId="510"/>
            <ac:picMk id="20" creationId="{C4BAD213-EF72-4934-B7D4-E040DD5E57DC}"/>
          </ac:picMkLst>
        </pc:picChg>
        <pc:picChg chg="add mod">
          <ac:chgData name="Manuj Agrawal" userId="8275e378daeca5b2" providerId="LiveId" clId="{CCEA2C1E-CDD4-48E8-AA49-FFEC3D0C86F8}" dt="2021-11-26T07:22:26.839" v="4332" actId="1076"/>
          <ac:picMkLst>
            <pc:docMk/>
            <pc:sldMk cId="2864755014" sldId="510"/>
            <ac:picMk id="28" creationId="{FF2883D6-D07A-4C1B-93AD-1074559B8D67}"/>
          </ac:picMkLst>
        </pc:picChg>
        <pc:picChg chg="add del">
          <ac:chgData name="Manuj Agrawal" userId="8275e378daeca5b2" providerId="LiveId" clId="{CCEA2C1E-CDD4-48E8-AA49-FFEC3D0C86F8}" dt="2021-11-25T18:47:45.573" v="4126"/>
          <ac:picMkLst>
            <pc:docMk/>
            <pc:sldMk cId="2864755014" sldId="510"/>
            <ac:picMk id="33" creationId="{42939224-E102-43D4-8217-653796F29C94}"/>
          </ac:picMkLst>
        </pc:picChg>
        <pc:picChg chg="add del mod">
          <ac:chgData name="Manuj Agrawal" userId="8275e378daeca5b2" providerId="LiveId" clId="{CCEA2C1E-CDD4-48E8-AA49-FFEC3D0C86F8}" dt="2021-11-25T18:48:01.450" v="4131" actId="478"/>
          <ac:picMkLst>
            <pc:docMk/>
            <pc:sldMk cId="2864755014" sldId="510"/>
            <ac:picMk id="35" creationId="{8213BD54-358C-4FEF-8F3B-380451477F7F}"/>
          </ac:picMkLst>
        </pc:picChg>
      </pc:sldChg>
      <pc:sldChg chg="addSp delSp modSp add mod">
        <pc:chgData name="Manuj Agrawal" userId="8275e378daeca5b2" providerId="LiveId" clId="{CCEA2C1E-CDD4-48E8-AA49-FFEC3D0C86F8}" dt="2021-11-26T09:02:24.212" v="5971" actId="20577"/>
        <pc:sldMkLst>
          <pc:docMk/>
          <pc:sldMk cId="2155742826" sldId="511"/>
        </pc:sldMkLst>
        <pc:spChg chg="mod">
          <ac:chgData name="Manuj Agrawal" userId="8275e378daeca5b2" providerId="LiveId" clId="{CCEA2C1E-CDD4-48E8-AA49-FFEC3D0C86F8}" dt="2021-11-26T07:39:34.223" v="4523" actId="20577"/>
          <ac:spMkLst>
            <pc:docMk/>
            <pc:sldMk cId="2155742826" sldId="511"/>
            <ac:spMk id="4" creationId="{B1417621-9201-4FA1-9072-4A10DC46A83C}"/>
          </ac:spMkLst>
        </pc:spChg>
        <pc:spChg chg="mod">
          <ac:chgData name="Manuj Agrawal" userId="8275e378daeca5b2" providerId="LiveId" clId="{CCEA2C1E-CDD4-48E8-AA49-FFEC3D0C86F8}" dt="2021-11-26T07:42:19.183" v="4626" actId="1076"/>
          <ac:spMkLst>
            <pc:docMk/>
            <pc:sldMk cId="2155742826" sldId="511"/>
            <ac:spMk id="6" creationId="{3B374652-F1C1-43AB-9159-D32AF98BF7BC}"/>
          </ac:spMkLst>
        </pc:spChg>
        <pc:spChg chg="del">
          <ac:chgData name="Manuj Agrawal" userId="8275e378daeca5b2" providerId="LiveId" clId="{CCEA2C1E-CDD4-48E8-AA49-FFEC3D0C86F8}" dt="2021-11-26T07:37:59.088" v="4434" actId="478"/>
          <ac:spMkLst>
            <pc:docMk/>
            <pc:sldMk cId="2155742826" sldId="511"/>
            <ac:spMk id="7" creationId="{BEEC85D4-958E-421B-B10B-136C744161C4}"/>
          </ac:spMkLst>
        </pc:spChg>
        <pc:spChg chg="del">
          <ac:chgData name="Manuj Agrawal" userId="8275e378daeca5b2" providerId="LiveId" clId="{CCEA2C1E-CDD4-48E8-AA49-FFEC3D0C86F8}" dt="2021-11-26T07:37:53.487" v="4433" actId="478"/>
          <ac:spMkLst>
            <pc:docMk/>
            <pc:sldMk cId="2155742826" sldId="511"/>
            <ac:spMk id="10" creationId="{4051FB90-E115-490E-BDB8-6A35D086F47F}"/>
          </ac:spMkLst>
        </pc:spChg>
        <pc:spChg chg="del">
          <ac:chgData name="Manuj Agrawal" userId="8275e378daeca5b2" providerId="LiveId" clId="{CCEA2C1E-CDD4-48E8-AA49-FFEC3D0C86F8}" dt="2021-11-26T07:37:52.399" v="4432" actId="478"/>
          <ac:spMkLst>
            <pc:docMk/>
            <pc:sldMk cId="2155742826" sldId="511"/>
            <ac:spMk id="11" creationId="{01AE65BD-49E1-43C4-88F7-610628672C2B}"/>
          </ac:spMkLst>
        </pc:spChg>
        <pc:spChg chg="add mod">
          <ac:chgData name="Manuj Agrawal" userId="8275e378daeca5b2" providerId="LiveId" clId="{CCEA2C1E-CDD4-48E8-AA49-FFEC3D0C86F8}" dt="2021-11-26T07:42:00.455" v="4625" actId="1076"/>
          <ac:spMkLst>
            <pc:docMk/>
            <pc:sldMk cId="2155742826" sldId="511"/>
            <ac:spMk id="14" creationId="{B81C10AA-35F1-4BBD-8FE4-A9DBAA337631}"/>
          </ac:spMkLst>
        </pc:spChg>
        <pc:spChg chg="add mod">
          <ac:chgData name="Manuj Agrawal" userId="8275e378daeca5b2" providerId="LiveId" clId="{CCEA2C1E-CDD4-48E8-AA49-FFEC3D0C86F8}" dt="2021-11-26T09:02:24.212" v="5971" actId="20577"/>
          <ac:spMkLst>
            <pc:docMk/>
            <pc:sldMk cId="2155742826" sldId="511"/>
            <ac:spMk id="15" creationId="{D6A2EB1C-4E63-49A0-BB9D-0621375632B2}"/>
          </ac:spMkLst>
        </pc:spChg>
        <pc:picChg chg="add mod">
          <ac:chgData name="Manuj Agrawal" userId="8275e378daeca5b2" providerId="LiveId" clId="{CCEA2C1E-CDD4-48E8-AA49-FFEC3D0C86F8}" dt="2021-11-26T08:40:46.268" v="5769" actId="108"/>
          <ac:picMkLst>
            <pc:docMk/>
            <pc:sldMk cId="2155742826" sldId="511"/>
            <ac:picMk id="3" creationId="{E3ED090D-30BD-4528-81A0-6E5056DCDB3E}"/>
          </ac:picMkLst>
        </pc:picChg>
        <pc:picChg chg="del">
          <ac:chgData name="Manuj Agrawal" userId="8275e378daeca5b2" providerId="LiveId" clId="{CCEA2C1E-CDD4-48E8-AA49-FFEC3D0C86F8}" dt="2021-11-26T07:37:48.456" v="4427" actId="478"/>
          <ac:picMkLst>
            <pc:docMk/>
            <pc:sldMk cId="2155742826" sldId="511"/>
            <ac:picMk id="5" creationId="{FCA275CE-2326-4D3D-927B-6406BA5831F7}"/>
          </ac:picMkLst>
        </pc:picChg>
        <pc:picChg chg="del">
          <ac:chgData name="Manuj Agrawal" userId="8275e378daeca5b2" providerId="LiveId" clId="{CCEA2C1E-CDD4-48E8-AA49-FFEC3D0C86F8}" dt="2021-11-26T07:37:49.239" v="4429" actId="478"/>
          <ac:picMkLst>
            <pc:docMk/>
            <pc:sldMk cId="2155742826" sldId="511"/>
            <ac:picMk id="8" creationId="{23D4FF80-B9F1-41F6-B3C7-A140FCFE422B}"/>
          </ac:picMkLst>
        </pc:picChg>
        <pc:picChg chg="del">
          <ac:chgData name="Manuj Agrawal" userId="8275e378daeca5b2" providerId="LiveId" clId="{CCEA2C1E-CDD4-48E8-AA49-FFEC3D0C86F8}" dt="2021-11-26T07:37:48.800" v="4428" actId="478"/>
          <ac:picMkLst>
            <pc:docMk/>
            <pc:sldMk cId="2155742826" sldId="511"/>
            <ac:picMk id="9" creationId="{9D3BA353-5231-4C60-918F-371CD60A2E00}"/>
          </ac:picMkLst>
        </pc:picChg>
        <pc:picChg chg="add mod">
          <ac:chgData name="Manuj Agrawal" userId="8275e378daeca5b2" providerId="LiveId" clId="{CCEA2C1E-CDD4-48E8-AA49-FFEC3D0C86F8}" dt="2021-11-26T07:39:02.768" v="4477" actId="14100"/>
          <ac:picMkLst>
            <pc:docMk/>
            <pc:sldMk cId="2155742826" sldId="511"/>
            <ac:picMk id="13" creationId="{7DD8BE74-8177-4CB7-B7A9-7B1DFAA6CD63}"/>
          </ac:picMkLst>
        </pc:picChg>
      </pc:sldChg>
      <pc:sldChg chg="addSp delSp modSp add mod">
        <pc:chgData name="Manuj Agrawal" userId="8275e378daeca5b2" providerId="LiveId" clId="{CCEA2C1E-CDD4-48E8-AA49-FFEC3D0C86F8}" dt="2021-11-26T09:02:26.769" v="5972"/>
        <pc:sldMkLst>
          <pc:docMk/>
          <pc:sldMk cId="320115848" sldId="512"/>
        </pc:sldMkLst>
        <pc:spChg chg="mod">
          <ac:chgData name="Manuj Agrawal" userId="8275e378daeca5b2" providerId="LiveId" clId="{CCEA2C1E-CDD4-48E8-AA49-FFEC3D0C86F8}" dt="2021-11-26T07:42:31.600" v="4656" actId="20577"/>
          <ac:spMkLst>
            <pc:docMk/>
            <pc:sldMk cId="320115848" sldId="512"/>
            <ac:spMk id="4" creationId="{B1417621-9201-4FA1-9072-4A10DC46A83C}"/>
          </ac:spMkLst>
        </pc:spChg>
        <pc:spChg chg="mod">
          <ac:chgData name="Manuj Agrawal" userId="8275e378daeca5b2" providerId="LiveId" clId="{CCEA2C1E-CDD4-48E8-AA49-FFEC3D0C86F8}" dt="2021-11-26T08:41:41.562" v="5849" actId="1076"/>
          <ac:spMkLst>
            <pc:docMk/>
            <pc:sldMk cId="320115848" sldId="512"/>
            <ac:spMk id="6" creationId="{3B374652-F1C1-43AB-9159-D32AF98BF7BC}"/>
          </ac:spMkLst>
        </pc:spChg>
        <pc:spChg chg="add mod">
          <ac:chgData name="Manuj Agrawal" userId="8275e378daeca5b2" providerId="LiveId" clId="{CCEA2C1E-CDD4-48E8-AA49-FFEC3D0C86F8}" dt="2021-11-26T09:02:26.769" v="5972"/>
          <ac:spMkLst>
            <pc:docMk/>
            <pc:sldMk cId="320115848" sldId="512"/>
            <ac:spMk id="9" creationId="{C688655F-FDBB-4F50-9141-EA098CA2C957}"/>
          </ac:spMkLst>
        </pc:spChg>
        <pc:spChg chg="mod">
          <ac:chgData name="Manuj Agrawal" userId="8275e378daeca5b2" providerId="LiveId" clId="{CCEA2C1E-CDD4-48E8-AA49-FFEC3D0C86F8}" dt="2021-11-26T08:41:37.722" v="5848" actId="1076"/>
          <ac:spMkLst>
            <pc:docMk/>
            <pc:sldMk cId="320115848" sldId="512"/>
            <ac:spMk id="14" creationId="{B81C10AA-35F1-4BBD-8FE4-A9DBAA337631}"/>
          </ac:spMkLst>
        </pc:spChg>
        <pc:picChg chg="del">
          <ac:chgData name="Manuj Agrawal" userId="8275e378daeca5b2" providerId="LiveId" clId="{CCEA2C1E-CDD4-48E8-AA49-FFEC3D0C86F8}" dt="2021-11-26T08:40:23.842" v="5763" actId="478"/>
          <ac:picMkLst>
            <pc:docMk/>
            <pc:sldMk cId="320115848" sldId="512"/>
            <ac:picMk id="3" creationId="{E3ED090D-30BD-4528-81A0-6E5056DCDB3E}"/>
          </ac:picMkLst>
        </pc:picChg>
        <pc:picChg chg="add mod modCrop">
          <ac:chgData name="Manuj Agrawal" userId="8275e378daeca5b2" providerId="LiveId" clId="{CCEA2C1E-CDD4-48E8-AA49-FFEC3D0C86F8}" dt="2021-11-26T08:40:58.418" v="5775" actId="1076"/>
          <ac:picMkLst>
            <pc:docMk/>
            <pc:sldMk cId="320115848" sldId="512"/>
            <ac:picMk id="5" creationId="{0F2A97A2-A73A-42B2-8AD8-584BC25DDB8E}"/>
          </ac:picMkLst>
        </pc:picChg>
        <pc:picChg chg="del">
          <ac:chgData name="Manuj Agrawal" userId="8275e378daeca5b2" providerId="LiveId" clId="{CCEA2C1E-CDD4-48E8-AA49-FFEC3D0C86F8}" dt="2021-11-26T07:44:45.744" v="4664" actId="478"/>
          <ac:picMkLst>
            <pc:docMk/>
            <pc:sldMk cId="320115848" sldId="512"/>
            <ac:picMk id="13" creationId="{7DD8BE74-8177-4CB7-B7A9-7B1DFAA6CD63}"/>
          </ac:picMkLst>
        </pc:picChg>
      </pc:sldChg>
    </pc:docChg>
  </pc:docChgLst>
  <pc:docChgLst>
    <pc:chgData name="Manuj Agrawal" userId="8275e378daeca5b2" providerId="LiveId" clId="{68B1B6EF-79EC-4841-9EAA-2A4CF5756281}"/>
    <pc:docChg chg="undo redo custSel addSld delSld modSld sldOrd">
      <pc:chgData name="Manuj Agrawal" userId="8275e378daeca5b2" providerId="LiveId" clId="{68B1B6EF-79EC-4841-9EAA-2A4CF5756281}" dt="2021-12-17T14:43:10.701" v="1969"/>
      <pc:docMkLst>
        <pc:docMk/>
      </pc:docMkLst>
      <pc:sldChg chg="addSp delSp modSp mod">
        <pc:chgData name="Manuj Agrawal" userId="8275e378daeca5b2" providerId="LiveId" clId="{68B1B6EF-79EC-4841-9EAA-2A4CF5756281}" dt="2021-12-17T14:35:26.684" v="1967" actId="1076"/>
        <pc:sldMkLst>
          <pc:docMk/>
          <pc:sldMk cId="722639226" sldId="481"/>
        </pc:sldMkLst>
        <pc:spChg chg="del mod">
          <ac:chgData name="Manuj Agrawal" userId="8275e378daeca5b2" providerId="LiveId" clId="{68B1B6EF-79EC-4841-9EAA-2A4CF5756281}" dt="2021-12-17T13:32:26.435" v="1412" actId="478"/>
          <ac:spMkLst>
            <pc:docMk/>
            <pc:sldMk cId="722639226" sldId="481"/>
            <ac:spMk id="3" creationId="{20B356F3-65EB-40DC-932F-91CE393C1A76}"/>
          </ac:spMkLst>
        </pc:spChg>
        <pc:spChg chg="del">
          <ac:chgData name="Manuj Agrawal" userId="8275e378daeca5b2" providerId="LiveId" clId="{68B1B6EF-79EC-4841-9EAA-2A4CF5756281}" dt="2021-12-17T13:29:02.738" v="1369" actId="478"/>
          <ac:spMkLst>
            <pc:docMk/>
            <pc:sldMk cId="722639226" sldId="481"/>
            <ac:spMk id="6" creationId="{DDE6460C-7F01-4CA6-AE1F-F0C034F43F9E}"/>
          </ac:spMkLst>
        </pc:spChg>
        <pc:spChg chg="del">
          <ac:chgData name="Manuj Agrawal" userId="8275e378daeca5b2" providerId="LiveId" clId="{68B1B6EF-79EC-4841-9EAA-2A4CF5756281}" dt="2021-12-17T13:31:08.658" v="1393" actId="478"/>
          <ac:spMkLst>
            <pc:docMk/>
            <pc:sldMk cId="722639226" sldId="481"/>
            <ac:spMk id="8" creationId="{06D6E548-2C5B-4856-A7DD-60D5D95D38EB}"/>
          </ac:spMkLst>
        </pc:spChg>
        <pc:spChg chg="add del mod">
          <ac:chgData name="Manuj Agrawal" userId="8275e378daeca5b2" providerId="LiveId" clId="{68B1B6EF-79EC-4841-9EAA-2A4CF5756281}" dt="2021-12-17T13:31:49.009" v="1397" actId="478"/>
          <ac:spMkLst>
            <pc:docMk/>
            <pc:sldMk cId="722639226" sldId="481"/>
            <ac:spMk id="10" creationId="{AB9A9C49-F332-44FF-A3E8-6521C2185F1F}"/>
          </ac:spMkLst>
        </pc:spChg>
        <pc:spChg chg="mod">
          <ac:chgData name="Manuj Agrawal" userId="8275e378daeca5b2" providerId="LiveId" clId="{68B1B6EF-79EC-4841-9EAA-2A4CF5756281}" dt="2021-12-17T13:32:35.009" v="1413" actId="1076"/>
          <ac:spMkLst>
            <pc:docMk/>
            <pc:sldMk cId="722639226" sldId="481"/>
            <ac:spMk id="13" creationId="{5FEA3B4D-CFF3-467B-BE94-65D1F327CFBB}"/>
          </ac:spMkLst>
        </pc:spChg>
        <pc:spChg chg="add mod">
          <ac:chgData name="Manuj Agrawal" userId="8275e378daeca5b2" providerId="LiveId" clId="{68B1B6EF-79EC-4841-9EAA-2A4CF5756281}" dt="2021-12-17T13:40:42.577" v="1493" actId="404"/>
          <ac:spMkLst>
            <pc:docMk/>
            <pc:sldMk cId="722639226" sldId="481"/>
            <ac:spMk id="25" creationId="{598E7E5D-77D6-412D-BF90-00A6C9E02C53}"/>
          </ac:spMkLst>
        </pc:spChg>
        <pc:spChg chg="add mod">
          <ac:chgData name="Manuj Agrawal" userId="8275e378daeca5b2" providerId="LiveId" clId="{68B1B6EF-79EC-4841-9EAA-2A4CF5756281}" dt="2021-12-17T14:35:26.684" v="1967" actId="1076"/>
          <ac:spMkLst>
            <pc:docMk/>
            <pc:sldMk cId="722639226" sldId="481"/>
            <ac:spMk id="26" creationId="{6EE233B6-0766-435E-B842-75EE62710DDC}"/>
          </ac:spMkLst>
        </pc:spChg>
        <pc:spChg chg="add mod">
          <ac:chgData name="Manuj Agrawal" userId="8275e378daeca5b2" providerId="LiveId" clId="{68B1B6EF-79EC-4841-9EAA-2A4CF5756281}" dt="2021-12-17T13:41:19.792" v="1535" actId="1076"/>
          <ac:spMkLst>
            <pc:docMk/>
            <pc:sldMk cId="722639226" sldId="481"/>
            <ac:spMk id="27" creationId="{3A7FAB8C-8C8F-4169-A3E5-42DDA9E9C224}"/>
          </ac:spMkLst>
        </pc:spChg>
        <pc:spChg chg="add mod">
          <ac:chgData name="Manuj Agrawal" userId="8275e378daeca5b2" providerId="LiveId" clId="{68B1B6EF-79EC-4841-9EAA-2A4CF5756281}" dt="2021-12-17T14:25:41.789" v="1932" actId="20577"/>
          <ac:spMkLst>
            <pc:docMk/>
            <pc:sldMk cId="722639226" sldId="481"/>
            <ac:spMk id="28" creationId="{D0542C2E-722C-431B-A750-6361BEC08239}"/>
          </ac:spMkLst>
        </pc:spChg>
        <pc:spChg chg="add mod">
          <ac:chgData name="Manuj Agrawal" userId="8275e378daeca5b2" providerId="LiveId" clId="{68B1B6EF-79EC-4841-9EAA-2A4CF5756281}" dt="2021-12-17T14:25:47.198" v="1939" actId="20577"/>
          <ac:spMkLst>
            <pc:docMk/>
            <pc:sldMk cId="722639226" sldId="481"/>
            <ac:spMk id="29" creationId="{09796431-D8B0-43E4-9151-7DD26BE9DAEE}"/>
          </ac:spMkLst>
        </pc:spChg>
        <pc:picChg chg="add del mod modCrop">
          <ac:chgData name="Manuj Agrawal" userId="8275e378daeca5b2" providerId="LiveId" clId="{68B1B6EF-79EC-4841-9EAA-2A4CF5756281}" dt="2021-12-17T13:31:49.610" v="1398" actId="478"/>
          <ac:picMkLst>
            <pc:docMk/>
            <pc:sldMk cId="722639226" sldId="481"/>
            <ac:picMk id="4" creationId="{C4A38254-DEB6-49CF-A8CC-9C04C86802BF}"/>
          </ac:picMkLst>
        </pc:picChg>
        <pc:picChg chg="add mod modCrop">
          <ac:chgData name="Manuj Agrawal" userId="8275e378daeca5b2" providerId="LiveId" clId="{68B1B6EF-79EC-4841-9EAA-2A4CF5756281}" dt="2021-12-17T13:29:13.910" v="1371" actId="208"/>
          <ac:picMkLst>
            <pc:docMk/>
            <pc:sldMk cId="722639226" sldId="481"/>
            <ac:picMk id="7" creationId="{DB5E5094-0C4E-4CCA-8FCE-165D8E0350DB}"/>
          </ac:picMkLst>
        </pc:picChg>
        <pc:picChg chg="add del mod modCrop">
          <ac:chgData name="Manuj Agrawal" userId="8275e378daeca5b2" providerId="LiveId" clId="{68B1B6EF-79EC-4841-9EAA-2A4CF5756281}" dt="2021-12-17T13:42:30.412" v="1572" actId="478"/>
          <ac:picMkLst>
            <pc:docMk/>
            <pc:sldMk cId="722639226" sldId="481"/>
            <ac:picMk id="12" creationId="{F948B5F2-4398-4CFD-8153-00FB625D5D91}"/>
          </ac:picMkLst>
        </pc:picChg>
        <pc:picChg chg="add mod modCrop">
          <ac:chgData name="Manuj Agrawal" userId="8275e378daeca5b2" providerId="LiveId" clId="{68B1B6EF-79EC-4841-9EAA-2A4CF5756281}" dt="2021-12-17T13:40:29.848" v="1487" actId="1076"/>
          <ac:picMkLst>
            <pc:docMk/>
            <pc:sldMk cId="722639226" sldId="481"/>
            <ac:picMk id="15" creationId="{54BFD0A6-D0B6-499A-BD77-FA7248A0FB05}"/>
          </ac:picMkLst>
        </pc:picChg>
        <pc:picChg chg="add mod modCrop">
          <ac:chgData name="Manuj Agrawal" userId="8275e378daeca5b2" providerId="LiveId" clId="{68B1B6EF-79EC-4841-9EAA-2A4CF5756281}" dt="2021-12-17T13:40:32.952" v="1488" actId="1076"/>
          <ac:picMkLst>
            <pc:docMk/>
            <pc:sldMk cId="722639226" sldId="481"/>
            <ac:picMk id="18" creationId="{8A155FA7-BFEC-4B68-A200-A83482DE40A8}"/>
          </ac:picMkLst>
        </pc:picChg>
        <pc:picChg chg="add mod modCrop">
          <ac:chgData name="Manuj Agrawal" userId="8275e378daeca5b2" providerId="LiveId" clId="{68B1B6EF-79EC-4841-9EAA-2A4CF5756281}" dt="2021-12-17T13:40:36.640" v="1490" actId="1076"/>
          <ac:picMkLst>
            <pc:docMk/>
            <pc:sldMk cId="722639226" sldId="481"/>
            <ac:picMk id="20" creationId="{0CC089B3-A984-4D0E-862B-D775FD098C95}"/>
          </ac:picMkLst>
        </pc:picChg>
        <pc:picChg chg="add mod modCrop">
          <ac:chgData name="Manuj Agrawal" userId="8275e378daeca5b2" providerId="LiveId" clId="{68B1B6EF-79EC-4841-9EAA-2A4CF5756281}" dt="2021-12-17T13:40:38.376" v="1491" actId="1076"/>
          <ac:picMkLst>
            <pc:docMk/>
            <pc:sldMk cId="722639226" sldId="481"/>
            <ac:picMk id="22" creationId="{B8915330-9A6F-42ED-AE82-59A174199605}"/>
          </ac:picMkLst>
        </pc:picChg>
        <pc:picChg chg="add mod modCrop">
          <ac:chgData name="Manuj Agrawal" userId="8275e378daeca5b2" providerId="LiveId" clId="{68B1B6EF-79EC-4841-9EAA-2A4CF5756281}" dt="2021-12-17T13:40:34.321" v="1489" actId="1076"/>
          <ac:picMkLst>
            <pc:docMk/>
            <pc:sldMk cId="722639226" sldId="481"/>
            <ac:picMk id="24" creationId="{C4160B7B-D653-4EEF-B661-39978444B35A}"/>
          </ac:picMkLst>
        </pc:picChg>
        <pc:picChg chg="add del mod modCrop">
          <ac:chgData name="Manuj Agrawal" userId="8275e378daeca5b2" providerId="LiveId" clId="{68B1B6EF-79EC-4841-9EAA-2A4CF5756281}" dt="2021-12-17T13:43:13.649" v="1573" actId="478"/>
          <ac:picMkLst>
            <pc:docMk/>
            <pc:sldMk cId="722639226" sldId="481"/>
            <ac:picMk id="31" creationId="{F62D60BE-BAB5-4CA0-A407-FF68648C4683}"/>
          </ac:picMkLst>
        </pc:picChg>
      </pc:sldChg>
      <pc:sldChg chg="modSp mod">
        <pc:chgData name="Manuj Agrawal" userId="8275e378daeca5b2" providerId="LiveId" clId="{68B1B6EF-79EC-4841-9EAA-2A4CF5756281}" dt="2021-12-17T14:20:40.061" v="1898" actId="1076"/>
        <pc:sldMkLst>
          <pc:docMk/>
          <pc:sldMk cId="3922207980" sldId="506"/>
        </pc:sldMkLst>
        <pc:spChg chg="mod">
          <ac:chgData name="Manuj Agrawal" userId="8275e378daeca5b2" providerId="LiveId" clId="{68B1B6EF-79EC-4841-9EAA-2A4CF5756281}" dt="2021-12-17T14:20:40.061" v="1898" actId="1076"/>
          <ac:spMkLst>
            <pc:docMk/>
            <pc:sldMk cId="3922207980" sldId="506"/>
            <ac:spMk id="56" creationId="{00F44435-6633-4363-981D-E07255351B53}"/>
          </ac:spMkLst>
        </pc:spChg>
        <pc:spChg chg="mod">
          <ac:chgData name="Manuj Agrawal" userId="8275e378daeca5b2" providerId="LiveId" clId="{68B1B6EF-79EC-4841-9EAA-2A4CF5756281}" dt="2021-12-17T11:39:30.587" v="1159" actId="20577"/>
          <ac:spMkLst>
            <pc:docMk/>
            <pc:sldMk cId="3922207980" sldId="506"/>
            <ac:spMk id="67" creationId="{94E64F28-29E4-4A49-BA01-D3717058AA3E}"/>
          </ac:spMkLst>
        </pc:spChg>
        <pc:spChg chg="mod">
          <ac:chgData name="Manuj Agrawal" userId="8275e378daeca5b2" providerId="LiveId" clId="{68B1B6EF-79EC-4841-9EAA-2A4CF5756281}" dt="2021-12-17T13:20:07.604" v="1298" actId="20577"/>
          <ac:spMkLst>
            <pc:docMk/>
            <pc:sldMk cId="3922207980" sldId="506"/>
            <ac:spMk id="68" creationId="{5BE7B6A3-79F6-470F-89AC-7BA31B7B6379}"/>
          </ac:spMkLst>
        </pc:spChg>
      </pc:sldChg>
      <pc:sldChg chg="addSp delSp modSp del mod">
        <pc:chgData name="Manuj Agrawal" userId="8275e378daeca5b2" providerId="LiveId" clId="{68B1B6EF-79EC-4841-9EAA-2A4CF5756281}" dt="2021-12-17T14:14:15.191" v="1777" actId="47"/>
        <pc:sldMkLst>
          <pc:docMk/>
          <pc:sldMk cId="779782093" sldId="509"/>
        </pc:sldMkLst>
        <pc:spChg chg="mod">
          <ac:chgData name="Manuj Agrawal" userId="8275e378daeca5b2" providerId="LiveId" clId="{68B1B6EF-79EC-4841-9EAA-2A4CF5756281}" dt="2021-12-17T14:03:37.143" v="1685" actId="1076"/>
          <ac:spMkLst>
            <pc:docMk/>
            <pc:sldMk cId="779782093" sldId="509"/>
            <ac:spMk id="3" creationId="{133EF8DE-A871-4D30-8CB2-2E3B9CEA8D17}"/>
          </ac:spMkLst>
        </pc:spChg>
        <pc:picChg chg="add del mod modCrop">
          <ac:chgData name="Manuj Agrawal" userId="8275e378daeca5b2" providerId="LiveId" clId="{68B1B6EF-79EC-4841-9EAA-2A4CF5756281}" dt="2021-12-17T13:50:38.920" v="1609" actId="478"/>
          <ac:picMkLst>
            <pc:docMk/>
            <pc:sldMk cId="779782093" sldId="509"/>
            <ac:picMk id="5" creationId="{5EE0B5DF-1217-4233-87A2-F60EDBDAD6E9}"/>
          </ac:picMkLst>
        </pc:picChg>
        <pc:picChg chg="add del mod modCrop">
          <ac:chgData name="Manuj Agrawal" userId="8275e378daeca5b2" providerId="LiveId" clId="{68B1B6EF-79EC-4841-9EAA-2A4CF5756281}" dt="2021-12-17T13:50:38.384" v="1608" actId="478"/>
          <ac:picMkLst>
            <pc:docMk/>
            <pc:sldMk cId="779782093" sldId="509"/>
            <ac:picMk id="7" creationId="{808D307A-6DF5-4BE7-BDB3-926DB0216AED}"/>
          </ac:picMkLst>
        </pc:picChg>
        <pc:picChg chg="add mod ord modCrop">
          <ac:chgData name="Manuj Agrawal" userId="8275e378daeca5b2" providerId="LiveId" clId="{68B1B6EF-79EC-4841-9EAA-2A4CF5756281}" dt="2021-12-17T14:03:36.015" v="1684" actId="14100"/>
          <ac:picMkLst>
            <pc:docMk/>
            <pc:sldMk cId="779782093" sldId="509"/>
            <ac:picMk id="9" creationId="{216DD2B0-8076-4172-8643-92170A9859F8}"/>
          </ac:picMkLst>
        </pc:picChg>
        <pc:picChg chg="mod">
          <ac:chgData name="Manuj Agrawal" userId="8275e378daeca5b2" providerId="LiveId" clId="{68B1B6EF-79EC-4841-9EAA-2A4CF5756281}" dt="2021-12-17T10:54:45.012" v="1018" actId="732"/>
          <ac:picMkLst>
            <pc:docMk/>
            <pc:sldMk cId="779782093" sldId="509"/>
            <ac:picMk id="11" creationId="{0549BD24-E4D0-45A8-9773-670EFBA56E4D}"/>
          </ac:picMkLst>
        </pc:picChg>
        <pc:picChg chg="del mod">
          <ac:chgData name="Manuj Agrawal" userId="8275e378daeca5b2" providerId="LiveId" clId="{68B1B6EF-79EC-4841-9EAA-2A4CF5756281}" dt="2021-12-17T14:03:38.374" v="1686" actId="478"/>
          <ac:picMkLst>
            <pc:docMk/>
            <pc:sldMk cId="779782093" sldId="509"/>
            <ac:picMk id="14" creationId="{5DDA7663-7ABB-46BB-BEFA-E76D5AF57AAA}"/>
          </ac:picMkLst>
        </pc:picChg>
        <pc:picChg chg="add del mod">
          <ac:chgData name="Manuj Agrawal" userId="8275e378daeca5b2" providerId="LiveId" clId="{68B1B6EF-79EC-4841-9EAA-2A4CF5756281}" dt="2021-12-17T14:03:19.766" v="1677" actId="478"/>
          <ac:picMkLst>
            <pc:docMk/>
            <pc:sldMk cId="779782093" sldId="509"/>
            <ac:picMk id="18" creationId="{E19E244E-9AE3-4E1A-9DF4-7C94B14C1F21}"/>
          </ac:picMkLst>
        </pc:picChg>
      </pc:sldChg>
      <pc:sldChg chg="modSp mod">
        <pc:chgData name="Manuj Agrawal" userId="8275e378daeca5b2" providerId="LiveId" clId="{68B1B6EF-79EC-4841-9EAA-2A4CF5756281}" dt="2021-12-17T11:46:08.106" v="1176" actId="1076"/>
        <pc:sldMkLst>
          <pc:docMk/>
          <pc:sldMk cId="2137804776" sldId="529"/>
        </pc:sldMkLst>
        <pc:spChg chg="mod">
          <ac:chgData name="Manuj Agrawal" userId="8275e378daeca5b2" providerId="LiveId" clId="{68B1B6EF-79EC-4841-9EAA-2A4CF5756281}" dt="2021-12-17T11:46:08.106" v="1176" actId="1076"/>
          <ac:spMkLst>
            <pc:docMk/>
            <pc:sldMk cId="2137804776" sldId="529"/>
            <ac:spMk id="14" creationId="{FE40EFBE-6899-4FF8-A5E2-9CCA2F3A773B}"/>
          </ac:spMkLst>
        </pc:spChg>
        <pc:picChg chg="mod">
          <ac:chgData name="Manuj Agrawal" userId="8275e378daeca5b2" providerId="LiveId" clId="{68B1B6EF-79EC-4841-9EAA-2A4CF5756281}" dt="2021-12-17T11:46:06.001" v="1175" actId="1076"/>
          <ac:picMkLst>
            <pc:docMk/>
            <pc:sldMk cId="2137804776" sldId="529"/>
            <ac:picMk id="13" creationId="{325C01FD-3E75-49B6-AED1-1CE7A6E6A4BD}"/>
          </ac:picMkLst>
        </pc:picChg>
      </pc:sldChg>
      <pc:sldChg chg="modSp mod">
        <pc:chgData name="Manuj Agrawal" userId="8275e378daeca5b2" providerId="LiveId" clId="{68B1B6EF-79EC-4841-9EAA-2A4CF5756281}" dt="2021-12-17T11:43:48.090" v="1173" actId="20577"/>
        <pc:sldMkLst>
          <pc:docMk/>
          <pc:sldMk cId="1737797681" sldId="531"/>
        </pc:sldMkLst>
        <pc:spChg chg="mod">
          <ac:chgData name="Manuj Agrawal" userId="8275e378daeca5b2" providerId="LiveId" clId="{68B1B6EF-79EC-4841-9EAA-2A4CF5756281}" dt="2021-12-17T11:43:48.090" v="1173" actId="20577"/>
          <ac:spMkLst>
            <pc:docMk/>
            <pc:sldMk cId="1737797681" sldId="531"/>
            <ac:spMk id="95" creationId="{CD9CAB7A-2779-4089-8228-AC86D98BFF8E}"/>
          </ac:spMkLst>
        </pc:spChg>
        <pc:spChg chg="mod">
          <ac:chgData name="Manuj Agrawal" userId="8275e378daeca5b2" providerId="LiveId" clId="{68B1B6EF-79EC-4841-9EAA-2A4CF5756281}" dt="2021-12-17T11:43:37.658" v="1162" actId="1076"/>
          <ac:spMkLst>
            <pc:docMk/>
            <pc:sldMk cId="1737797681" sldId="531"/>
            <ac:spMk id="113" creationId="{935DFF3E-C47D-4175-AE5A-211380CF768B}"/>
          </ac:spMkLst>
        </pc:spChg>
      </pc:sldChg>
      <pc:sldChg chg="addSp modSp mod">
        <pc:chgData name="Manuj Agrawal" userId="8275e378daeca5b2" providerId="LiveId" clId="{68B1B6EF-79EC-4841-9EAA-2A4CF5756281}" dt="2021-12-17T14:19:37.318" v="1897" actId="1076"/>
        <pc:sldMkLst>
          <pc:docMk/>
          <pc:sldMk cId="2701607129" sldId="532"/>
        </pc:sldMkLst>
        <pc:spChg chg="mod">
          <ac:chgData name="Manuj Agrawal" userId="8275e378daeca5b2" providerId="LiveId" clId="{68B1B6EF-79EC-4841-9EAA-2A4CF5756281}" dt="2021-12-17T14:19:03.382" v="1896" actId="1076"/>
          <ac:spMkLst>
            <pc:docMk/>
            <pc:sldMk cId="2701607129" sldId="532"/>
            <ac:spMk id="42" creationId="{EAC7E137-F1E1-46D8-8573-4FD0D4F2B8B6}"/>
          </ac:spMkLst>
        </pc:spChg>
        <pc:spChg chg="add mod">
          <ac:chgData name="Manuj Agrawal" userId="8275e378daeca5b2" providerId="LiveId" clId="{68B1B6EF-79EC-4841-9EAA-2A4CF5756281}" dt="2021-12-17T14:19:37.318" v="1897" actId="1076"/>
          <ac:spMkLst>
            <pc:docMk/>
            <pc:sldMk cId="2701607129" sldId="532"/>
            <ac:spMk id="44" creationId="{A657A54D-A2BB-42CF-81A0-6C75EF15E312}"/>
          </ac:spMkLst>
        </pc:spChg>
        <pc:spChg chg="add mod">
          <ac:chgData name="Manuj Agrawal" userId="8275e378daeca5b2" providerId="LiveId" clId="{68B1B6EF-79EC-4841-9EAA-2A4CF5756281}" dt="2021-12-17T14:18:58.837" v="1893" actId="1076"/>
          <ac:spMkLst>
            <pc:docMk/>
            <pc:sldMk cId="2701607129" sldId="532"/>
            <ac:spMk id="46" creationId="{419AF430-7E9A-4E68-AC45-51AFBF68640E}"/>
          </ac:spMkLst>
        </pc:spChg>
        <pc:spChg chg="mod">
          <ac:chgData name="Manuj Agrawal" userId="8275e378daeca5b2" providerId="LiveId" clId="{68B1B6EF-79EC-4841-9EAA-2A4CF5756281}" dt="2021-12-17T14:17:41.161" v="1825" actId="403"/>
          <ac:spMkLst>
            <pc:docMk/>
            <pc:sldMk cId="2701607129" sldId="532"/>
            <ac:spMk id="140" creationId="{9686278A-6492-4F9B-B30F-E88C04126888}"/>
          </ac:spMkLst>
        </pc:spChg>
        <pc:spChg chg="mod">
          <ac:chgData name="Manuj Agrawal" userId="8275e378daeca5b2" providerId="LiveId" clId="{68B1B6EF-79EC-4841-9EAA-2A4CF5756281}" dt="2021-12-17T14:19:01.815" v="1895" actId="1076"/>
          <ac:spMkLst>
            <pc:docMk/>
            <pc:sldMk cId="2701607129" sldId="532"/>
            <ac:spMk id="145" creationId="{A4D7F0FC-1886-48E4-A312-A1343828A359}"/>
          </ac:spMkLst>
        </pc:spChg>
        <pc:picChg chg="mod">
          <ac:chgData name="Manuj Agrawal" userId="8275e378daeca5b2" providerId="LiveId" clId="{68B1B6EF-79EC-4841-9EAA-2A4CF5756281}" dt="2021-12-17T10:58:36.862" v="1024" actId="1076"/>
          <ac:picMkLst>
            <pc:docMk/>
            <pc:sldMk cId="2701607129" sldId="532"/>
            <ac:picMk id="142" creationId="{4F480740-D90E-4CFC-BB3B-0CD28DE02817}"/>
          </ac:picMkLst>
        </pc:picChg>
      </pc:sldChg>
      <pc:sldChg chg="addSp delSp modSp mod">
        <pc:chgData name="Manuj Agrawal" userId="8275e378daeca5b2" providerId="LiveId" clId="{68B1B6EF-79EC-4841-9EAA-2A4CF5756281}" dt="2021-12-17T14:25:01.646" v="1923"/>
        <pc:sldMkLst>
          <pc:docMk/>
          <pc:sldMk cId="1475965068" sldId="535"/>
        </pc:sldMkLst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2" creationId="{DCE10E9D-7ED0-4E0A-B6DB-B4FB95559EB8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0" creationId="{69AFB34B-4609-4CCB-A053-89F6818C6EB1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1" creationId="{DC9EAA29-BA8F-4D8A-A4B0-7EE13A647F8D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5" creationId="{A031F14A-3CF1-47D5-A774-25EF10AF8BC6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6" creationId="{A5873D64-51DD-4B2F-9B73-DFED3489ABC7}"/>
          </ac:spMkLst>
        </pc:spChg>
        <pc:spChg chg="mod">
          <ac:chgData name="Manuj Agrawal" userId="8275e378daeca5b2" providerId="LiveId" clId="{68B1B6EF-79EC-4841-9EAA-2A4CF5756281}" dt="2021-12-17T10:52:57.878" v="1011" actId="1076"/>
          <ac:spMkLst>
            <pc:docMk/>
            <pc:sldMk cId="1475965068" sldId="535"/>
            <ac:spMk id="17" creationId="{B5C1152F-7231-435A-B06E-64C56434D480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8" creationId="{4404F841-ABDF-496C-89FD-82282A536C7D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9" creationId="{96B4E7E2-1305-4A9F-B103-AA815DDFEB96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20" creationId="{9163CE2E-4075-43F6-B3C8-6D888F74F0EC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21" creationId="{05EFDBB0-AD6F-4EF8-BD3B-3FA65C0E1323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22" creationId="{CA1D4342-C308-4551-92F4-FDC5E83207C7}"/>
          </ac:spMkLst>
        </pc:spChg>
        <pc:spChg chg="mod">
          <ac:chgData name="Manuj Agrawal" userId="8275e378daeca5b2" providerId="LiveId" clId="{68B1B6EF-79EC-4841-9EAA-2A4CF5756281}" dt="2021-12-17T10:45:49.398" v="924" actId="20577"/>
          <ac:spMkLst>
            <pc:docMk/>
            <pc:sldMk cId="1475965068" sldId="535"/>
            <ac:spMk id="23" creationId="{1DBFF062-90D5-4E69-BF06-12FD9FD5AE74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26" creationId="{0C072908-626F-4034-9DF6-AB9BDF604F8C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27" creationId="{729A1C33-B914-4645-85C4-3EC88F9F6915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28" creationId="{933DE2C3-D398-4C68-9DD0-3252C1B64626}"/>
          </ac:spMkLst>
        </pc:spChg>
        <pc:spChg chg="mod topLvl">
          <ac:chgData name="Manuj Agrawal" userId="8275e378daeca5b2" providerId="LiveId" clId="{68B1B6EF-79EC-4841-9EAA-2A4CF5756281}" dt="2021-12-17T10:52:21.566" v="1000" actId="20577"/>
          <ac:spMkLst>
            <pc:docMk/>
            <pc:sldMk cId="1475965068" sldId="535"/>
            <ac:spMk id="29" creationId="{4AE5FD80-6163-4A16-AC0B-F20111A1D8A7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30" creationId="{80AA8F74-7FB5-4323-89E0-D7E0027C3B31}"/>
          </ac:spMkLst>
        </pc:spChg>
        <pc:spChg chg="mod topLvl">
          <ac:chgData name="Manuj Agrawal" userId="8275e378daeca5b2" providerId="LiveId" clId="{68B1B6EF-79EC-4841-9EAA-2A4CF5756281}" dt="2021-12-17T14:24:53.540" v="1921" actId="108"/>
          <ac:spMkLst>
            <pc:docMk/>
            <pc:sldMk cId="1475965068" sldId="535"/>
            <ac:spMk id="31" creationId="{CB885069-920C-44DA-B425-2F7EED2F3917}"/>
          </ac:spMkLst>
        </pc:spChg>
        <pc:spChg chg="del">
          <ac:chgData name="Manuj Agrawal" userId="8275e378daeca5b2" providerId="LiveId" clId="{68B1B6EF-79EC-4841-9EAA-2A4CF5756281}" dt="2021-12-17T10:46:03.543" v="927" actId="478"/>
          <ac:spMkLst>
            <pc:docMk/>
            <pc:sldMk cId="1475965068" sldId="535"/>
            <ac:spMk id="32" creationId="{2CF2D752-B20A-40F5-ABDF-15F7C2E2032F}"/>
          </ac:spMkLst>
        </pc:spChg>
        <pc:spChg chg="mod">
          <ac:chgData name="Manuj Agrawal" userId="8275e378daeca5b2" providerId="LiveId" clId="{68B1B6EF-79EC-4841-9EAA-2A4CF5756281}" dt="2021-12-17T14:22:26.062" v="1901" actId="1076"/>
          <ac:spMkLst>
            <pc:docMk/>
            <pc:sldMk cId="1475965068" sldId="535"/>
            <ac:spMk id="36" creationId="{BD1F623B-362B-41BB-9030-6E1A6BA5D18C}"/>
          </ac:spMkLst>
        </pc:spChg>
        <pc:spChg chg="mod">
          <ac:chgData name="Manuj Agrawal" userId="8275e378daeca5b2" providerId="LiveId" clId="{68B1B6EF-79EC-4841-9EAA-2A4CF5756281}" dt="2021-12-17T14:21:52.270" v="1899" actId="1076"/>
          <ac:spMkLst>
            <pc:docMk/>
            <pc:sldMk cId="1475965068" sldId="535"/>
            <ac:spMk id="37" creationId="{11EA0434-1CE9-47E8-9246-CFC05ACF2514}"/>
          </ac:spMkLst>
        </pc:spChg>
        <pc:spChg chg="mod">
          <ac:chgData name="Manuj Agrawal" userId="8275e378daeca5b2" providerId="LiveId" clId="{68B1B6EF-79EC-4841-9EAA-2A4CF5756281}" dt="2021-12-17T14:21:57.879" v="1900" actId="1076"/>
          <ac:spMkLst>
            <pc:docMk/>
            <pc:sldMk cId="1475965068" sldId="535"/>
            <ac:spMk id="38" creationId="{450716AF-539D-45EA-9D9D-42627778895A}"/>
          </ac:spMkLst>
        </pc:spChg>
        <pc:spChg chg="add del mod topLvl">
          <ac:chgData name="Manuj Agrawal" userId="8275e378daeca5b2" providerId="LiveId" clId="{68B1B6EF-79EC-4841-9EAA-2A4CF5756281}" dt="2021-12-17T10:45:57.646" v="926" actId="478"/>
          <ac:spMkLst>
            <pc:docMk/>
            <pc:sldMk cId="1475965068" sldId="535"/>
            <ac:spMk id="45" creationId="{E01BA280-68A2-4F5E-A532-DAC59FC86AE2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57" creationId="{E909DB23-6196-48F1-A18B-F8272C5CC8D8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58" creationId="{154B9685-D96C-41DD-AC18-A99263BC1A9E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59" creationId="{BF644DC1-1321-4730-8691-4714292229F2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60" creationId="{F22CBE75-6EEB-41C3-9465-6FD154C9E8CC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61" creationId="{3D718D99-3516-497D-B7A3-33034378FB6D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62" creationId="{83407C4E-DA66-43D0-B2CE-87F471319208}"/>
          </ac:spMkLst>
        </pc:spChg>
        <pc:spChg chg="del mod topLvl">
          <ac:chgData name="Manuj Agrawal" userId="8275e378daeca5b2" providerId="LiveId" clId="{68B1B6EF-79EC-4841-9EAA-2A4CF5756281}" dt="2021-12-17T10:44:38.358" v="899" actId="478"/>
          <ac:spMkLst>
            <pc:docMk/>
            <pc:sldMk cId="1475965068" sldId="535"/>
            <ac:spMk id="63" creationId="{C0D9CA8D-1D58-408A-8944-2ED40235DADE}"/>
          </ac:spMkLst>
        </pc:spChg>
        <pc:spChg chg="del mod topLvl">
          <ac:chgData name="Manuj Agrawal" userId="8275e378daeca5b2" providerId="LiveId" clId="{68B1B6EF-79EC-4841-9EAA-2A4CF5756281}" dt="2021-12-17T10:44:38.358" v="899" actId="478"/>
          <ac:spMkLst>
            <pc:docMk/>
            <pc:sldMk cId="1475965068" sldId="535"/>
            <ac:spMk id="64" creationId="{6928B5CF-1441-4D5E-81E2-7981CFEA2B46}"/>
          </ac:spMkLst>
        </pc:spChg>
        <pc:spChg chg="del mod topLvl">
          <ac:chgData name="Manuj Agrawal" userId="8275e378daeca5b2" providerId="LiveId" clId="{68B1B6EF-79EC-4841-9EAA-2A4CF5756281}" dt="2021-12-17T10:44:38.358" v="899" actId="478"/>
          <ac:spMkLst>
            <pc:docMk/>
            <pc:sldMk cId="1475965068" sldId="535"/>
            <ac:spMk id="65" creationId="{976CE6FE-4879-4AFD-A120-C45524E711E3}"/>
          </ac:spMkLst>
        </pc:spChg>
        <pc:spChg chg="del mod topLvl">
          <ac:chgData name="Manuj Agrawal" userId="8275e378daeca5b2" providerId="LiveId" clId="{68B1B6EF-79EC-4841-9EAA-2A4CF5756281}" dt="2021-12-17T10:44:38.358" v="899" actId="478"/>
          <ac:spMkLst>
            <pc:docMk/>
            <pc:sldMk cId="1475965068" sldId="535"/>
            <ac:spMk id="66" creationId="{7751AA0F-27FA-4536-A19B-278C80700E09}"/>
          </ac:spMkLst>
        </pc:spChg>
        <pc:spChg chg="del mod topLvl">
          <ac:chgData name="Manuj Agrawal" userId="8275e378daeca5b2" providerId="LiveId" clId="{68B1B6EF-79EC-4841-9EAA-2A4CF5756281}" dt="2021-12-17T10:44:38.358" v="899" actId="478"/>
          <ac:spMkLst>
            <pc:docMk/>
            <pc:sldMk cId="1475965068" sldId="535"/>
            <ac:spMk id="67" creationId="{2B54B7C8-9F9A-41C4-8FF3-2B74A59E5C30}"/>
          </ac:spMkLst>
        </pc:spChg>
        <pc:spChg chg="del mod topLvl">
          <ac:chgData name="Manuj Agrawal" userId="8275e378daeca5b2" providerId="LiveId" clId="{68B1B6EF-79EC-4841-9EAA-2A4CF5756281}" dt="2021-12-17T10:44:38.358" v="899" actId="478"/>
          <ac:spMkLst>
            <pc:docMk/>
            <pc:sldMk cId="1475965068" sldId="535"/>
            <ac:spMk id="68" creationId="{503F13FF-E140-4670-BC1B-81541D725F2C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69" creationId="{7A1674D3-DD67-46CF-A395-DB3D9E248A3D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70" creationId="{E7422E6C-CB65-4FA4-B173-BE96360B4FA1}"/>
          </ac:spMkLst>
        </pc:spChg>
        <pc:spChg chg="del mod topLvl">
          <ac:chgData name="Manuj Agrawal" userId="8275e378daeca5b2" providerId="LiveId" clId="{68B1B6EF-79EC-4841-9EAA-2A4CF5756281}" dt="2021-12-17T10:44:38.358" v="899" actId="478"/>
          <ac:spMkLst>
            <pc:docMk/>
            <pc:sldMk cId="1475965068" sldId="535"/>
            <ac:spMk id="71" creationId="{E146BDE8-3F4A-4A78-A115-C91929CED67C}"/>
          </ac:spMkLst>
        </pc:spChg>
        <pc:spChg chg="del mod topLvl">
          <ac:chgData name="Manuj Agrawal" userId="8275e378daeca5b2" providerId="LiveId" clId="{68B1B6EF-79EC-4841-9EAA-2A4CF5756281}" dt="2021-12-17T10:44:38.358" v="899" actId="478"/>
          <ac:spMkLst>
            <pc:docMk/>
            <pc:sldMk cId="1475965068" sldId="535"/>
            <ac:spMk id="72" creationId="{AB899852-E5B6-4836-B460-658AC3B7E677}"/>
          </ac:spMkLst>
        </pc:spChg>
        <pc:spChg chg="mod">
          <ac:chgData name="Manuj Agrawal" userId="8275e378daeca5b2" providerId="LiveId" clId="{68B1B6EF-79EC-4841-9EAA-2A4CF5756281}" dt="2021-12-17T10:45:43.563" v="917" actId="21"/>
          <ac:spMkLst>
            <pc:docMk/>
            <pc:sldMk cId="1475965068" sldId="535"/>
            <ac:spMk id="75" creationId="{771AC148-31C0-4151-98AD-5489FCD584DE}"/>
          </ac:spMkLst>
        </pc:spChg>
        <pc:spChg chg="mod">
          <ac:chgData name="Manuj Agrawal" userId="8275e378daeca5b2" providerId="LiveId" clId="{68B1B6EF-79EC-4841-9EAA-2A4CF5756281}" dt="2021-12-17T10:42:10.138" v="859" actId="165"/>
          <ac:spMkLst>
            <pc:docMk/>
            <pc:sldMk cId="1475965068" sldId="535"/>
            <ac:spMk id="76" creationId="{7C4AECC0-71EA-497F-B771-26BFE07A0A10}"/>
          </ac:spMkLst>
        </pc:spChg>
        <pc:spChg chg="mod">
          <ac:chgData name="Manuj Agrawal" userId="8275e378daeca5b2" providerId="LiveId" clId="{68B1B6EF-79EC-4841-9EAA-2A4CF5756281}" dt="2021-12-17T10:42:10.138" v="859" actId="165"/>
          <ac:spMkLst>
            <pc:docMk/>
            <pc:sldMk cId="1475965068" sldId="535"/>
            <ac:spMk id="77" creationId="{703291C5-5662-4451-A873-A722D0C14D57}"/>
          </ac:spMkLst>
        </pc:spChg>
        <pc:spChg chg="add mod">
          <ac:chgData name="Manuj Agrawal" userId="8275e378daeca5b2" providerId="LiveId" clId="{68B1B6EF-79EC-4841-9EAA-2A4CF5756281}" dt="2021-12-17T14:24:18.605" v="1915" actId="1076"/>
          <ac:spMkLst>
            <pc:docMk/>
            <pc:sldMk cId="1475965068" sldId="535"/>
            <ac:spMk id="78" creationId="{955BE162-2306-4A8C-A27C-E81B500A0939}"/>
          </ac:spMkLst>
        </pc:spChg>
        <pc:spChg chg="add del mod">
          <ac:chgData name="Manuj Agrawal" userId="8275e378daeca5b2" providerId="LiveId" clId="{68B1B6EF-79EC-4841-9EAA-2A4CF5756281}" dt="2021-12-17T10:47:33.575" v="940" actId="478"/>
          <ac:spMkLst>
            <pc:docMk/>
            <pc:sldMk cId="1475965068" sldId="535"/>
            <ac:spMk id="81" creationId="{3C6C6AA4-1D78-4D9E-A06C-47D57E9E789F}"/>
          </ac:spMkLst>
        </pc:spChg>
        <pc:spChg chg="add 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86" creationId="{70B59444-6D78-491B-A463-01A9C6ED70B5}"/>
          </ac:spMkLst>
        </pc:spChg>
        <pc:spChg chg="add 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87" creationId="{91933716-805D-4E53-8BD2-80ED19DCCFA3}"/>
          </ac:spMkLst>
        </pc:spChg>
        <pc:spChg chg="add 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88" creationId="{4FEC8A4C-9AF1-4DD6-B97F-7FEE0D9FCD89}"/>
          </ac:spMkLst>
        </pc:spChg>
        <pc:spChg chg="add del mod">
          <ac:chgData name="Manuj Agrawal" userId="8275e378daeca5b2" providerId="LiveId" clId="{68B1B6EF-79EC-4841-9EAA-2A4CF5756281}" dt="2021-12-17T10:49:46.319" v="967" actId="478"/>
          <ac:spMkLst>
            <pc:docMk/>
            <pc:sldMk cId="1475965068" sldId="535"/>
            <ac:spMk id="89" creationId="{26771C53-275A-420D-8376-E132E601FAAF}"/>
          </ac:spMkLst>
        </pc:spChg>
        <pc:spChg chg="add del mod">
          <ac:chgData name="Manuj Agrawal" userId="8275e378daeca5b2" providerId="LiveId" clId="{68B1B6EF-79EC-4841-9EAA-2A4CF5756281}" dt="2021-12-17T10:44:42.798" v="900" actId="478"/>
          <ac:spMkLst>
            <pc:docMk/>
            <pc:sldMk cId="1475965068" sldId="535"/>
            <ac:spMk id="90" creationId="{1A88184A-3639-4E83-B29A-126C776C5B56}"/>
          </ac:spMkLst>
        </pc:spChg>
        <pc:spChg chg="add del mod">
          <ac:chgData name="Manuj Agrawal" userId="8275e378daeca5b2" providerId="LiveId" clId="{68B1B6EF-79EC-4841-9EAA-2A4CF5756281}" dt="2021-12-17T10:44:42.798" v="900" actId="478"/>
          <ac:spMkLst>
            <pc:docMk/>
            <pc:sldMk cId="1475965068" sldId="535"/>
            <ac:spMk id="91" creationId="{963346ED-7849-4533-8A75-B27700624335}"/>
          </ac:spMkLst>
        </pc:spChg>
        <pc:spChg chg="add del mod">
          <ac:chgData name="Manuj Agrawal" userId="8275e378daeca5b2" providerId="LiveId" clId="{68B1B6EF-79EC-4841-9EAA-2A4CF5756281}" dt="2021-12-17T10:44:42.798" v="900" actId="478"/>
          <ac:spMkLst>
            <pc:docMk/>
            <pc:sldMk cId="1475965068" sldId="535"/>
            <ac:spMk id="108" creationId="{EC004185-2301-447C-87EE-8064010B54F8}"/>
          </ac:spMkLst>
        </pc:spChg>
        <pc:spChg chg="add del mod">
          <ac:chgData name="Manuj Agrawal" userId="8275e378daeca5b2" providerId="LiveId" clId="{68B1B6EF-79EC-4841-9EAA-2A4CF5756281}" dt="2021-12-17T10:44:42.798" v="900" actId="478"/>
          <ac:spMkLst>
            <pc:docMk/>
            <pc:sldMk cId="1475965068" sldId="535"/>
            <ac:spMk id="109" creationId="{65098128-3674-41F1-863A-F2A51DA1A4C8}"/>
          </ac:spMkLst>
        </pc:spChg>
        <pc:spChg chg="add del mod">
          <ac:chgData name="Manuj Agrawal" userId="8275e378daeca5b2" providerId="LiveId" clId="{68B1B6EF-79EC-4841-9EAA-2A4CF5756281}" dt="2021-12-17T10:44:42.798" v="900" actId="478"/>
          <ac:spMkLst>
            <pc:docMk/>
            <pc:sldMk cId="1475965068" sldId="535"/>
            <ac:spMk id="110" creationId="{D28280DD-07D2-4BDF-AB90-FA272AD0B039}"/>
          </ac:spMkLst>
        </pc:spChg>
        <pc:spChg chg="add del mod">
          <ac:chgData name="Manuj Agrawal" userId="8275e378daeca5b2" providerId="LiveId" clId="{68B1B6EF-79EC-4841-9EAA-2A4CF5756281}" dt="2021-12-17T10:13:49.609" v="580" actId="478"/>
          <ac:spMkLst>
            <pc:docMk/>
            <pc:sldMk cId="1475965068" sldId="535"/>
            <ac:spMk id="111" creationId="{603DFC78-CFF1-434E-A602-B57EA1AFDE95}"/>
          </ac:spMkLst>
        </pc:spChg>
        <pc:spChg chg="add mod topLvl">
          <ac:chgData name="Manuj Agrawal" userId="8275e378daeca5b2" providerId="LiveId" clId="{68B1B6EF-79EC-4841-9EAA-2A4CF5756281}" dt="2021-12-17T10:51:33.479" v="978" actId="164"/>
          <ac:spMkLst>
            <pc:docMk/>
            <pc:sldMk cId="1475965068" sldId="535"/>
            <ac:spMk id="112" creationId="{F1EB2AD8-3804-4E69-841A-A9B5DA8805B7}"/>
          </ac:spMkLst>
        </pc:spChg>
        <pc:spChg chg="add 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13" creationId="{F31FF402-FD1F-4F2D-B362-DD72A5075B18}"/>
          </ac:spMkLst>
        </pc:spChg>
        <pc:spChg chg="add 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14" creationId="{B89B8139-51E2-4F02-880C-BBB07909C208}"/>
          </ac:spMkLst>
        </pc:spChg>
        <pc:spChg chg="add mod">
          <ac:chgData name="Manuj Agrawal" userId="8275e378daeca5b2" providerId="LiveId" clId="{68B1B6EF-79EC-4841-9EAA-2A4CF5756281}" dt="2021-12-17T10:52:26.918" v="1004" actId="20577"/>
          <ac:spMkLst>
            <pc:docMk/>
            <pc:sldMk cId="1475965068" sldId="535"/>
            <ac:spMk id="115" creationId="{59355AD8-61C7-4445-95E3-E542CEE48A2D}"/>
          </ac:spMkLst>
        </pc:spChg>
        <pc:spChg chg="add mod">
          <ac:chgData name="Manuj Agrawal" userId="8275e378daeca5b2" providerId="LiveId" clId="{68B1B6EF-79EC-4841-9EAA-2A4CF5756281}" dt="2021-12-17T10:52:44.271" v="1008" actId="1076"/>
          <ac:spMkLst>
            <pc:docMk/>
            <pc:sldMk cId="1475965068" sldId="535"/>
            <ac:spMk id="116" creationId="{5432D211-0C48-411A-B158-6D880723758E}"/>
          </ac:spMkLst>
        </pc:spChg>
        <pc:spChg chg="add del mod">
          <ac:chgData name="Manuj Agrawal" userId="8275e378daeca5b2" providerId="LiveId" clId="{68B1B6EF-79EC-4841-9EAA-2A4CF5756281}" dt="2021-12-17T10:39:26.233" v="818" actId="478"/>
          <ac:spMkLst>
            <pc:docMk/>
            <pc:sldMk cId="1475965068" sldId="535"/>
            <ac:spMk id="117" creationId="{B8CFE9A7-546E-4275-91FA-E2C962E0523E}"/>
          </ac:spMkLst>
        </pc:spChg>
        <pc:spChg chg="add 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18" creationId="{E0814B54-406D-4660-944A-1E60042D1B47}"/>
          </ac:spMkLst>
        </pc:spChg>
        <pc:spChg chg="add mod">
          <ac:chgData name="Manuj Agrawal" userId="8275e378daeca5b2" providerId="LiveId" clId="{68B1B6EF-79EC-4841-9EAA-2A4CF5756281}" dt="2021-12-17T10:52:47.167" v="1009" actId="1076"/>
          <ac:spMkLst>
            <pc:docMk/>
            <pc:sldMk cId="1475965068" sldId="535"/>
            <ac:spMk id="119" creationId="{A39A4E37-DBBE-4F71-8648-4FB4CFCF831C}"/>
          </ac:spMkLst>
        </pc:spChg>
        <pc:spChg chg="add mod">
          <ac:chgData name="Manuj Agrawal" userId="8275e378daeca5b2" providerId="LiveId" clId="{68B1B6EF-79EC-4841-9EAA-2A4CF5756281}" dt="2021-12-17T14:24:10.784" v="1913" actId="1076"/>
          <ac:spMkLst>
            <pc:docMk/>
            <pc:sldMk cId="1475965068" sldId="535"/>
            <ac:spMk id="120" creationId="{84EB1176-F8D8-4621-B9F1-855FFDA9EA6C}"/>
          </ac:spMkLst>
        </pc:spChg>
        <pc:spChg chg="add mod">
          <ac:chgData name="Manuj Agrawal" userId="8275e378daeca5b2" providerId="LiveId" clId="{68B1B6EF-79EC-4841-9EAA-2A4CF5756281}" dt="2021-12-17T14:23:42.029" v="1910" actId="20577"/>
          <ac:spMkLst>
            <pc:docMk/>
            <pc:sldMk cId="1475965068" sldId="535"/>
            <ac:spMk id="121" creationId="{B2E38780-5259-4058-BD3E-5328DEF3A944}"/>
          </ac:spMkLst>
        </pc:spChg>
        <pc:spChg chg="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23" creationId="{DC4A19F5-C0B3-428C-8C0F-DA72687ECE51}"/>
          </ac:spMkLst>
        </pc:spChg>
        <pc:spChg chg="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24" creationId="{6A803AC6-9519-40A3-AD3C-9B68A5049758}"/>
          </ac:spMkLst>
        </pc:spChg>
        <pc:spChg chg="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25" creationId="{489EDD8D-0F66-41A7-89C4-666AA8BF8495}"/>
          </ac:spMkLst>
        </pc:spChg>
        <pc:spChg chg="mod">
          <ac:chgData name="Manuj Agrawal" userId="8275e378daeca5b2" providerId="LiveId" clId="{68B1B6EF-79EC-4841-9EAA-2A4CF5756281}" dt="2021-12-17T14:25:01.646" v="1923"/>
          <ac:spMkLst>
            <pc:docMk/>
            <pc:sldMk cId="1475965068" sldId="535"/>
            <ac:spMk id="126" creationId="{8CE4B644-5A84-4F60-9551-F8432C91D156}"/>
          </ac:spMkLst>
        </pc:spChg>
        <pc:spChg chg="mod">
          <ac:chgData name="Manuj Agrawal" userId="8275e378daeca5b2" providerId="LiveId" clId="{68B1B6EF-79EC-4841-9EAA-2A4CF5756281}" dt="2021-12-17T14:24:23.070" v="1916" actId="1076"/>
          <ac:spMkLst>
            <pc:docMk/>
            <pc:sldMk cId="1475965068" sldId="535"/>
            <ac:spMk id="127" creationId="{DF3368CD-7593-46FB-A4CB-BB07FA2AD6B4}"/>
          </ac:spMkLst>
        </pc:spChg>
        <pc:spChg chg="del mod">
          <ac:chgData name="Manuj Agrawal" userId="8275e378daeca5b2" providerId="LiveId" clId="{68B1B6EF-79EC-4841-9EAA-2A4CF5756281}" dt="2021-12-17T10:44:00.382" v="889" actId="478"/>
          <ac:spMkLst>
            <pc:docMk/>
            <pc:sldMk cId="1475965068" sldId="535"/>
            <ac:spMk id="128" creationId="{20FC414A-6886-406B-AE77-DAC6986F4B13}"/>
          </ac:spMkLst>
        </pc:spChg>
        <pc:spChg chg="add mod topLvl">
          <ac:chgData name="Manuj Agrawal" userId="8275e378daeca5b2" providerId="LiveId" clId="{68B1B6EF-79EC-4841-9EAA-2A4CF5756281}" dt="2021-12-17T10:51:00.408" v="976" actId="164"/>
          <ac:spMkLst>
            <pc:docMk/>
            <pc:sldMk cId="1475965068" sldId="535"/>
            <ac:spMk id="129" creationId="{B51C8A79-99DB-4B10-8656-1B49F26EAEA8}"/>
          </ac:spMkLst>
        </pc:spChg>
        <pc:grpChg chg="mod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3" creationId="{F4391A03-92C1-4B84-8642-9391DAABF48A}"/>
          </ac:grpSpMkLst>
        </pc:grpChg>
        <pc:grpChg chg="add mod topLvl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4" creationId="{D2B4A540-68B4-4EF8-B373-3DAE88F729B6}"/>
          </ac:grpSpMkLst>
        </pc:grpChg>
        <pc:grpChg chg="del mod">
          <ac:chgData name="Manuj Agrawal" userId="8275e378daeca5b2" providerId="LiveId" clId="{68B1B6EF-79EC-4841-9EAA-2A4CF5756281}" dt="2021-12-17T10:35:19.343" v="689" actId="165"/>
          <ac:grpSpMkLst>
            <pc:docMk/>
            <pc:sldMk cId="1475965068" sldId="535"/>
            <ac:grpSpMk id="5" creationId="{234A7837-CC53-42B0-9509-B9DDD714E3C1}"/>
          </ac:grpSpMkLst>
        </pc:grpChg>
        <pc:grpChg chg="mod">
          <ac:chgData name="Manuj Agrawal" userId="8275e378daeca5b2" providerId="LiveId" clId="{68B1B6EF-79EC-4841-9EAA-2A4CF5756281}" dt="2021-12-17T10:51:44.022" v="979" actId="1076"/>
          <ac:grpSpMkLst>
            <pc:docMk/>
            <pc:sldMk cId="1475965068" sldId="535"/>
            <ac:grpSpMk id="6" creationId="{9EAA7019-067C-4E88-B918-13FF27087EB4}"/>
          </ac:grpSpMkLst>
        </pc:grpChg>
        <pc:grpChg chg="add mod topLvl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7" creationId="{7559CEF4-5E92-45BB-8C42-DF8D9C790776}"/>
          </ac:grpSpMkLst>
        </pc:grpChg>
        <pc:grpChg chg="add mod topLvl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8" creationId="{A7F5C519-0B30-4A10-AA33-4EACE506F418}"/>
          </ac:grpSpMkLst>
        </pc:grpChg>
        <pc:grpChg chg="del mod">
          <ac:chgData name="Manuj Agrawal" userId="8275e378daeca5b2" providerId="LiveId" clId="{68B1B6EF-79EC-4841-9EAA-2A4CF5756281}" dt="2021-12-17T10:42:10.138" v="859" actId="165"/>
          <ac:grpSpMkLst>
            <pc:docMk/>
            <pc:sldMk cId="1475965068" sldId="535"/>
            <ac:grpSpMk id="9" creationId="{F976663A-04DD-4968-BB65-AA4EDDC9BADE}"/>
          </ac:grpSpMkLst>
        </pc:grpChg>
        <pc:grpChg chg="add mod topLvl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12" creationId="{09BFA7AC-2565-44EA-941B-0F84D4F9FF0E}"/>
          </ac:grpSpMkLst>
        </pc:grpChg>
        <pc:grpChg chg="del">
          <ac:chgData name="Manuj Agrawal" userId="8275e378daeca5b2" providerId="LiveId" clId="{68B1B6EF-79EC-4841-9EAA-2A4CF5756281}" dt="2021-12-17T10:02:25.458" v="29" actId="478"/>
          <ac:grpSpMkLst>
            <pc:docMk/>
            <pc:sldMk cId="1475965068" sldId="535"/>
            <ac:grpSpMk id="13" creationId="{237DDDE9-66D4-457E-94B2-99CA2574CB84}"/>
          </ac:grpSpMkLst>
        </pc:grpChg>
        <pc:grpChg chg="add mod topLvl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14" creationId="{9B08932C-0850-4935-A36A-29A7F51F341B}"/>
          </ac:grpSpMkLst>
        </pc:grpChg>
        <pc:grpChg chg="add mod">
          <ac:chgData name="Manuj Agrawal" userId="8275e378daeca5b2" providerId="LiveId" clId="{68B1B6EF-79EC-4841-9EAA-2A4CF5756281}" dt="2021-12-17T10:42:52.052" v="869" actId="164"/>
          <ac:grpSpMkLst>
            <pc:docMk/>
            <pc:sldMk cId="1475965068" sldId="535"/>
            <ac:grpSpMk id="24" creationId="{9879EF84-A714-4DAD-BC10-FEDACE11EEDA}"/>
          </ac:grpSpMkLst>
        </pc:grpChg>
        <pc:grpChg chg="add mod topLvl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25" creationId="{52BB2087-8EE7-4C9E-BD28-7E423C394D4B}"/>
          </ac:grpSpMkLst>
        </pc:grpChg>
        <pc:grpChg chg="add del mod">
          <ac:chgData name="Manuj Agrawal" userId="8275e378daeca5b2" providerId="LiveId" clId="{68B1B6EF-79EC-4841-9EAA-2A4CF5756281}" dt="2021-12-17T10:50:28.243" v="972" actId="165"/>
          <ac:grpSpMkLst>
            <pc:docMk/>
            <pc:sldMk cId="1475965068" sldId="535"/>
            <ac:grpSpMk id="39" creationId="{D4025ED4-699C-4EC6-999B-38F41B234693}"/>
          </ac:grpSpMkLst>
        </pc:grpChg>
        <pc:grpChg chg="add mod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40" creationId="{79938374-E01C-45A0-ABB2-D608F73B43F9}"/>
          </ac:grpSpMkLst>
        </pc:grpChg>
        <pc:grpChg chg="add mod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43" creationId="{C34EB918-F3B7-44F8-B229-881E176E5E6F}"/>
          </ac:grpSpMkLst>
        </pc:grpChg>
        <pc:grpChg chg="del mod topLvl">
          <ac:chgData name="Manuj Agrawal" userId="8275e378daeca5b2" providerId="LiveId" clId="{68B1B6EF-79EC-4841-9EAA-2A4CF5756281}" dt="2021-12-17T10:42:24.214" v="861" actId="165"/>
          <ac:grpSpMkLst>
            <pc:docMk/>
            <pc:sldMk cId="1475965068" sldId="535"/>
            <ac:grpSpMk id="44" creationId="{CAE2B3C0-26B3-4121-9E64-1ECA7AA5F85F}"/>
          </ac:grpSpMkLst>
        </pc:grpChg>
        <pc:grpChg chg="del mod topLvl">
          <ac:chgData name="Manuj Agrawal" userId="8275e378daeca5b2" providerId="LiveId" clId="{68B1B6EF-79EC-4841-9EAA-2A4CF5756281}" dt="2021-12-17T10:45:53.639" v="925" actId="478"/>
          <ac:grpSpMkLst>
            <pc:docMk/>
            <pc:sldMk cId="1475965068" sldId="535"/>
            <ac:grpSpMk id="74" creationId="{78B505B6-E08B-49E5-A299-FDB419A1844E}"/>
          </ac:grpSpMkLst>
        </pc:grpChg>
        <pc:grpChg chg="add mod topLvl">
          <ac:chgData name="Manuj Agrawal" userId="8275e378daeca5b2" providerId="LiveId" clId="{68B1B6EF-79EC-4841-9EAA-2A4CF5756281}" dt="2021-12-17T10:51:00.408" v="976" actId="164"/>
          <ac:grpSpMkLst>
            <pc:docMk/>
            <pc:sldMk cId="1475965068" sldId="535"/>
            <ac:grpSpMk id="122" creationId="{27904036-43AA-41B0-8FAF-8976E11E1FAA}"/>
          </ac:grpSpMkLst>
        </pc:grpChg>
      </pc:sldChg>
      <pc:sldChg chg="modSp mod">
        <pc:chgData name="Manuj Agrawal" userId="8275e378daeca5b2" providerId="LiveId" clId="{68B1B6EF-79EC-4841-9EAA-2A4CF5756281}" dt="2021-12-17T14:28:55.813" v="1943" actId="20577"/>
        <pc:sldMkLst>
          <pc:docMk/>
          <pc:sldMk cId="958035667" sldId="537"/>
        </pc:sldMkLst>
        <pc:spChg chg="mod">
          <ac:chgData name="Manuj Agrawal" userId="8275e378daeca5b2" providerId="LiveId" clId="{68B1B6EF-79EC-4841-9EAA-2A4CF5756281}" dt="2021-12-17T14:28:55.813" v="1943" actId="20577"/>
          <ac:spMkLst>
            <pc:docMk/>
            <pc:sldMk cId="958035667" sldId="537"/>
            <ac:spMk id="7" creationId="{964AF775-7BD1-4261-B095-0BBC8FB51428}"/>
          </ac:spMkLst>
        </pc:spChg>
      </pc:sldChg>
      <pc:sldChg chg="del">
        <pc:chgData name="Manuj Agrawal" userId="8275e378daeca5b2" providerId="LiveId" clId="{68B1B6EF-79EC-4841-9EAA-2A4CF5756281}" dt="2021-12-17T11:22:23.362" v="1124" actId="47"/>
        <pc:sldMkLst>
          <pc:docMk/>
          <pc:sldMk cId="370230266" sldId="540"/>
        </pc:sldMkLst>
      </pc:sldChg>
      <pc:sldChg chg="modSp mod ord">
        <pc:chgData name="Manuj Agrawal" userId="8275e378daeca5b2" providerId="LiveId" clId="{68B1B6EF-79EC-4841-9EAA-2A4CF5756281}" dt="2021-12-17T14:43:10.701" v="1969"/>
        <pc:sldMkLst>
          <pc:docMk/>
          <pc:sldMk cId="1146830387" sldId="541"/>
        </pc:sldMkLst>
        <pc:spChg chg="mod">
          <ac:chgData name="Manuj Agrawal" userId="8275e378daeca5b2" providerId="LiveId" clId="{68B1B6EF-79EC-4841-9EAA-2A4CF5756281}" dt="2021-12-17T11:32:46.990" v="1139" actId="207"/>
          <ac:spMkLst>
            <pc:docMk/>
            <pc:sldMk cId="1146830387" sldId="541"/>
            <ac:spMk id="37" creationId="{42B42F82-AEC2-4464-889B-1A93FAE34CFE}"/>
          </ac:spMkLst>
        </pc:spChg>
        <pc:graphicFrameChg chg="mod modGraphic">
          <ac:chgData name="Manuj Agrawal" userId="8275e378daeca5b2" providerId="LiveId" clId="{68B1B6EF-79EC-4841-9EAA-2A4CF5756281}" dt="2021-12-17T11:35:32.052" v="1149" actId="20577"/>
          <ac:graphicFrameMkLst>
            <pc:docMk/>
            <pc:sldMk cId="1146830387" sldId="541"/>
            <ac:graphicFrameMk id="9" creationId="{26E5A1B9-A8D1-47DB-A261-8C73C3BA00CF}"/>
          </ac:graphicFrameMkLst>
        </pc:graphicFrameChg>
      </pc:sldChg>
      <pc:sldChg chg="addSp delSp modSp mod">
        <pc:chgData name="Manuj Agrawal" userId="8275e378daeca5b2" providerId="LiveId" clId="{68B1B6EF-79EC-4841-9EAA-2A4CF5756281}" dt="2021-12-17T14:30:29.132" v="1944" actId="1076"/>
        <pc:sldMkLst>
          <pc:docMk/>
          <pc:sldMk cId="1316161972" sldId="542"/>
        </pc:sldMkLst>
        <pc:spChg chg="mod">
          <ac:chgData name="Manuj Agrawal" userId="8275e378daeca5b2" providerId="LiveId" clId="{68B1B6EF-79EC-4841-9EAA-2A4CF5756281}" dt="2021-12-17T09:55:48.275" v="25" actId="1076"/>
          <ac:spMkLst>
            <pc:docMk/>
            <pc:sldMk cId="1316161972" sldId="542"/>
            <ac:spMk id="48" creationId="{07A46A93-7AD0-4D68-B818-26632908A698}"/>
          </ac:spMkLst>
        </pc:spChg>
        <pc:spChg chg="mod">
          <ac:chgData name="Manuj Agrawal" userId="8275e378daeca5b2" providerId="LiveId" clId="{68B1B6EF-79EC-4841-9EAA-2A4CF5756281}" dt="2021-12-17T09:55:59.675" v="26" actId="1076"/>
          <ac:spMkLst>
            <pc:docMk/>
            <pc:sldMk cId="1316161972" sldId="542"/>
            <ac:spMk id="59" creationId="{0CB50AB1-ED75-406B-BE0B-B6F99F0727EF}"/>
          </ac:spMkLst>
        </pc:spChg>
        <pc:spChg chg="mod">
          <ac:chgData name="Manuj Agrawal" userId="8275e378daeca5b2" providerId="LiveId" clId="{68B1B6EF-79EC-4841-9EAA-2A4CF5756281}" dt="2021-12-17T10:31:25.356" v="599" actId="20577"/>
          <ac:spMkLst>
            <pc:docMk/>
            <pc:sldMk cId="1316161972" sldId="542"/>
            <ac:spMk id="68" creationId="{5BE7B6A3-79F6-470F-89AC-7BA31B7B6379}"/>
          </ac:spMkLst>
        </pc:spChg>
        <pc:grpChg chg="mod">
          <ac:chgData name="Manuj Agrawal" userId="8275e378daeca5b2" providerId="LiveId" clId="{68B1B6EF-79EC-4841-9EAA-2A4CF5756281}" dt="2021-12-17T10:56:10.102" v="1020" actId="164"/>
          <ac:grpSpMkLst>
            <pc:docMk/>
            <pc:sldMk cId="1316161972" sldId="542"/>
            <ac:grpSpMk id="5" creationId="{EC02E145-2E12-48A2-8669-BF6459833626}"/>
          </ac:grpSpMkLst>
        </pc:grpChg>
        <pc:grpChg chg="mod">
          <ac:chgData name="Manuj Agrawal" userId="8275e378daeca5b2" providerId="LiveId" clId="{68B1B6EF-79EC-4841-9EAA-2A4CF5756281}" dt="2021-12-17T10:56:10.102" v="1020" actId="164"/>
          <ac:grpSpMkLst>
            <pc:docMk/>
            <pc:sldMk cId="1316161972" sldId="542"/>
            <ac:grpSpMk id="8" creationId="{DE19F8ED-9058-485F-8470-A59F86347A05}"/>
          </ac:grpSpMkLst>
        </pc:grpChg>
        <pc:grpChg chg="mod">
          <ac:chgData name="Manuj Agrawal" userId="8275e378daeca5b2" providerId="LiveId" clId="{68B1B6EF-79EC-4841-9EAA-2A4CF5756281}" dt="2021-12-17T10:56:10.102" v="1020" actId="164"/>
          <ac:grpSpMkLst>
            <pc:docMk/>
            <pc:sldMk cId="1316161972" sldId="542"/>
            <ac:grpSpMk id="9" creationId="{A541A540-3811-4889-A84E-F36AAC11011C}"/>
          </ac:grpSpMkLst>
        </pc:grpChg>
        <pc:grpChg chg="mod">
          <ac:chgData name="Manuj Agrawal" userId="8275e378daeca5b2" providerId="LiveId" clId="{68B1B6EF-79EC-4841-9EAA-2A4CF5756281}" dt="2021-12-17T10:56:10.102" v="1020" actId="164"/>
          <ac:grpSpMkLst>
            <pc:docMk/>
            <pc:sldMk cId="1316161972" sldId="542"/>
            <ac:grpSpMk id="10" creationId="{B1A8A54C-4F2A-4320-8BE5-679417688481}"/>
          </ac:grpSpMkLst>
        </pc:grpChg>
        <pc:grpChg chg="add mod">
          <ac:chgData name="Manuj Agrawal" userId="8275e378daeca5b2" providerId="LiveId" clId="{68B1B6EF-79EC-4841-9EAA-2A4CF5756281}" dt="2021-12-17T10:56:29.446" v="1022" actId="1076"/>
          <ac:grpSpMkLst>
            <pc:docMk/>
            <pc:sldMk cId="1316161972" sldId="542"/>
            <ac:grpSpMk id="14" creationId="{402639CC-E24B-49FF-A578-B6C932B4E871}"/>
          </ac:grpSpMkLst>
        </pc:grpChg>
        <pc:picChg chg="add del mod">
          <ac:chgData name="Manuj Agrawal" userId="8275e378daeca5b2" providerId="LiveId" clId="{68B1B6EF-79EC-4841-9EAA-2A4CF5756281}" dt="2021-12-17T09:53:04.236" v="15" actId="478"/>
          <ac:picMkLst>
            <pc:docMk/>
            <pc:sldMk cId="1316161972" sldId="542"/>
            <ac:picMk id="4" creationId="{D718E93B-8EC1-4F94-AC2F-A9BBB3474AA7}"/>
          </ac:picMkLst>
        </pc:picChg>
        <pc:picChg chg="add mod">
          <ac:chgData name="Manuj Agrawal" userId="8275e378daeca5b2" providerId="LiveId" clId="{68B1B6EF-79EC-4841-9EAA-2A4CF5756281}" dt="2021-12-17T10:56:10.102" v="1020" actId="164"/>
          <ac:picMkLst>
            <pc:docMk/>
            <pc:sldMk cId="1316161972" sldId="542"/>
            <ac:picMk id="7" creationId="{D0334C73-2D5E-459A-946D-A572A1481B63}"/>
          </ac:picMkLst>
        </pc:picChg>
        <pc:picChg chg="mod">
          <ac:chgData name="Manuj Agrawal" userId="8275e378daeca5b2" providerId="LiveId" clId="{68B1B6EF-79EC-4841-9EAA-2A4CF5756281}" dt="2021-12-17T14:30:29.132" v="1944" actId="1076"/>
          <ac:picMkLst>
            <pc:docMk/>
            <pc:sldMk cId="1316161972" sldId="542"/>
            <ac:picMk id="61" creationId="{B0513404-43B9-43D7-8153-973AD2A1B52C}"/>
          </ac:picMkLst>
        </pc:picChg>
        <pc:picChg chg="add del">
          <ac:chgData name="Manuj Agrawal" userId="8275e378daeca5b2" providerId="LiveId" clId="{68B1B6EF-79EC-4841-9EAA-2A4CF5756281}" dt="2021-12-17T09:52:11.981" v="10" actId="478"/>
          <ac:picMkLst>
            <pc:docMk/>
            <pc:sldMk cId="1316161972" sldId="542"/>
            <ac:picMk id="1026" creationId="{DE8DF4A2-8D55-4AE0-9638-656A00A39509}"/>
          </ac:picMkLst>
        </pc:picChg>
        <pc:cxnChg chg="add del mod">
          <ac:chgData name="Manuj Agrawal" userId="8275e378daeca5b2" providerId="LiveId" clId="{68B1B6EF-79EC-4841-9EAA-2A4CF5756281}" dt="2021-12-17T09:56:03.346" v="27" actId="478"/>
          <ac:cxnSpMkLst>
            <pc:docMk/>
            <pc:sldMk cId="1316161972" sldId="542"/>
            <ac:cxnSpMk id="12" creationId="{81E8AF00-9BC0-41A1-9D13-8AA621F3DCDB}"/>
          </ac:cxnSpMkLst>
        </pc:cxnChg>
      </pc:sldChg>
      <pc:sldChg chg="addSp delSp modSp add del mod">
        <pc:chgData name="Manuj Agrawal" userId="8275e378daeca5b2" providerId="LiveId" clId="{68B1B6EF-79EC-4841-9EAA-2A4CF5756281}" dt="2021-12-17T11:22:12.447" v="1123" actId="47"/>
        <pc:sldMkLst>
          <pc:docMk/>
          <pc:sldMk cId="348760751" sldId="543"/>
        </pc:sldMkLst>
        <pc:spChg chg="mod">
          <ac:chgData name="Manuj Agrawal" userId="8275e378daeca5b2" providerId="LiveId" clId="{68B1B6EF-79EC-4841-9EAA-2A4CF5756281}" dt="2021-12-17T11:16:30.948" v="1100" actId="1076"/>
          <ac:spMkLst>
            <pc:docMk/>
            <pc:sldMk cId="348760751" sldId="543"/>
            <ac:spMk id="88" creationId="{1C2F7225-30AA-490C-8F3F-95E33A6C311A}"/>
          </ac:spMkLst>
        </pc:spChg>
        <pc:grpChg chg="add mod">
          <ac:chgData name="Manuj Agrawal" userId="8275e378daeca5b2" providerId="LiveId" clId="{68B1B6EF-79EC-4841-9EAA-2A4CF5756281}" dt="2021-12-17T11:16:41.500" v="1102" actId="1076"/>
          <ac:grpSpMkLst>
            <pc:docMk/>
            <pc:sldMk cId="348760751" sldId="543"/>
            <ac:grpSpMk id="19" creationId="{79E59AC8-F34A-42CD-A3EA-DD86CDA19AF7}"/>
          </ac:grpSpMkLst>
        </pc:grpChg>
        <pc:picChg chg="add del mod">
          <ac:chgData name="Manuj Agrawal" userId="8275e378daeca5b2" providerId="LiveId" clId="{68B1B6EF-79EC-4841-9EAA-2A4CF5756281}" dt="2021-12-17T11:03:52.087" v="1042" actId="478"/>
          <ac:picMkLst>
            <pc:docMk/>
            <pc:sldMk cId="348760751" sldId="543"/>
            <ac:picMk id="3" creationId="{6012DFE8-09CF-4225-8BDA-06242FE9D225}"/>
          </ac:picMkLst>
        </pc:picChg>
        <pc:picChg chg="add del mod">
          <ac:chgData name="Manuj Agrawal" userId="8275e378daeca5b2" providerId="LiveId" clId="{68B1B6EF-79EC-4841-9EAA-2A4CF5756281}" dt="2021-12-17T11:13:24.715" v="1065" actId="478"/>
          <ac:picMkLst>
            <pc:docMk/>
            <pc:sldMk cId="348760751" sldId="543"/>
            <ac:picMk id="10" creationId="{35200AA3-FBA7-40ED-A9E9-721A98106249}"/>
          </ac:picMkLst>
        </pc:picChg>
        <pc:picChg chg="add del mod">
          <ac:chgData name="Manuj Agrawal" userId="8275e378daeca5b2" providerId="LiveId" clId="{68B1B6EF-79EC-4841-9EAA-2A4CF5756281}" dt="2021-12-17T11:09:47.133" v="1051" actId="478"/>
          <ac:picMkLst>
            <pc:docMk/>
            <pc:sldMk cId="348760751" sldId="543"/>
            <ac:picMk id="12" creationId="{EB84227F-3285-48CF-9499-08BE94C10DA7}"/>
          </ac:picMkLst>
        </pc:picChg>
        <pc:picChg chg="add mod">
          <ac:chgData name="Manuj Agrawal" userId="8275e378daeca5b2" providerId="LiveId" clId="{68B1B6EF-79EC-4841-9EAA-2A4CF5756281}" dt="2021-12-17T11:16:58.284" v="1103" actId="14100"/>
          <ac:picMkLst>
            <pc:docMk/>
            <pc:sldMk cId="348760751" sldId="543"/>
            <ac:picMk id="14" creationId="{CCD07DF6-F133-4A07-9E84-FC009FA7EF44}"/>
          </ac:picMkLst>
        </pc:picChg>
        <pc:picChg chg="add del mod">
          <ac:chgData name="Manuj Agrawal" userId="8275e378daeca5b2" providerId="LiveId" clId="{68B1B6EF-79EC-4841-9EAA-2A4CF5756281}" dt="2021-12-17T11:14:33.020" v="1080" actId="478"/>
          <ac:picMkLst>
            <pc:docMk/>
            <pc:sldMk cId="348760751" sldId="543"/>
            <ac:picMk id="16" creationId="{36AC77BD-67CF-41F1-9217-581984B8906B}"/>
          </ac:picMkLst>
        </pc:picChg>
        <pc:picChg chg="add mod">
          <ac:chgData name="Manuj Agrawal" userId="8275e378daeca5b2" providerId="LiveId" clId="{68B1B6EF-79EC-4841-9EAA-2A4CF5756281}" dt="2021-12-17T11:15:34.845" v="1095" actId="1076"/>
          <ac:picMkLst>
            <pc:docMk/>
            <pc:sldMk cId="348760751" sldId="543"/>
            <ac:picMk id="18" creationId="{8EE5425A-5FCB-473E-ACC5-C37C9DD8C307}"/>
          </ac:picMkLst>
        </pc:picChg>
        <pc:picChg chg="del mod">
          <ac:chgData name="Manuj Agrawal" userId="8275e378daeca5b2" providerId="LiveId" clId="{68B1B6EF-79EC-4841-9EAA-2A4CF5756281}" dt="2021-12-17T11:16:04.685" v="1097" actId="478"/>
          <ac:picMkLst>
            <pc:docMk/>
            <pc:sldMk cId="348760751" sldId="543"/>
            <ac:picMk id="40" creationId="{347965DA-C738-49F6-B210-8E81452A15C5}"/>
          </ac:picMkLst>
        </pc:picChg>
      </pc:sldChg>
      <pc:sldChg chg="modSp add del mod">
        <pc:chgData name="Manuj Agrawal" userId="8275e378daeca5b2" providerId="LiveId" clId="{68B1B6EF-79EC-4841-9EAA-2A4CF5756281}" dt="2021-12-17T10:53:47.091" v="1012" actId="47"/>
        <pc:sldMkLst>
          <pc:docMk/>
          <pc:sldMk cId="1553821400" sldId="543"/>
        </pc:sldMkLst>
        <pc:spChg chg="mod">
          <ac:chgData name="Manuj Agrawal" userId="8275e378daeca5b2" providerId="LiveId" clId="{68B1B6EF-79EC-4841-9EAA-2A4CF5756281}" dt="2021-12-17T10:45:15.730" v="910" actId="21"/>
          <ac:spMkLst>
            <pc:docMk/>
            <pc:sldMk cId="1553821400" sldId="543"/>
            <ac:spMk id="83" creationId="{E6827EAF-17CF-4397-875A-FCFF4F120C49}"/>
          </ac:spMkLst>
        </pc:spChg>
      </pc:sldChg>
      <pc:sldChg chg="addSp delSp modSp add del mod">
        <pc:chgData name="Manuj Agrawal" userId="8275e378daeca5b2" providerId="LiveId" clId="{68B1B6EF-79EC-4841-9EAA-2A4CF5756281}" dt="2021-12-17T10:59:02.111" v="1032" actId="47"/>
        <pc:sldMkLst>
          <pc:docMk/>
          <pc:sldMk cId="3750926214" sldId="543"/>
        </pc:sldMkLst>
        <pc:grpChg chg="del">
          <ac:chgData name="Manuj Agrawal" userId="8275e378daeca5b2" providerId="LiveId" clId="{68B1B6EF-79EC-4841-9EAA-2A4CF5756281}" dt="2021-12-17T10:58:43.166" v="1026" actId="21"/>
          <ac:grpSpMkLst>
            <pc:docMk/>
            <pc:sldMk cId="3750926214" sldId="543"/>
            <ac:grpSpMk id="10" creationId="{1C2FB745-52D9-4A0C-85F9-7AB81C49420F}"/>
          </ac:grpSpMkLst>
        </pc:grpChg>
        <pc:picChg chg="add del mod">
          <ac:chgData name="Manuj Agrawal" userId="8275e378daeca5b2" providerId="LiveId" clId="{68B1B6EF-79EC-4841-9EAA-2A4CF5756281}" dt="2021-12-17T10:58:58.517" v="1031" actId="478"/>
          <ac:picMkLst>
            <pc:docMk/>
            <pc:sldMk cId="3750926214" sldId="543"/>
            <ac:picMk id="44" creationId="{05597254-4B37-48D8-8A44-E05F51F4F10C}"/>
          </ac:picMkLst>
        </pc:picChg>
        <pc:picChg chg="del">
          <ac:chgData name="Manuj Agrawal" userId="8275e378daeca5b2" providerId="LiveId" clId="{68B1B6EF-79EC-4841-9EAA-2A4CF5756281}" dt="2021-12-17T10:58:43.166" v="1026" actId="21"/>
          <ac:picMkLst>
            <pc:docMk/>
            <pc:sldMk cId="3750926214" sldId="543"/>
            <ac:picMk id="142" creationId="{4F480740-D90E-4CFC-BB3B-0CD28DE02817}"/>
          </ac:picMkLst>
        </pc:picChg>
      </pc:sldChg>
      <pc:sldChg chg="addSp delSp modSp add mod">
        <pc:chgData name="Manuj Agrawal" userId="8275e378daeca5b2" providerId="LiveId" clId="{68B1B6EF-79EC-4841-9EAA-2A4CF5756281}" dt="2021-12-17T14:31:43.360" v="1948" actId="20577"/>
        <pc:sldMkLst>
          <pc:docMk/>
          <pc:sldMk cId="477807685" sldId="544"/>
        </pc:sldMkLst>
        <pc:spChg chg="mod">
          <ac:chgData name="Manuj Agrawal" userId="8275e378daeca5b2" providerId="LiveId" clId="{68B1B6EF-79EC-4841-9EAA-2A4CF5756281}" dt="2021-12-17T11:21:47.916" v="1120" actId="1076"/>
          <ac:spMkLst>
            <pc:docMk/>
            <pc:sldMk cId="477807685" sldId="544"/>
            <ac:spMk id="49" creationId="{A41BB264-021D-4DEB-94FF-5574D325F078}"/>
          </ac:spMkLst>
        </pc:spChg>
        <pc:spChg chg="mod">
          <ac:chgData name="Manuj Agrawal" userId="8275e378daeca5b2" providerId="LiveId" clId="{68B1B6EF-79EC-4841-9EAA-2A4CF5756281}" dt="2021-12-17T11:21:47.916" v="1120" actId="1076"/>
          <ac:spMkLst>
            <pc:docMk/>
            <pc:sldMk cId="477807685" sldId="544"/>
            <ac:spMk id="51" creationId="{06CFEAE7-507F-456A-88DF-0225002F1522}"/>
          </ac:spMkLst>
        </pc:spChg>
        <pc:spChg chg="mod">
          <ac:chgData name="Manuj Agrawal" userId="8275e378daeca5b2" providerId="LiveId" clId="{68B1B6EF-79EC-4841-9EAA-2A4CF5756281}" dt="2021-12-17T11:21:47.916" v="1120" actId="1076"/>
          <ac:spMkLst>
            <pc:docMk/>
            <pc:sldMk cId="477807685" sldId="544"/>
            <ac:spMk id="52" creationId="{3F4E93CF-A291-40CB-8C52-5B61EE4F0DD2}"/>
          </ac:spMkLst>
        </pc:spChg>
        <pc:spChg chg="mod">
          <ac:chgData name="Manuj Agrawal" userId="8275e378daeca5b2" providerId="LiveId" clId="{68B1B6EF-79EC-4841-9EAA-2A4CF5756281}" dt="2021-12-17T11:22:06.603" v="1122" actId="1076"/>
          <ac:spMkLst>
            <pc:docMk/>
            <pc:sldMk cId="477807685" sldId="544"/>
            <ac:spMk id="86" creationId="{0761C987-669D-4B45-AB5B-91CF44396417}"/>
          </ac:spMkLst>
        </pc:spChg>
        <pc:spChg chg="mod">
          <ac:chgData name="Manuj Agrawal" userId="8275e378daeca5b2" providerId="LiveId" clId="{68B1B6EF-79EC-4841-9EAA-2A4CF5756281}" dt="2021-12-17T14:31:43.360" v="1948" actId="20577"/>
          <ac:spMkLst>
            <pc:docMk/>
            <pc:sldMk cId="477807685" sldId="544"/>
            <ac:spMk id="93" creationId="{94667A91-887E-467E-8875-79E08AFCCE2F}"/>
          </ac:spMkLst>
        </pc:spChg>
        <pc:grpChg chg="add mod">
          <ac:chgData name="Manuj Agrawal" userId="8275e378daeca5b2" providerId="LiveId" clId="{68B1B6EF-79EC-4841-9EAA-2A4CF5756281}" dt="2021-12-17T11:21:47.916" v="1120" actId="1076"/>
          <ac:grpSpMkLst>
            <pc:docMk/>
            <pc:sldMk cId="477807685" sldId="544"/>
            <ac:grpSpMk id="2" creationId="{D5CE7DE9-FB90-45C2-83F0-CE245B4A0249}"/>
          </ac:grpSpMkLst>
        </pc:grpChg>
        <pc:grpChg chg="del mod">
          <ac:chgData name="Manuj Agrawal" userId="8275e378daeca5b2" providerId="LiveId" clId="{68B1B6EF-79EC-4841-9EAA-2A4CF5756281}" dt="2021-12-17T11:21:29.907" v="1116" actId="478"/>
          <ac:grpSpMkLst>
            <pc:docMk/>
            <pc:sldMk cId="477807685" sldId="544"/>
            <ac:grpSpMk id="19" creationId="{79E59AC8-F34A-42CD-A3EA-DD86CDA19AF7}"/>
          </ac:grpSpMkLst>
        </pc:grpChg>
        <pc:grpChg chg="add mod">
          <ac:chgData name="Manuj Agrawal" userId="8275e378daeca5b2" providerId="LiveId" clId="{68B1B6EF-79EC-4841-9EAA-2A4CF5756281}" dt="2021-12-17T11:21:47.916" v="1120" actId="1076"/>
          <ac:grpSpMkLst>
            <pc:docMk/>
            <pc:sldMk cId="477807685" sldId="544"/>
            <ac:grpSpMk id="48" creationId="{451969D2-EE84-4E9A-BA6F-C445973052D8}"/>
          </ac:grpSpMkLst>
        </pc:grpChg>
        <pc:picChg chg="del mod topLvl">
          <ac:chgData name="Manuj Agrawal" userId="8275e378daeca5b2" providerId="LiveId" clId="{68B1B6EF-79EC-4841-9EAA-2A4CF5756281}" dt="2021-12-17T11:21:29.907" v="1116" actId="478"/>
          <ac:picMkLst>
            <pc:docMk/>
            <pc:sldMk cId="477807685" sldId="544"/>
            <ac:picMk id="14" creationId="{CCD07DF6-F133-4A07-9E84-FC009FA7EF44}"/>
          </ac:picMkLst>
        </pc:picChg>
        <pc:picChg chg="mod topLvl">
          <ac:chgData name="Manuj Agrawal" userId="8275e378daeca5b2" providerId="LiveId" clId="{68B1B6EF-79EC-4841-9EAA-2A4CF5756281}" dt="2021-12-17T11:21:47.916" v="1120" actId="1076"/>
          <ac:picMkLst>
            <pc:docMk/>
            <pc:sldMk cId="477807685" sldId="544"/>
            <ac:picMk id="18" creationId="{8EE5425A-5FCB-473E-ACC5-C37C9DD8C307}"/>
          </ac:picMkLst>
        </pc:picChg>
        <pc:picChg chg="mod">
          <ac:chgData name="Manuj Agrawal" userId="8275e378daeca5b2" providerId="LiveId" clId="{68B1B6EF-79EC-4841-9EAA-2A4CF5756281}" dt="2021-12-17T11:21:47.916" v="1120" actId="1076"/>
          <ac:picMkLst>
            <pc:docMk/>
            <pc:sldMk cId="477807685" sldId="544"/>
            <ac:picMk id="53" creationId="{615690C9-D2C9-4F64-B638-2EDC833AA3D4}"/>
          </ac:picMkLst>
        </pc:picChg>
        <pc:picChg chg="mod">
          <ac:chgData name="Manuj Agrawal" userId="8275e378daeca5b2" providerId="LiveId" clId="{68B1B6EF-79EC-4841-9EAA-2A4CF5756281}" dt="2021-12-17T11:21:58.579" v="1121" actId="1076"/>
          <ac:picMkLst>
            <pc:docMk/>
            <pc:sldMk cId="477807685" sldId="544"/>
            <ac:picMk id="92" creationId="{C72B0718-20DF-4658-BCB9-3DA30BB7B471}"/>
          </ac:picMkLst>
        </pc:picChg>
      </pc:sldChg>
      <pc:sldChg chg="addSp delSp modSp add del mod">
        <pc:chgData name="Manuj Agrawal" userId="8275e378daeca5b2" providerId="LiveId" clId="{68B1B6EF-79EC-4841-9EAA-2A4CF5756281}" dt="2021-12-17T11:32:27.564" v="1138" actId="47"/>
        <pc:sldMkLst>
          <pc:docMk/>
          <pc:sldMk cId="1498934181" sldId="545"/>
        </pc:sldMkLst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43" creationId="{85EF82CE-87B7-4E23-B6A8-B72CEA821AF5}"/>
          </ac:spMkLst>
        </pc:spChg>
        <pc:spChg chg="mod">
          <ac:chgData name="Manuj Agrawal" userId="8275e378daeca5b2" providerId="LiveId" clId="{68B1B6EF-79EC-4841-9EAA-2A4CF5756281}" dt="2021-12-17T11:30:33.451" v="1137" actId="207"/>
          <ac:spMkLst>
            <pc:docMk/>
            <pc:sldMk cId="1498934181" sldId="545"/>
            <ac:spMk id="60" creationId="{33A08060-AB9E-4391-A073-8D2A8DBD1079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76" creationId="{12D62D5B-3AA6-40F9-86CF-FFAFF3404608}"/>
          </ac:spMkLst>
        </pc:spChg>
        <pc:spChg chg="mod">
          <ac:chgData name="Manuj Agrawal" userId="8275e378daeca5b2" providerId="LiveId" clId="{68B1B6EF-79EC-4841-9EAA-2A4CF5756281}" dt="2021-12-17T11:29:47.860" v="1132" actId="207"/>
          <ac:spMkLst>
            <pc:docMk/>
            <pc:sldMk cId="1498934181" sldId="545"/>
            <ac:spMk id="78" creationId="{034B9367-BAC7-4B57-B58A-4DB4B0827AB2}"/>
          </ac:spMkLst>
        </pc:spChg>
        <pc:spChg chg="mod">
          <ac:chgData name="Manuj Agrawal" userId="8275e378daeca5b2" providerId="LiveId" clId="{68B1B6EF-79EC-4841-9EAA-2A4CF5756281}" dt="2021-12-17T11:29:58.331" v="1133" actId="207"/>
          <ac:spMkLst>
            <pc:docMk/>
            <pc:sldMk cId="1498934181" sldId="545"/>
            <ac:spMk id="94" creationId="{13DAFD97-1C23-4353-A2AE-B6EB3CC61A2B}"/>
          </ac:spMkLst>
        </pc:spChg>
        <pc:spChg chg="mod">
          <ac:chgData name="Manuj Agrawal" userId="8275e378daeca5b2" providerId="LiveId" clId="{68B1B6EF-79EC-4841-9EAA-2A4CF5756281}" dt="2021-12-17T11:30:15.401" v="1135" actId="207"/>
          <ac:spMkLst>
            <pc:docMk/>
            <pc:sldMk cId="1498934181" sldId="545"/>
            <ac:spMk id="95" creationId="{105880D8-7C93-4D48-BF88-DD4D0F672FB0}"/>
          </ac:spMkLst>
        </pc:spChg>
        <pc:spChg chg="mod">
          <ac:chgData name="Manuj Agrawal" userId="8275e378daeca5b2" providerId="LiveId" clId="{68B1B6EF-79EC-4841-9EAA-2A4CF5756281}" dt="2021-12-17T11:30:29.294" v="1136" actId="207"/>
          <ac:spMkLst>
            <pc:docMk/>
            <pc:sldMk cId="1498934181" sldId="545"/>
            <ac:spMk id="96" creationId="{9A9E9846-0067-49C6-AD28-B15C7B1041A5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97" creationId="{294163C9-05E8-40FC-BEC4-5C2276263665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99" creationId="{940FC89E-3082-4F22-AAC3-B9564FEB0973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100" creationId="{8D1C9AB4-7FBA-4C1E-AF6F-9EAF3BD6557B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101" creationId="{EF67A1D3-60EE-45E1-A234-AFFB465AF389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102" creationId="{D02FEE64-9E09-4DE8-8456-7CD21B803AE9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103" creationId="{6CB3AC1A-2980-41B5-9667-1BA05FD8013C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137" creationId="{F1DEFC81-154B-4863-BF88-F9BA18B1E36F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138" creationId="{4ACE7E4E-BA17-4B51-AC2A-9A9C69BCFE40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139" creationId="{540EECAE-831B-4CB6-8459-98E4AB841422}"/>
          </ac:spMkLst>
        </pc:spChg>
        <pc:grpChg chg="mod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7" creationId="{8EA8B7DE-6DA0-4DC0-AB9D-14D7E5C013BB}"/>
          </ac:grpSpMkLst>
        </pc:grpChg>
        <pc:grpChg chg="mod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10" creationId="{1C2FB745-52D9-4A0C-85F9-7AB81C49420F}"/>
          </ac:grpSpMkLst>
        </pc:grpChg>
        <pc:grpChg chg="mod topLvl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11" creationId="{50A97D76-B9E8-45A6-B69A-6FF7E0CA926F}"/>
          </ac:grpSpMkLst>
        </pc:grpChg>
        <pc:grpChg chg="del mod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12" creationId="{8200B252-07F5-437F-9094-E9C5DB887A5F}"/>
          </ac:grpSpMkLst>
        </pc:grpChg>
        <pc:grpChg chg="mod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53" creationId="{EAF106A2-8F05-47DB-894B-A09493DDB156}"/>
          </ac:grpSpMkLst>
        </pc:grpChg>
        <pc:grpChg chg="mod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58" creationId="{8E7D132B-B52E-417A-A24C-9E5C98CEB677}"/>
          </ac:grpSpMkLst>
        </pc:grpChg>
        <pc:grpChg chg="mod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62" creationId="{DE9674E7-F96C-4386-B907-5AE249DCD39F}"/>
          </ac:grpSpMkLst>
        </pc:grpChg>
        <pc:grpChg chg="mod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63" creationId="{8D3BA3CF-8F64-49CE-B3FF-0989202D80DD}"/>
          </ac:grpSpMkLst>
        </pc:grpChg>
        <pc:grpChg chg="mod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73" creationId="{6D61F148-EB1B-44C0-B475-C61534E20FCC}"/>
          </ac:grpSpMkLst>
        </pc:grpChg>
        <pc:grpChg chg="mod topLvl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110" creationId="{3A81A663-1CDB-45E2-8486-FAB57EB53B2D}"/>
          </ac:grpSpMkLst>
        </pc:grpChg>
        <pc:picChg chg="mod">
          <ac:chgData name="Manuj Agrawal" userId="8275e378daeca5b2" providerId="LiveId" clId="{68B1B6EF-79EC-4841-9EAA-2A4CF5756281}" dt="2021-12-17T11:29:24.038" v="1131" actId="165"/>
          <ac:picMkLst>
            <pc:docMk/>
            <pc:sldMk cId="1498934181" sldId="545"/>
            <ac:picMk id="3" creationId="{33C3C2D5-BA8C-45F6-8C70-8BB51D980F14}"/>
          </ac:picMkLst>
        </pc:picChg>
        <pc:picChg chg="add del mod">
          <ac:chgData name="Manuj Agrawal" userId="8275e378daeca5b2" providerId="LiveId" clId="{68B1B6EF-79EC-4841-9EAA-2A4CF5756281}" dt="2021-12-17T11:29:08.571" v="1130" actId="478"/>
          <ac:picMkLst>
            <pc:docMk/>
            <pc:sldMk cId="1498934181" sldId="545"/>
            <ac:picMk id="4" creationId="{275A8D13-4D7D-4AA8-943D-4C6D6B61B437}"/>
          </ac:picMkLst>
        </pc:picChg>
        <pc:picChg chg="mod">
          <ac:chgData name="Manuj Agrawal" userId="8275e378daeca5b2" providerId="LiveId" clId="{68B1B6EF-79EC-4841-9EAA-2A4CF5756281}" dt="2021-12-17T11:29:24.038" v="1131" actId="165"/>
          <ac:picMkLst>
            <pc:docMk/>
            <pc:sldMk cId="1498934181" sldId="545"/>
            <ac:picMk id="142" creationId="{4F480740-D90E-4CFC-BB3B-0CD28DE02817}"/>
          </ac:picMkLst>
        </pc:picChg>
        <pc:cxnChg chg="mod">
          <ac:chgData name="Manuj Agrawal" userId="8275e378daeca5b2" providerId="LiveId" clId="{68B1B6EF-79EC-4841-9EAA-2A4CF5756281}" dt="2021-12-17T11:29:24.038" v="1131" actId="165"/>
          <ac:cxnSpMkLst>
            <pc:docMk/>
            <pc:sldMk cId="1498934181" sldId="545"/>
            <ac:cxnSpMk id="115" creationId="{379C1F61-62F3-4164-8764-F90ADC8EACA6}"/>
          </ac:cxnSpMkLst>
        </pc:cxnChg>
        <pc:cxnChg chg="mod">
          <ac:chgData name="Manuj Agrawal" userId="8275e378daeca5b2" providerId="LiveId" clId="{68B1B6EF-79EC-4841-9EAA-2A4CF5756281}" dt="2021-12-17T11:29:24.038" v="1131" actId="165"/>
          <ac:cxnSpMkLst>
            <pc:docMk/>
            <pc:sldMk cId="1498934181" sldId="545"/>
            <ac:cxnSpMk id="116" creationId="{A0A21283-DDAE-46BA-847A-2ECD2FD8E10A}"/>
          </ac:cxnSpMkLst>
        </pc:cxnChg>
      </pc:sldChg>
      <pc:sldChg chg="delSp modSp add del mod">
        <pc:chgData name="Manuj Agrawal" userId="8275e378daeca5b2" providerId="LiveId" clId="{68B1B6EF-79EC-4841-9EAA-2A4CF5756281}" dt="2021-12-17T14:04:03.508" v="1687" actId="47"/>
        <pc:sldMkLst>
          <pc:docMk/>
          <pc:sldMk cId="4253634691" sldId="545"/>
        </pc:sldMkLst>
        <pc:picChg chg="del">
          <ac:chgData name="Manuj Agrawal" userId="8275e378daeca5b2" providerId="LiveId" clId="{68B1B6EF-79EC-4841-9EAA-2A4CF5756281}" dt="2021-12-17T13:54:45.079" v="1641" actId="478"/>
          <ac:picMkLst>
            <pc:docMk/>
            <pc:sldMk cId="4253634691" sldId="545"/>
            <ac:picMk id="9" creationId="{216DD2B0-8076-4172-8643-92170A9859F8}"/>
          </ac:picMkLst>
        </pc:picChg>
        <pc:picChg chg="mod">
          <ac:chgData name="Manuj Agrawal" userId="8275e378daeca5b2" providerId="LiveId" clId="{68B1B6EF-79EC-4841-9EAA-2A4CF5756281}" dt="2021-12-17T13:54:43.807" v="1640" actId="1076"/>
          <ac:picMkLst>
            <pc:docMk/>
            <pc:sldMk cId="4253634691" sldId="545"/>
            <ac:picMk id="15" creationId="{AE1E27EC-7B7E-475D-9FB3-049287FE31D0}"/>
          </ac:picMkLst>
        </pc:picChg>
      </pc:sldChg>
      <pc:sldChg chg="addSp delSp modSp add mod">
        <pc:chgData name="Manuj Agrawal" userId="8275e378daeca5b2" providerId="LiveId" clId="{68B1B6EF-79EC-4841-9EAA-2A4CF5756281}" dt="2021-12-17T14:15:54.209" v="1793" actId="14861"/>
        <pc:sldMkLst>
          <pc:docMk/>
          <pc:sldMk cId="1213225221" sldId="546"/>
        </pc:sldMkLst>
        <pc:spChg chg="mod">
          <ac:chgData name="Manuj Agrawal" userId="8275e378daeca5b2" providerId="LiveId" clId="{68B1B6EF-79EC-4841-9EAA-2A4CF5756281}" dt="2021-12-17T14:11:43.661" v="1776" actId="1076"/>
          <ac:spMkLst>
            <pc:docMk/>
            <pc:sldMk cId="1213225221" sldId="546"/>
            <ac:spMk id="4" creationId="{1C12A753-1BBF-484A-BEBA-6845A6B4C183}"/>
          </ac:spMkLst>
        </pc:spChg>
        <pc:spChg chg="mod">
          <ac:chgData name="Manuj Agrawal" userId="8275e378daeca5b2" providerId="LiveId" clId="{68B1B6EF-79EC-4841-9EAA-2A4CF5756281}" dt="2021-12-17T14:10:54.654" v="1764" actId="1076"/>
          <ac:spMkLst>
            <pc:docMk/>
            <pc:sldMk cId="1213225221" sldId="546"/>
            <ac:spMk id="12" creationId="{77BB407C-3743-4F18-91B5-B05E45CC47F0}"/>
          </ac:spMkLst>
        </pc:spChg>
        <pc:spChg chg="mod">
          <ac:chgData name="Manuj Agrawal" userId="8275e378daeca5b2" providerId="LiveId" clId="{68B1B6EF-79EC-4841-9EAA-2A4CF5756281}" dt="2021-12-17T14:11:09.022" v="1769" actId="1076"/>
          <ac:spMkLst>
            <pc:docMk/>
            <pc:sldMk cId="1213225221" sldId="546"/>
            <ac:spMk id="13" creationId="{3B06627D-B71F-420B-814C-D88D7DA54208}"/>
          </ac:spMkLst>
        </pc:spChg>
        <pc:spChg chg="mod">
          <ac:chgData name="Manuj Agrawal" userId="8275e378daeca5b2" providerId="LiveId" clId="{68B1B6EF-79EC-4841-9EAA-2A4CF5756281}" dt="2021-12-17T14:07:08.391" v="1716" actId="1076"/>
          <ac:spMkLst>
            <pc:docMk/>
            <pc:sldMk cId="1213225221" sldId="546"/>
            <ac:spMk id="16" creationId="{CCBF5BF0-3B8A-436E-99D6-A56580D2A253}"/>
          </ac:spMkLst>
        </pc:spChg>
        <pc:spChg chg="mod">
          <ac:chgData name="Manuj Agrawal" userId="8275e378daeca5b2" providerId="LiveId" clId="{68B1B6EF-79EC-4841-9EAA-2A4CF5756281}" dt="2021-12-17T14:11:19.990" v="1772" actId="1076"/>
          <ac:spMkLst>
            <pc:docMk/>
            <pc:sldMk cId="1213225221" sldId="546"/>
            <ac:spMk id="17" creationId="{7CB4278A-0FCB-48D5-A981-FAA2F5D21932}"/>
          </ac:spMkLst>
        </pc:spChg>
        <pc:spChg chg="mod">
          <ac:chgData name="Manuj Agrawal" userId="8275e378daeca5b2" providerId="LiveId" clId="{68B1B6EF-79EC-4841-9EAA-2A4CF5756281}" dt="2021-12-17T14:08:40.414" v="1718" actId="1076"/>
          <ac:spMkLst>
            <pc:docMk/>
            <pc:sldMk cId="1213225221" sldId="546"/>
            <ac:spMk id="20" creationId="{31474A7D-84AF-46FD-9927-EF534E8F4AC0}"/>
          </ac:spMkLst>
        </pc:spChg>
        <pc:spChg chg="mod">
          <ac:chgData name="Manuj Agrawal" userId="8275e378daeca5b2" providerId="LiveId" clId="{68B1B6EF-79EC-4841-9EAA-2A4CF5756281}" dt="2021-12-17T14:08:38.286" v="1717" actId="1076"/>
          <ac:spMkLst>
            <pc:docMk/>
            <pc:sldMk cId="1213225221" sldId="546"/>
            <ac:spMk id="21" creationId="{F7FD0578-A9D5-4093-8310-DF82763A12AC}"/>
          </ac:spMkLst>
        </pc:spChg>
        <pc:spChg chg="mod">
          <ac:chgData name="Manuj Agrawal" userId="8275e378daeca5b2" providerId="LiveId" clId="{68B1B6EF-79EC-4841-9EAA-2A4CF5756281}" dt="2021-12-17T14:05:12.886" v="1696" actId="1076"/>
          <ac:spMkLst>
            <pc:docMk/>
            <pc:sldMk cId="1213225221" sldId="546"/>
            <ac:spMk id="22" creationId="{CD35668E-8E0D-405C-8DD0-B008F582FF87}"/>
          </ac:spMkLst>
        </pc:spChg>
        <pc:grpChg chg="add mod">
          <ac:chgData name="Manuj Agrawal" userId="8275e378daeca5b2" providerId="LiveId" clId="{68B1B6EF-79EC-4841-9EAA-2A4CF5756281}" dt="2021-12-17T14:11:16.119" v="1771" actId="1076"/>
          <ac:grpSpMkLst>
            <pc:docMk/>
            <pc:sldMk cId="1213225221" sldId="546"/>
            <ac:grpSpMk id="10" creationId="{33762428-4010-410A-9D09-F6BD22E96D8F}"/>
          </ac:grpSpMkLst>
        </pc:grpChg>
        <pc:picChg chg="add del mod">
          <ac:chgData name="Manuj Agrawal" userId="8275e378daeca5b2" providerId="LiveId" clId="{68B1B6EF-79EC-4841-9EAA-2A4CF5756281}" dt="2021-12-17T14:02:27.936" v="1671" actId="478"/>
          <ac:picMkLst>
            <pc:docMk/>
            <pc:sldMk cId="1213225221" sldId="546"/>
            <ac:picMk id="5" creationId="{2FE28EE7-F349-4CD8-87C9-FFEF46484E33}"/>
          </ac:picMkLst>
        </pc:picChg>
        <pc:picChg chg="add mod modCrop">
          <ac:chgData name="Manuj Agrawal" userId="8275e378daeca5b2" providerId="LiveId" clId="{68B1B6EF-79EC-4841-9EAA-2A4CF5756281}" dt="2021-12-17T14:15:36.431" v="1789" actId="108"/>
          <ac:picMkLst>
            <pc:docMk/>
            <pc:sldMk cId="1213225221" sldId="546"/>
            <ac:picMk id="7" creationId="{B93FA52B-A39C-41E8-9974-2C8D3CF98C39}"/>
          </ac:picMkLst>
        </pc:picChg>
        <pc:picChg chg="add mod">
          <ac:chgData name="Manuj Agrawal" userId="8275e378daeca5b2" providerId="LiveId" clId="{68B1B6EF-79EC-4841-9EAA-2A4CF5756281}" dt="2021-12-17T14:15:54.209" v="1793" actId="14861"/>
          <ac:picMkLst>
            <pc:docMk/>
            <pc:sldMk cId="1213225221" sldId="546"/>
            <ac:picMk id="9" creationId="{D398CC7E-44D7-401C-BB00-EDD51382408A}"/>
          </ac:picMkLst>
        </pc:picChg>
        <pc:picChg chg="del mod">
          <ac:chgData name="Manuj Agrawal" userId="8275e378daeca5b2" providerId="LiveId" clId="{68B1B6EF-79EC-4841-9EAA-2A4CF5756281}" dt="2021-12-17T14:06:10.318" v="1701" actId="478"/>
          <ac:picMkLst>
            <pc:docMk/>
            <pc:sldMk cId="1213225221" sldId="546"/>
            <ac:picMk id="11" creationId="{0549BD24-E4D0-45A8-9773-670EFBA56E4D}"/>
          </ac:picMkLst>
        </pc:picChg>
        <pc:picChg chg="del mod">
          <ac:chgData name="Manuj Agrawal" userId="8275e378daeca5b2" providerId="LiveId" clId="{68B1B6EF-79EC-4841-9EAA-2A4CF5756281}" dt="2021-12-17T14:04:14.310" v="1692" actId="478"/>
          <ac:picMkLst>
            <pc:docMk/>
            <pc:sldMk cId="1213225221" sldId="546"/>
            <ac:picMk id="14" creationId="{5DDA7663-7ABB-46BB-BEFA-E76D5AF57AAA}"/>
          </ac:picMkLst>
        </pc:picChg>
        <pc:picChg chg="del mod">
          <ac:chgData name="Manuj Agrawal" userId="8275e378daeca5b2" providerId="LiveId" clId="{68B1B6EF-79EC-4841-9EAA-2A4CF5756281}" dt="2021-12-17T14:01:45.451" v="1663" actId="478"/>
          <ac:picMkLst>
            <pc:docMk/>
            <pc:sldMk cId="1213225221" sldId="546"/>
            <ac:picMk id="15" creationId="{AE1E27EC-7B7E-475D-9FB3-049287FE31D0}"/>
          </ac:picMkLst>
        </pc:picChg>
        <pc:picChg chg="mod">
          <ac:chgData name="Manuj Agrawal" userId="8275e378daeca5b2" providerId="LiveId" clId="{68B1B6EF-79EC-4841-9EAA-2A4CF5756281}" dt="2021-12-17T14:15:25.879" v="1788" actId="14861"/>
          <ac:picMkLst>
            <pc:docMk/>
            <pc:sldMk cId="1213225221" sldId="546"/>
            <ac:picMk id="18" creationId="{E19E244E-9AE3-4E1A-9DF4-7C94B14C1F21}"/>
          </ac:picMkLst>
        </pc:picChg>
        <pc:picChg chg="add mod modCrop">
          <ac:chgData name="Manuj Agrawal" userId="8275e378daeca5b2" providerId="LiveId" clId="{68B1B6EF-79EC-4841-9EAA-2A4CF5756281}" dt="2021-12-17T14:15:46.288" v="1792" actId="108"/>
          <ac:picMkLst>
            <pc:docMk/>
            <pc:sldMk cId="1213225221" sldId="546"/>
            <ac:picMk id="19" creationId="{45317FA3-89FA-4225-8780-9057D206A734}"/>
          </ac:picMkLst>
        </pc:picChg>
      </pc:sldChg>
    </pc:docChg>
  </pc:docChgLst>
  <pc:docChgLst>
    <pc:chgData name="Manuj" userId="1a07f523-e16f-486a-b610-37539cc763a0" providerId="ADAL" clId="{2AAAD2E6-91A8-422B-8AFE-3FE72AE9D124}"/>
    <pc:docChg chg="undo custSel addSld modSld">
      <pc:chgData name="Manuj" userId="1a07f523-e16f-486a-b610-37539cc763a0" providerId="ADAL" clId="{2AAAD2E6-91A8-422B-8AFE-3FE72AE9D124}" dt="2023-12-08T09:54:45.236" v="433" actId="20577"/>
      <pc:docMkLst>
        <pc:docMk/>
      </pc:docMkLst>
      <pc:sldChg chg="addSp modSp mod">
        <pc:chgData name="Manuj" userId="1a07f523-e16f-486a-b610-37539cc763a0" providerId="ADAL" clId="{2AAAD2E6-91A8-422B-8AFE-3FE72AE9D124}" dt="2023-12-05T08:39:51.988" v="369" actId="1076"/>
        <pc:sldMkLst>
          <pc:docMk/>
          <pc:sldMk cId="2856650110" sldId="566"/>
        </pc:sldMkLst>
        <pc:spChg chg="add mod">
          <ac:chgData name="Manuj" userId="1a07f523-e16f-486a-b610-37539cc763a0" providerId="ADAL" clId="{2AAAD2E6-91A8-422B-8AFE-3FE72AE9D124}" dt="2023-12-01T10:33:16.626" v="218" actId="1076"/>
          <ac:spMkLst>
            <pc:docMk/>
            <pc:sldMk cId="2856650110" sldId="566"/>
            <ac:spMk id="2" creationId="{9565F4D1-DBDB-9A18-5610-68DBE96AFD6C}"/>
          </ac:spMkLst>
        </pc:spChg>
        <pc:spChg chg="add mod">
          <ac:chgData name="Manuj" userId="1a07f523-e16f-486a-b610-37539cc763a0" providerId="ADAL" clId="{2AAAD2E6-91A8-422B-8AFE-3FE72AE9D124}" dt="2023-12-01T10:34:05.712" v="219" actId="1076"/>
          <ac:spMkLst>
            <pc:docMk/>
            <pc:sldMk cId="2856650110" sldId="566"/>
            <ac:spMk id="7" creationId="{D08093C8-29C5-01A2-2462-AC0AFA1AD336}"/>
          </ac:spMkLst>
        </pc:spChg>
        <pc:grpChg chg="add mod">
          <ac:chgData name="Manuj" userId="1a07f523-e16f-486a-b610-37539cc763a0" providerId="ADAL" clId="{2AAAD2E6-91A8-422B-8AFE-3FE72AE9D124}" dt="2023-12-01T10:33:16.626" v="218" actId="1076"/>
          <ac:grpSpMkLst>
            <pc:docMk/>
            <pc:sldMk cId="2856650110" sldId="566"/>
            <ac:grpSpMk id="3" creationId="{6B8417B4-1D44-7394-E4E4-DEC9157F6A3F}"/>
          </ac:grpSpMkLst>
        </pc:grpChg>
        <pc:grpChg chg="add mod">
          <ac:chgData name="Manuj" userId="1a07f523-e16f-486a-b610-37539cc763a0" providerId="ADAL" clId="{2AAAD2E6-91A8-422B-8AFE-3FE72AE9D124}" dt="2023-12-01T10:33:16.626" v="218" actId="1076"/>
          <ac:grpSpMkLst>
            <pc:docMk/>
            <pc:sldMk cId="2856650110" sldId="566"/>
            <ac:grpSpMk id="8" creationId="{06A02428-7D43-BDEB-0B90-0550ADCFA9AE}"/>
          </ac:grpSpMkLst>
        </pc:grpChg>
        <pc:grpChg chg="add mod">
          <ac:chgData name="Manuj" userId="1a07f523-e16f-486a-b610-37539cc763a0" providerId="ADAL" clId="{2AAAD2E6-91A8-422B-8AFE-3FE72AE9D124}" dt="2023-12-01T10:33:16.626" v="218" actId="1076"/>
          <ac:grpSpMkLst>
            <pc:docMk/>
            <pc:sldMk cId="2856650110" sldId="566"/>
            <ac:grpSpMk id="9" creationId="{1C75520D-2FF0-B3BE-C7B1-CAAB1961D9AD}"/>
          </ac:grpSpMkLst>
        </pc:grpChg>
        <pc:picChg chg="add mod ord">
          <ac:chgData name="Manuj" userId="1a07f523-e16f-486a-b610-37539cc763a0" providerId="ADAL" clId="{2AAAD2E6-91A8-422B-8AFE-3FE72AE9D124}" dt="2023-12-05T08:39:51.988" v="369" actId="1076"/>
          <ac:picMkLst>
            <pc:docMk/>
            <pc:sldMk cId="2856650110" sldId="566"/>
            <ac:picMk id="6" creationId="{8E5D9017-C92A-47F7-1885-2AF864FC9617}"/>
          </ac:picMkLst>
        </pc:picChg>
        <pc:picChg chg="mod">
          <ac:chgData name="Manuj" userId="1a07f523-e16f-486a-b610-37539cc763a0" providerId="ADAL" clId="{2AAAD2E6-91A8-422B-8AFE-3FE72AE9D124}" dt="2023-12-01T10:33:16.626" v="218" actId="1076"/>
          <ac:picMkLst>
            <pc:docMk/>
            <pc:sldMk cId="2856650110" sldId="566"/>
            <ac:picMk id="1026" creationId="{5D4C9DF9-38A3-9109-BE35-9A6118D1B76B}"/>
          </ac:picMkLst>
        </pc:picChg>
      </pc:sldChg>
      <pc:sldChg chg="delSp modSp mod">
        <pc:chgData name="Manuj" userId="1a07f523-e16f-486a-b610-37539cc763a0" providerId="ADAL" clId="{2AAAD2E6-91A8-422B-8AFE-3FE72AE9D124}" dt="2023-12-06T08:13:22.106" v="402" actId="1036"/>
        <pc:sldMkLst>
          <pc:docMk/>
          <pc:sldMk cId="247023824" sldId="572"/>
        </pc:sldMkLst>
        <pc:spChg chg="del">
          <ac:chgData name="Manuj" userId="1a07f523-e16f-486a-b610-37539cc763a0" providerId="ADAL" clId="{2AAAD2E6-91A8-422B-8AFE-3FE72AE9D124}" dt="2023-12-06T08:12:59.876" v="381" actId="21"/>
          <ac:spMkLst>
            <pc:docMk/>
            <pc:sldMk cId="247023824" sldId="572"/>
            <ac:spMk id="4" creationId="{3010B2E5-753A-B837-3D35-77C0F699CC7F}"/>
          </ac:spMkLst>
        </pc:spChg>
        <pc:graphicFrameChg chg="mod modGraphic">
          <ac:chgData name="Manuj" userId="1a07f523-e16f-486a-b610-37539cc763a0" providerId="ADAL" clId="{2AAAD2E6-91A8-422B-8AFE-3FE72AE9D124}" dt="2023-12-06T08:13:22.106" v="402" actId="1036"/>
          <ac:graphicFrameMkLst>
            <pc:docMk/>
            <pc:sldMk cId="247023824" sldId="572"/>
            <ac:graphicFrameMk id="2" creationId="{CC010099-24C3-67D9-1873-CB11E709EA15}"/>
          </ac:graphicFrameMkLst>
        </pc:graphicFrameChg>
      </pc:sldChg>
      <pc:sldChg chg="addSp delSp modSp mod">
        <pc:chgData name="Manuj" userId="1a07f523-e16f-486a-b610-37539cc763a0" providerId="ADAL" clId="{2AAAD2E6-91A8-422B-8AFE-3FE72AE9D124}" dt="2023-12-01T11:58:47.021" v="344" actId="1037"/>
        <pc:sldMkLst>
          <pc:docMk/>
          <pc:sldMk cId="4028893296" sldId="577"/>
        </pc:sldMkLst>
        <pc:spChg chg="mod">
          <ac:chgData name="Manuj" userId="1a07f523-e16f-486a-b610-37539cc763a0" providerId="ADAL" clId="{2AAAD2E6-91A8-422B-8AFE-3FE72AE9D124}" dt="2023-12-01T09:37:27.886" v="10" actId="20577"/>
          <ac:spMkLst>
            <pc:docMk/>
            <pc:sldMk cId="4028893296" sldId="577"/>
            <ac:spMk id="5" creationId="{24959149-75EC-9836-7E67-3B7777D97851}"/>
          </ac:spMkLst>
        </pc:spChg>
        <pc:picChg chg="add mod modCrop">
          <ac:chgData name="Manuj" userId="1a07f523-e16f-486a-b610-37539cc763a0" providerId="ADAL" clId="{2AAAD2E6-91A8-422B-8AFE-3FE72AE9D124}" dt="2023-12-01T11:58:47.021" v="344" actId="1037"/>
          <ac:picMkLst>
            <pc:docMk/>
            <pc:sldMk cId="4028893296" sldId="577"/>
            <ac:picMk id="3" creationId="{A3C92CF8-F1AB-4010-8497-55712DD33311}"/>
          </ac:picMkLst>
        </pc:picChg>
        <pc:picChg chg="del">
          <ac:chgData name="Manuj" userId="1a07f523-e16f-486a-b610-37539cc763a0" providerId="ADAL" clId="{2AAAD2E6-91A8-422B-8AFE-3FE72AE9D124}" dt="2023-12-01T10:16:39.968" v="166" actId="478"/>
          <ac:picMkLst>
            <pc:docMk/>
            <pc:sldMk cId="4028893296" sldId="577"/>
            <ac:picMk id="7" creationId="{F2DCAB49-B475-FA5A-CDF6-C177E66D83AB}"/>
          </ac:picMkLst>
        </pc:picChg>
      </pc:sldChg>
      <pc:sldChg chg="addSp modSp mod">
        <pc:chgData name="Manuj" userId="1a07f523-e16f-486a-b610-37539cc763a0" providerId="ADAL" clId="{2AAAD2E6-91A8-422B-8AFE-3FE72AE9D124}" dt="2023-12-08T09:53:14.320" v="423" actId="20577"/>
        <pc:sldMkLst>
          <pc:docMk/>
          <pc:sldMk cId="2743113738" sldId="578"/>
        </pc:sldMkLst>
        <pc:spChg chg="add mod">
          <ac:chgData name="Manuj" userId="1a07f523-e16f-486a-b610-37539cc763a0" providerId="ADAL" clId="{2AAAD2E6-91A8-422B-8AFE-3FE72AE9D124}" dt="2023-12-06T08:14:26.462" v="411" actId="1038"/>
          <ac:spMkLst>
            <pc:docMk/>
            <pc:sldMk cId="2743113738" sldId="578"/>
            <ac:spMk id="3" creationId="{D1DE6727-9C6D-2728-16FD-D8E62BB03691}"/>
          </ac:spMkLst>
        </pc:spChg>
        <pc:graphicFrameChg chg="mod modGraphic">
          <ac:chgData name="Manuj" userId="1a07f523-e16f-486a-b610-37539cc763a0" providerId="ADAL" clId="{2AAAD2E6-91A8-422B-8AFE-3FE72AE9D124}" dt="2023-12-08T09:53:14.320" v="423" actId="20577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  <pc:sldChg chg="modSp mod">
        <pc:chgData name="Manuj" userId="1a07f523-e16f-486a-b610-37539cc763a0" providerId="ADAL" clId="{2AAAD2E6-91A8-422B-8AFE-3FE72AE9D124}" dt="2023-12-08T09:53:25.760" v="427" actId="20577"/>
        <pc:sldMkLst>
          <pc:docMk/>
          <pc:sldMk cId="1054229470" sldId="581"/>
        </pc:sldMkLst>
        <pc:spChg chg="mod">
          <ac:chgData name="Manuj" userId="1a07f523-e16f-486a-b610-37539cc763a0" providerId="ADAL" clId="{2AAAD2E6-91A8-422B-8AFE-3FE72AE9D124}" dt="2023-12-08T09:53:25.760" v="427" actId="20577"/>
          <ac:spMkLst>
            <pc:docMk/>
            <pc:sldMk cId="1054229470" sldId="581"/>
            <ac:spMk id="4" creationId="{607776AC-6D13-6EF2-4DAE-6DC747EE478E}"/>
          </ac:spMkLst>
        </pc:spChg>
      </pc:sldChg>
      <pc:sldChg chg="addSp delSp modSp mod">
        <pc:chgData name="Manuj" userId="1a07f523-e16f-486a-b610-37539cc763a0" providerId="ADAL" clId="{2AAAD2E6-91A8-422B-8AFE-3FE72AE9D124}" dt="2023-12-05T08:35:11.964" v="365" actId="732"/>
        <pc:sldMkLst>
          <pc:docMk/>
          <pc:sldMk cId="1917565795" sldId="583"/>
        </pc:sldMkLst>
        <pc:spChg chg="del">
          <ac:chgData name="Manuj" userId="1a07f523-e16f-486a-b610-37539cc763a0" providerId="ADAL" clId="{2AAAD2E6-91A8-422B-8AFE-3FE72AE9D124}" dt="2023-12-01T11:34:50.900" v="222" actId="478"/>
          <ac:spMkLst>
            <pc:docMk/>
            <pc:sldMk cId="1917565795" sldId="583"/>
            <ac:spMk id="3" creationId="{496BCF32-4A66-8EC5-3ABB-89A2DCFFA1F7}"/>
          </ac:spMkLst>
        </pc:spChg>
        <pc:spChg chg="del">
          <ac:chgData name="Manuj" userId="1a07f523-e16f-486a-b610-37539cc763a0" providerId="ADAL" clId="{2AAAD2E6-91A8-422B-8AFE-3FE72AE9D124}" dt="2023-12-01T11:34:50.900" v="222" actId="478"/>
          <ac:spMkLst>
            <pc:docMk/>
            <pc:sldMk cId="1917565795" sldId="583"/>
            <ac:spMk id="8" creationId="{B73260BC-891D-2C3D-FD1F-74C32BD349D8}"/>
          </ac:spMkLst>
        </pc:spChg>
        <pc:picChg chg="del">
          <ac:chgData name="Manuj" userId="1a07f523-e16f-486a-b610-37539cc763a0" providerId="ADAL" clId="{2AAAD2E6-91A8-422B-8AFE-3FE72AE9D124}" dt="2023-12-01T11:34:50.900" v="222" actId="478"/>
          <ac:picMkLst>
            <pc:docMk/>
            <pc:sldMk cId="1917565795" sldId="583"/>
            <ac:picMk id="2" creationId="{E8215DAA-E2D5-FC5C-C7C6-51EFF802CE8E}"/>
          </ac:picMkLst>
        </pc:picChg>
        <pc:picChg chg="add mod modCrop">
          <ac:chgData name="Manuj" userId="1a07f523-e16f-486a-b610-37539cc763a0" providerId="ADAL" clId="{2AAAD2E6-91A8-422B-8AFE-3FE72AE9D124}" dt="2023-12-05T08:35:11.964" v="365" actId="732"/>
          <ac:picMkLst>
            <pc:docMk/>
            <pc:sldMk cId="1917565795" sldId="583"/>
            <ac:picMk id="4" creationId="{8AAC98BD-9948-9D85-67AB-A2211B2053D0}"/>
          </ac:picMkLst>
        </pc:picChg>
        <pc:picChg chg="del">
          <ac:chgData name="Manuj" userId="1a07f523-e16f-486a-b610-37539cc763a0" providerId="ADAL" clId="{2AAAD2E6-91A8-422B-8AFE-3FE72AE9D124}" dt="2023-12-01T11:34:53.387" v="223" actId="478"/>
          <ac:picMkLst>
            <pc:docMk/>
            <pc:sldMk cId="1917565795" sldId="583"/>
            <ac:picMk id="5" creationId="{ADCE390A-CBAF-BBE9-F703-07BD3A676958}"/>
          </ac:picMkLst>
        </pc:picChg>
        <pc:picChg chg="add del mod">
          <ac:chgData name="Manuj" userId="1a07f523-e16f-486a-b610-37539cc763a0" providerId="ADAL" clId="{2AAAD2E6-91A8-422B-8AFE-3FE72AE9D124}" dt="2023-12-01T12:09:13.877" v="345" actId="478"/>
          <ac:picMkLst>
            <pc:docMk/>
            <pc:sldMk cId="1917565795" sldId="583"/>
            <ac:picMk id="6" creationId="{99407FFD-6122-62FA-1A14-E3AB59168529}"/>
          </ac:picMkLst>
        </pc:picChg>
        <pc:picChg chg="add del mod modCrop">
          <ac:chgData name="Manuj" userId="1a07f523-e16f-486a-b610-37539cc763a0" providerId="ADAL" clId="{2AAAD2E6-91A8-422B-8AFE-3FE72AE9D124}" dt="2023-12-05T08:34:26.869" v="356" actId="478"/>
          <ac:picMkLst>
            <pc:docMk/>
            <pc:sldMk cId="1917565795" sldId="583"/>
            <ac:picMk id="9" creationId="{970D2E70-7B4A-0239-9317-43028E8784CE}"/>
          </ac:picMkLst>
        </pc:picChg>
      </pc:sldChg>
      <pc:sldChg chg="addSp delSp modSp add mod">
        <pc:chgData name="Manuj" userId="1a07f523-e16f-486a-b610-37539cc763a0" providerId="ADAL" clId="{2AAAD2E6-91A8-422B-8AFE-3FE72AE9D124}" dt="2023-12-01T11:52:42.437" v="319" actId="1038"/>
        <pc:sldMkLst>
          <pc:docMk/>
          <pc:sldMk cId="2234882258" sldId="584"/>
        </pc:sldMkLst>
        <pc:spChg chg="del">
          <ac:chgData name="Manuj" userId="1a07f523-e16f-486a-b610-37539cc763a0" providerId="ADAL" clId="{2AAAD2E6-91A8-422B-8AFE-3FE72AE9D124}" dt="2023-12-01T11:36:10.021" v="256" actId="478"/>
          <ac:spMkLst>
            <pc:docMk/>
            <pc:sldMk cId="2234882258" sldId="584"/>
            <ac:spMk id="3" creationId="{496BCF32-4A66-8EC5-3ABB-89A2DCFFA1F7}"/>
          </ac:spMkLst>
        </pc:spChg>
        <pc:spChg chg="mod">
          <ac:chgData name="Manuj" userId="1a07f523-e16f-486a-b610-37539cc763a0" providerId="ADAL" clId="{2AAAD2E6-91A8-422B-8AFE-3FE72AE9D124}" dt="2023-12-01T11:37:07.721" v="309" actId="1035"/>
          <ac:spMkLst>
            <pc:docMk/>
            <pc:sldMk cId="2234882258" sldId="584"/>
            <ac:spMk id="8" creationId="{B73260BC-891D-2C3D-FD1F-74C32BD349D8}"/>
          </ac:spMkLst>
        </pc:spChg>
        <pc:picChg chg="del">
          <ac:chgData name="Manuj" userId="1a07f523-e16f-486a-b610-37539cc763a0" providerId="ADAL" clId="{2AAAD2E6-91A8-422B-8AFE-3FE72AE9D124}" dt="2023-12-01T11:35:29.939" v="251" actId="478"/>
          <ac:picMkLst>
            <pc:docMk/>
            <pc:sldMk cId="2234882258" sldId="584"/>
            <ac:picMk id="2" creationId="{E8215DAA-E2D5-FC5C-C7C6-51EFF802CE8E}"/>
          </ac:picMkLst>
        </pc:picChg>
        <pc:picChg chg="del mod">
          <ac:chgData name="Manuj" userId="1a07f523-e16f-486a-b610-37539cc763a0" providerId="ADAL" clId="{2AAAD2E6-91A8-422B-8AFE-3FE72AE9D124}" dt="2023-12-01T11:35:32.676" v="253" actId="478"/>
          <ac:picMkLst>
            <pc:docMk/>
            <pc:sldMk cId="2234882258" sldId="584"/>
            <ac:picMk id="5" creationId="{ADCE390A-CBAF-BBE9-F703-07BD3A676958}"/>
          </ac:picMkLst>
        </pc:picChg>
        <pc:picChg chg="add mod">
          <ac:chgData name="Manuj" userId="1a07f523-e16f-486a-b610-37539cc763a0" providerId="ADAL" clId="{2AAAD2E6-91A8-422B-8AFE-3FE72AE9D124}" dt="2023-12-01T11:37:04.316" v="300" actId="1035"/>
          <ac:picMkLst>
            <pc:docMk/>
            <pc:sldMk cId="2234882258" sldId="584"/>
            <ac:picMk id="6" creationId="{18AD54C4-D502-D34F-0D4A-980AC9950DE9}"/>
          </ac:picMkLst>
        </pc:picChg>
        <pc:picChg chg="add del mod">
          <ac:chgData name="Manuj" userId="1a07f523-e16f-486a-b610-37539cc763a0" providerId="ADAL" clId="{2AAAD2E6-91A8-422B-8AFE-3FE72AE9D124}" dt="2023-12-01T11:52:16.646" v="310" actId="478"/>
          <ac:picMkLst>
            <pc:docMk/>
            <pc:sldMk cId="2234882258" sldId="584"/>
            <ac:picMk id="9" creationId="{42AAC18C-CB91-17F4-D79A-061A58109A75}"/>
          </ac:picMkLst>
        </pc:picChg>
        <pc:picChg chg="add mod modCrop">
          <ac:chgData name="Manuj" userId="1a07f523-e16f-486a-b610-37539cc763a0" providerId="ADAL" clId="{2AAAD2E6-91A8-422B-8AFE-3FE72AE9D124}" dt="2023-12-01T11:52:42.437" v="319" actId="1038"/>
          <ac:picMkLst>
            <pc:docMk/>
            <pc:sldMk cId="2234882258" sldId="584"/>
            <ac:picMk id="11" creationId="{484B2729-EA70-4217-6384-906F7F87E7C2}"/>
          </ac:picMkLst>
        </pc:picChg>
      </pc:sldChg>
      <pc:sldChg chg="modSp mod">
        <pc:chgData name="Manuj" userId="1a07f523-e16f-486a-b610-37539cc763a0" providerId="ADAL" clId="{2AAAD2E6-91A8-422B-8AFE-3FE72AE9D124}" dt="2023-12-08T09:54:45.236" v="433" actId="20577"/>
        <pc:sldMkLst>
          <pc:docMk/>
          <pc:sldMk cId="3826781572" sldId="585"/>
        </pc:sldMkLst>
        <pc:graphicFrameChg chg="modGraphic">
          <ac:chgData name="Manuj" userId="1a07f523-e16f-486a-b610-37539cc763a0" providerId="ADAL" clId="{2AAAD2E6-91A8-422B-8AFE-3FE72AE9D124}" dt="2023-12-08T09:54:45.236" v="433" actId="20577"/>
          <ac:graphicFrameMkLst>
            <pc:docMk/>
            <pc:sldMk cId="3826781572" sldId="585"/>
            <ac:graphicFrameMk id="2" creationId="{7DED05D6-6E5A-5DC5-0CD8-EC3880E4C3DA}"/>
          </ac:graphicFrameMkLst>
        </pc:graphicFrameChg>
      </pc:sldChg>
    </pc:docChg>
  </pc:docChgLst>
  <pc:docChgLst>
    <pc:chgData name="Manuj Agrawal" userId="8275e378daeca5b2" providerId="LiveId" clId="{4E7904EE-1E3D-44AA-8108-34F7CBA47241}"/>
    <pc:docChg chg="undo custSel addSld delSld modSld sldOrd">
      <pc:chgData name="Manuj Agrawal" userId="8275e378daeca5b2" providerId="LiveId" clId="{4E7904EE-1E3D-44AA-8108-34F7CBA47241}" dt="2021-12-16T21:10:03.961" v="2267" actId="1076"/>
      <pc:docMkLst>
        <pc:docMk/>
      </pc:docMkLst>
      <pc:sldChg chg="del">
        <pc:chgData name="Manuj Agrawal" userId="8275e378daeca5b2" providerId="LiveId" clId="{4E7904EE-1E3D-44AA-8108-34F7CBA47241}" dt="2021-12-16T16:53:14.762" v="0" actId="47"/>
        <pc:sldMkLst>
          <pc:docMk/>
          <pc:sldMk cId="1886868575" sldId="452"/>
        </pc:sldMkLst>
      </pc:sldChg>
      <pc:sldChg chg="addSp delSp modSp add del mod">
        <pc:chgData name="Manuj Agrawal" userId="8275e378daeca5b2" providerId="LiveId" clId="{4E7904EE-1E3D-44AA-8108-34F7CBA47241}" dt="2021-12-16T19:36:08.021" v="1775" actId="47"/>
        <pc:sldMkLst>
          <pc:docMk/>
          <pc:sldMk cId="2332114638" sldId="503"/>
        </pc:sldMkLst>
        <pc:spChg chg="del">
          <ac:chgData name="Manuj Agrawal" userId="8275e378daeca5b2" providerId="LiveId" clId="{4E7904EE-1E3D-44AA-8108-34F7CBA47241}" dt="2021-12-16T19:33:13.230" v="1748" actId="478"/>
          <ac:spMkLst>
            <pc:docMk/>
            <pc:sldMk cId="2332114638" sldId="503"/>
            <ac:spMk id="13" creationId="{192F8E95-4B45-4ECB-A86E-457CD75C6455}"/>
          </ac:spMkLst>
        </pc:spChg>
        <pc:spChg chg="del">
          <ac:chgData name="Manuj Agrawal" userId="8275e378daeca5b2" providerId="LiveId" clId="{4E7904EE-1E3D-44AA-8108-34F7CBA47241}" dt="2021-12-16T19:33:14.592" v="1749" actId="478"/>
          <ac:spMkLst>
            <pc:docMk/>
            <pc:sldMk cId="2332114638" sldId="503"/>
            <ac:spMk id="14" creationId="{B8286B88-3298-4AB9-B982-88FFF5F5FDAD}"/>
          </ac:spMkLst>
        </pc:spChg>
        <pc:spChg chg="del">
          <ac:chgData name="Manuj Agrawal" userId="8275e378daeca5b2" providerId="LiveId" clId="{4E7904EE-1E3D-44AA-8108-34F7CBA47241}" dt="2021-12-16T19:33:16.438" v="1750" actId="478"/>
          <ac:spMkLst>
            <pc:docMk/>
            <pc:sldMk cId="2332114638" sldId="503"/>
            <ac:spMk id="15" creationId="{9E5FA417-848A-489B-80DF-D6319DAD3C53}"/>
          </ac:spMkLst>
        </pc:spChg>
        <pc:spChg chg="del">
          <ac:chgData name="Manuj Agrawal" userId="8275e378daeca5b2" providerId="LiveId" clId="{4E7904EE-1E3D-44AA-8108-34F7CBA47241}" dt="2021-12-16T19:33:21.249" v="1753" actId="478"/>
          <ac:spMkLst>
            <pc:docMk/>
            <pc:sldMk cId="2332114638" sldId="503"/>
            <ac:spMk id="16" creationId="{CD2B4FA5-D2E3-48A1-ACA8-0D833BC9C112}"/>
          </ac:spMkLst>
        </pc:spChg>
        <pc:grpChg chg="mod">
          <ac:chgData name="Manuj Agrawal" userId="8275e378daeca5b2" providerId="LiveId" clId="{4E7904EE-1E3D-44AA-8108-34F7CBA47241}" dt="2021-12-16T19:33:36.649" v="1756" actId="1076"/>
          <ac:grpSpMkLst>
            <pc:docMk/>
            <pc:sldMk cId="2332114638" sldId="503"/>
            <ac:grpSpMk id="10" creationId="{C55365AD-5A61-412C-B21B-C8E9FC6C65A7}"/>
          </ac:grpSpMkLst>
        </pc:grpChg>
        <pc:picChg chg="add del mod">
          <ac:chgData name="Manuj Agrawal" userId="8275e378daeca5b2" providerId="LiveId" clId="{4E7904EE-1E3D-44AA-8108-34F7CBA47241}" dt="2021-12-16T19:33:32.311" v="1755" actId="1076"/>
          <ac:picMkLst>
            <pc:docMk/>
            <pc:sldMk cId="2332114638" sldId="503"/>
            <ac:picMk id="4" creationId="{011CC322-0458-4822-9425-2DDEF4FFB5DA}"/>
          </ac:picMkLst>
        </pc:picChg>
        <pc:picChg chg="mod">
          <ac:chgData name="Manuj Agrawal" userId="8275e378daeca5b2" providerId="LiveId" clId="{4E7904EE-1E3D-44AA-8108-34F7CBA47241}" dt="2021-12-16T19:34:38.576" v="1761" actId="108"/>
          <ac:picMkLst>
            <pc:docMk/>
            <pc:sldMk cId="2332114638" sldId="503"/>
            <ac:picMk id="11" creationId="{C822C461-CB94-42E8-8A81-0135AE01AE75}"/>
          </ac:picMkLst>
        </pc:picChg>
        <pc:picChg chg="mod">
          <ac:chgData name="Manuj Agrawal" userId="8275e378daeca5b2" providerId="LiveId" clId="{4E7904EE-1E3D-44AA-8108-34F7CBA47241}" dt="2021-12-16T19:34:39.231" v="1762" actId="108"/>
          <ac:picMkLst>
            <pc:docMk/>
            <pc:sldMk cId="2332114638" sldId="503"/>
            <ac:picMk id="25" creationId="{1C54A1A4-1356-40AE-A051-9D3169453ECA}"/>
          </ac:picMkLst>
        </pc:picChg>
        <pc:picChg chg="mod">
          <ac:chgData name="Manuj Agrawal" userId="8275e378daeca5b2" providerId="LiveId" clId="{4E7904EE-1E3D-44AA-8108-34F7CBA47241}" dt="2021-12-16T19:34:57.263" v="1768"/>
          <ac:picMkLst>
            <pc:docMk/>
            <pc:sldMk cId="2332114638" sldId="503"/>
            <ac:picMk id="27" creationId="{9FFB78D9-0CB0-4524-826D-A80602BFB69B}"/>
          </ac:picMkLst>
        </pc:picChg>
      </pc:sldChg>
      <pc:sldChg chg="addSp delSp modSp mod">
        <pc:chgData name="Manuj Agrawal" userId="8275e378daeca5b2" providerId="LiveId" clId="{4E7904EE-1E3D-44AA-8108-34F7CBA47241}" dt="2021-12-16T20:41:30.741" v="2254" actId="207"/>
        <pc:sldMkLst>
          <pc:docMk/>
          <pc:sldMk cId="3922207980" sldId="506"/>
        </pc:sldMkLst>
        <pc:spChg chg="mod">
          <ac:chgData name="Manuj Agrawal" userId="8275e378daeca5b2" providerId="LiveId" clId="{4E7904EE-1E3D-44AA-8108-34F7CBA47241}" dt="2021-12-16T20:15:46.216" v="2158" actId="403"/>
          <ac:spMkLst>
            <pc:docMk/>
            <pc:sldMk cId="3922207980" sldId="506"/>
            <ac:spMk id="38" creationId="{B06B8DF5-A48F-46F1-8FE6-577F5BB61FE2}"/>
          </ac:spMkLst>
        </pc:spChg>
        <pc:spChg chg="add del mod">
          <ac:chgData name="Manuj Agrawal" userId="8275e378daeca5b2" providerId="LiveId" clId="{4E7904EE-1E3D-44AA-8108-34F7CBA47241}" dt="2021-12-16T19:41:09.661" v="1811" actId="21"/>
          <ac:spMkLst>
            <pc:docMk/>
            <pc:sldMk cId="3922207980" sldId="506"/>
            <ac:spMk id="39" creationId="{AD1E67F6-EB07-4613-AA0C-A764F585FE59}"/>
          </ac:spMkLst>
        </pc:spChg>
        <pc:spChg chg="mod">
          <ac:chgData name="Manuj Agrawal" userId="8275e378daeca5b2" providerId="LiveId" clId="{4E7904EE-1E3D-44AA-8108-34F7CBA47241}" dt="2021-12-16T20:15:30.703" v="2153" actId="113"/>
          <ac:spMkLst>
            <pc:docMk/>
            <pc:sldMk cId="3922207980" sldId="506"/>
            <ac:spMk id="40" creationId="{E5C80C85-47EA-4790-BB82-FA8E7FAB35EE}"/>
          </ac:spMkLst>
        </pc:spChg>
        <pc:spChg chg="mod">
          <ac:chgData name="Manuj Agrawal" userId="8275e378daeca5b2" providerId="LiveId" clId="{4E7904EE-1E3D-44AA-8108-34F7CBA47241}" dt="2021-12-16T20:41:19.510" v="2252" actId="207"/>
          <ac:spMkLst>
            <pc:docMk/>
            <pc:sldMk cId="3922207980" sldId="506"/>
            <ac:spMk id="41" creationId="{6A7F6C55-6F12-4769-8714-A1471F28D0D6}"/>
          </ac:spMkLst>
        </pc:spChg>
        <pc:spChg chg="mod">
          <ac:chgData name="Manuj Agrawal" userId="8275e378daeca5b2" providerId="LiveId" clId="{4E7904EE-1E3D-44AA-8108-34F7CBA47241}" dt="2021-12-16T20:41:08.425" v="2250" actId="207"/>
          <ac:spMkLst>
            <pc:docMk/>
            <pc:sldMk cId="3922207980" sldId="506"/>
            <ac:spMk id="46" creationId="{24BB6A65-A7A1-4208-8A63-7D295ADC25C5}"/>
          </ac:spMkLst>
        </pc:spChg>
        <pc:spChg chg="mod">
          <ac:chgData name="Manuj Agrawal" userId="8275e378daeca5b2" providerId="LiveId" clId="{4E7904EE-1E3D-44AA-8108-34F7CBA47241}" dt="2021-12-16T20:15:58.908" v="2162" actId="403"/>
          <ac:spMkLst>
            <pc:docMk/>
            <pc:sldMk cId="3922207980" sldId="506"/>
            <ac:spMk id="48" creationId="{07A46A93-7AD0-4D68-B818-26632908A698}"/>
          </ac:spMkLst>
        </pc:spChg>
        <pc:spChg chg="mod">
          <ac:chgData name="Manuj Agrawal" userId="8275e378daeca5b2" providerId="LiveId" clId="{4E7904EE-1E3D-44AA-8108-34F7CBA47241}" dt="2021-12-16T20:41:14.023" v="2251" actId="207"/>
          <ac:spMkLst>
            <pc:docMk/>
            <pc:sldMk cId="3922207980" sldId="506"/>
            <ac:spMk id="53" creationId="{5DF48541-2872-4431-9E18-448881EAB458}"/>
          </ac:spMkLst>
        </pc:spChg>
        <pc:spChg chg="mod">
          <ac:chgData name="Manuj Agrawal" userId="8275e378daeca5b2" providerId="LiveId" clId="{4E7904EE-1E3D-44AA-8108-34F7CBA47241}" dt="2021-12-16T20:15:28.064" v="2152" actId="113"/>
          <ac:spMkLst>
            <pc:docMk/>
            <pc:sldMk cId="3922207980" sldId="506"/>
            <ac:spMk id="54" creationId="{560FB32C-3B60-4F89-8FE1-B0E9999FA560}"/>
          </ac:spMkLst>
        </pc:spChg>
        <pc:spChg chg="mod">
          <ac:chgData name="Manuj Agrawal" userId="8275e378daeca5b2" providerId="LiveId" clId="{4E7904EE-1E3D-44AA-8108-34F7CBA47241}" dt="2021-12-16T17:57:38.691" v="543" actId="1076"/>
          <ac:spMkLst>
            <pc:docMk/>
            <pc:sldMk cId="3922207980" sldId="506"/>
            <ac:spMk id="56" creationId="{00F44435-6633-4363-981D-E07255351B53}"/>
          </ac:spMkLst>
        </pc:spChg>
        <pc:spChg chg="mod">
          <ac:chgData name="Manuj Agrawal" userId="8275e378daeca5b2" providerId="LiveId" clId="{4E7904EE-1E3D-44AA-8108-34F7CBA47241}" dt="2021-12-16T20:15:35.720" v="2155" actId="113"/>
          <ac:spMkLst>
            <pc:docMk/>
            <pc:sldMk cId="3922207980" sldId="506"/>
            <ac:spMk id="59" creationId="{0CB50AB1-ED75-406B-BE0B-B6F99F0727EF}"/>
          </ac:spMkLst>
        </pc:spChg>
        <pc:spChg chg="mod">
          <ac:chgData name="Manuj Agrawal" userId="8275e378daeca5b2" providerId="LiveId" clId="{4E7904EE-1E3D-44AA-8108-34F7CBA47241}" dt="2021-12-16T20:41:30.741" v="2254" actId="207"/>
          <ac:spMkLst>
            <pc:docMk/>
            <pc:sldMk cId="3922207980" sldId="506"/>
            <ac:spMk id="60" creationId="{91303CD3-62FD-4D70-9375-3611F9F11ECC}"/>
          </ac:spMkLst>
        </pc:spChg>
        <pc:spChg chg="mod">
          <ac:chgData name="Manuj Agrawal" userId="8275e378daeca5b2" providerId="LiveId" clId="{4E7904EE-1E3D-44AA-8108-34F7CBA47241}" dt="2021-12-16T20:15:33.476" v="2154" actId="113"/>
          <ac:spMkLst>
            <pc:docMk/>
            <pc:sldMk cId="3922207980" sldId="506"/>
            <ac:spMk id="64" creationId="{8FDBB07F-92FE-4874-A085-2862B65B52DA}"/>
          </ac:spMkLst>
        </pc:spChg>
        <pc:spChg chg="mod">
          <ac:chgData name="Manuj Agrawal" userId="8275e378daeca5b2" providerId="LiveId" clId="{4E7904EE-1E3D-44AA-8108-34F7CBA47241}" dt="2021-12-16T20:41:24.742" v="2253" actId="207"/>
          <ac:spMkLst>
            <pc:docMk/>
            <pc:sldMk cId="3922207980" sldId="506"/>
            <ac:spMk id="65" creationId="{B4F605A6-CA08-47F2-B0A6-8FEA14B15CF5}"/>
          </ac:spMkLst>
        </pc:spChg>
        <pc:spChg chg="mod">
          <ac:chgData name="Manuj Agrawal" userId="8275e378daeca5b2" providerId="LiveId" clId="{4E7904EE-1E3D-44AA-8108-34F7CBA47241}" dt="2021-12-16T20:15:40.008" v="2156" actId="403"/>
          <ac:spMkLst>
            <pc:docMk/>
            <pc:sldMk cId="3922207980" sldId="506"/>
            <ac:spMk id="67" creationId="{94E64F28-29E4-4A49-BA01-D3717058AA3E}"/>
          </ac:spMkLst>
        </pc:spChg>
        <pc:spChg chg="mod">
          <ac:chgData name="Manuj Agrawal" userId="8275e378daeca5b2" providerId="LiveId" clId="{4E7904EE-1E3D-44AA-8108-34F7CBA47241}" dt="2021-12-16T20:15:43.358" v="2157" actId="403"/>
          <ac:spMkLst>
            <pc:docMk/>
            <pc:sldMk cId="3922207980" sldId="506"/>
            <ac:spMk id="68" creationId="{5BE7B6A3-79F6-470F-89AC-7BA31B7B6379}"/>
          </ac:spMkLst>
        </pc:spChg>
        <pc:spChg chg="mod">
          <ac:chgData name="Manuj Agrawal" userId="8275e378daeca5b2" providerId="LiveId" clId="{4E7904EE-1E3D-44AA-8108-34F7CBA47241}" dt="2021-12-16T20:15:52.658" v="2160" actId="403"/>
          <ac:spMkLst>
            <pc:docMk/>
            <pc:sldMk cId="3922207980" sldId="506"/>
            <ac:spMk id="69" creationId="{A7E7E804-C497-43D7-88C6-AE98C0F3B89C}"/>
          </ac:spMkLst>
        </pc:spChg>
        <pc:spChg chg="mod">
          <ac:chgData name="Manuj Agrawal" userId="8275e378daeca5b2" providerId="LiveId" clId="{4E7904EE-1E3D-44AA-8108-34F7CBA47241}" dt="2021-12-16T20:15:49.323" v="2159" actId="403"/>
          <ac:spMkLst>
            <pc:docMk/>
            <pc:sldMk cId="3922207980" sldId="506"/>
            <ac:spMk id="70" creationId="{4E2ED473-7EC3-400B-B8F3-848D7908ED7D}"/>
          </ac:spMkLst>
        </pc:spChg>
        <pc:grpChg chg="mod">
          <ac:chgData name="Manuj Agrawal" userId="8275e378daeca5b2" providerId="LiveId" clId="{4E7904EE-1E3D-44AA-8108-34F7CBA47241}" dt="2021-12-16T20:12:12.293" v="2143" actId="1076"/>
          <ac:grpSpMkLst>
            <pc:docMk/>
            <pc:sldMk cId="3922207980" sldId="506"/>
            <ac:grpSpMk id="9" creationId="{A541A540-3811-4889-A84E-F36AAC11011C}"/>
          </ac:grpSpMkLst>
        </pc:grpChg>
        <pc:picChg chg="mod">
          <ac:chgData name="Manuj Agrawal" userId="8275e378daeca5b2" providerId="LiveId" clId="{4E7904EE-1E3D-44AA-8108-34F7CBA47241}" dt="2021-12-16T20:12:21.193" v="2144" actId="1076"/>
          <ac:picMkLst>
            <pc:docMk/>
            <pc:sldMk cId="3922207980" sldId="506"/>
            <ac:picMk id="61" creationId="{B0513404-43B9-43D7-8153-973AD2A1B52C}"/>
          </ac:picMkLst>
        </pc:picChg>
      </pc:sldChg>
      <pc:sldChg chg="modSp mod">
        <pc:chgData name="Manuj Agrawal" userId="8275e378daeca5b2" providerId="LiveId" clId="{4E7904EE-1E3D-44AA-8108-34F7CBA47241}" dt="2021-12-16T20:41:41.860" v="2255" actId="207"/>
        <pc:sldMkLst>
          <pc:docMk/>
          <pc:sldMk cId="779782093" sldId="509"/>
        </pc:sldMkLst>
        <pc:spChg chg="mod">
          <ac:chgData name="Manuj Agrawal" userId="8275e378daeca5b2" providerId="LiveId" clId="{4E7904EE-1E3D-44AA-8108-34F7CBA47241}" dt="2021-12-16T20:41:41.860" v="2255" actId="207"/>
          <ac:spMkLst>
            <pc:docMk/>
            <pc:sldMk cId="779782093" sldId="509"/>
            <ac:spMk id="12" creationId="{77BB407C-3743-4F18-91B5-B05E45CC47F0}"/>
          </ac:spMkLst>
        </pc:spChg>
        <pc:spChg chg="mod">
          <ac:chgData name="Manuj Agrawal" userId="8275e378daeca5b2" providerId="LiveId" clId="{4E7904EE-1E3D-44AA-8108-34F7CBA47241}" dt="2021-12-16T20:12:38.820" v="2146" actId="207"/>
          <ac:spMkLst>
            <pc:docMk/>
            <pc:sldMk cId="779782093" sldId="509"/>
            <ac:spMk id="13" creationId="{3B06627D-B71F-420B-814C-D88D7DA54208}"/>
          </ac:spMkLst>
        </pc:spChg>
        <pc:spChg chg="mod">
          <ac:chgData name="Manuj Agrawal" userId="8275e378daeca5b2" providerId="LiveId" clId="{4E7904EE-1E3D-44AA-8108-34F7CBA47241}" dt="2021-12-16T20:12:43.381" v="2147" actId="207"/>
          <ac:spMkLst>
            <pc:docMk/>
            <pc:sldMk cId="779782093" sldId="509"/>
            <ac:spMk id="17" creationId="{7CB4278A-0FCB-48D5-A981-FAA2F5D21932}"/>
          </ac:spMkLst>
        </pc:spChg>
      </pc:sldChg>
      <pc:sldChg chg="modSp mod setBg">
        <pc:chgData name="Manuj Agrawal" userId="8275e378daeca5b2" providerId="LiveId" clId="{4E7904EE-1E3D-44AA-8108-34F7CBA47241}" dt="2021-12-16T20:42:04.081" v="2259" actId="207"/>
        <pc:sldMkLst>
          <pc:docMk/>
          <pc:sldMk cId="4219030133" sldId="526"/>
        </pc:sldMkLst>
        <pc:spChg chg="mod">
          <ac:chgData name="Manuj Agrawal" userId="8275e378daeca5b2" providerId="LiveId" clId="{4E7904EE-1E3D-44AA-8108-34F7CBA47241}" dt="2021-12-16T20:31:02.509" v="2210" actId="113"/>
          <ac:spMkLst>
            <pc:docMk/>
            <pc:sldMk cId="4219030133" sldId="526"/>
            <ac:spMk id="24" creationId="{05579C17-573E-4692-B80B-3F9CF87CECC1}"/>
          </ac:spMkLst>
        </pc:spChg>
        <pc:spChg chg="mod">
          <ac:chgData name="Manuj Agrawal" userId="8275e378daeca5b2" providerId="LiveId" clId="{4E7904EE-1E3D-44AA-8108-34F7CBA47241}" dt="2021-12-16T20:42:04.081" v="2259" actId="207"/>
          <ac:spMkLst>
            <pc:docMk/>
            <pc:sldMk cId="4219030133" sldId="526"/>
            <ac:spMk id="59" creationId="{F3D98673-FCB4-4156-9363-CD834E4ABEF7}"/>
          </ac:spMkLst>
        </pc:spChg>
        <pc:spChg chg="mod">
          <ac:chgData name="Manuj Agrawal" userId="8275e378daeca5b2" providerId="LiveId" clId="{4E7904EE-1E3D-44AA-8108-34F7CBA47241}" dt="2021-12-16T20:41:54.344" v="2257" actId="207"/>
          <ac:spMkLst>
            <pc:docMk/>
            <pc:sldMk cId="4219030133" sldId="526"/>
            <ac:spMk id="64" creationId="{AE0B9849-666A-4115-A04E-F79F6C3B13F5}"/>
          </ac:spMkLst>
        </pc:spChg>
        <pc:spChg chg="mod">
          <ac:chgData name="Manuj Agrawal" userId="8275e378daeca5b2" providerId="LiveId" clId="{4E7904EE-1E3D-44AA-8108-34F7CBA47241}" dt="2021-12-16T20:39:26.498" v="2242" actId="1076"/>
          <ac:spMkLst>
            <pc:docMk/>
            <pc:sldMk cId="4219030133" sldId="526"/>
            <ac:spMk id="65" creationId="{8E393A79-A444-4546-B5E9-4CF502C3AFF3}"/>
          </ac:spMkLst>
        </pc:spChg>
        <pc:spChg chg="mod">
          <ac:chgData name="Manuj Agrawal" userId="8275e378daeca5b2" providerId="LiveId" clId="{4E7904EE-1E3D-44AA-8108-34F7CBA47241}" dt="2021-12-16T20:41:50.589" v="2256" actId="207"/>
          <ac:spMkLst>
            <pc:docMk/>
            <pc:sldMk cId="4219030133" sldId="526"/>
            <ac:spMk id="66" creationId="{334D6B73-891D-472C-BB4F-1990815EC4EB}"/>
          </ac:spMkLst>
        </pc:spChg>
        <pc:spChg chg="mod">
          <ac:chgData name="Manuj Agrawal" userId="8275e378daeca5b2" providerId="LiveId" clId="{4E7904EE-1E3D-44AA-8108-34F7CBA47241}" dt="2021-12-16T20:39:26.498" v="2242" actId="1076"/>
          <ac:spMkLst>
            <pc:docMk/>
            <pc:sldMk cId="4219030133" sldId="526"/>
            <ac:spMk id="67" creationId="{CB0486CF-73E8-4F3A-A2DF-81DA3E090F57}"/>
          </ac:spMkLst>
        </pc:spChg>
        <pc:spChg chg="mod">
          <ac:chgData name="Manuj Agrawal" userId="8275e378daeca5b2" providerId="LiveId" clId="{4E7904EE-1E3D-44AA-8108-34F7CBA47241}" dt="2021-12-16T20:41:58.634" v="2258" actId="207"/>
          <ac:spMkLst>
            <pc:docMk/>
            <pc:sldMk cId="4219030133" sldId="526"/>
            <ac:spMk id="84" creationId="{931879A0-D156-4791-B3AD-DD42888F9B54}"/>
          </ac:spMkLst>
        </pc:spChg>
        <pc:spChg chg="mod">
          <ac:chgData name="Manuj Agrawal" userId="8275e378daeca5b2" providerId="LiveId" clId="{4E7904EE-1E3D-44AA-8108-34F7CBA47241}" dt="2021-12-16T20:39:26.498" v="2242" actId="1076"/>
          <ac:spMkLst>
            <pc:docMk/>
            <pc:sldMk cId="4219030133" sldId="526"/>
            <ac:spMk id="85" creationId="{D066F3B6-7A3E-4D8A-B624-3C92398D50E2}"/>
          </ac:spMkLst>
        </pc:spChg>
        <pc:grpChg chg="mod">
          <ac:chgData name="Manuj Agrawal" userId="8275e378daeca5b2" providerId="LiveId" clId="{4E7904EE-1E3D-44AA-8108-34F7CBA47241}" dt="2021-12-16T20:39:26.498" v="2242" actId="1076"/>
          <ac:grpSpMkLst>
            <pc:docMk/>
            <pc:sldMk cId="4219030133" sldId="526"/>
            <ac:grpSpMk id="2" creationId="{7B434BFC-E357-4590-8EC7-F4F5BE57B668}"/>
          </ac:grpSpMkLst>
        </pc:grpChg>
        <pc:grpChg chg="mod">
          <ac:chgData name="Manuj Agrawal" userId="8275e378daeca5b2" providerId="LiveId" clId="{4E7904EE-1E3D-44AA-8108-34F7CBA47241}" dt="2021-12-16T20:39:26.498" v="2242" actId="1076"/>
          <ac:grpSpMkLst>
            <pc:docMk/>
            <pc:sldMk cId="4219030133" sldId="526"/>
            <ac:grpSpMk id="4" creationId="{606CAC70-2C82-475B-A4F6-8EA938A583B2}"/>
          </ac:grpSpMkLst>
        </pc:grpChg>
        <pc:grpChg chg="mod">
          <ac:chgData name="Manuj Agrawal" userId="8275e378daeca5b2" providerId="LiveId" clId="{4E7904EE-1E3D-44AA-8108-34F7CBA47241}" dt="2021-12-16T20:39:26.498" v="2242" actId="1076"/>
          <ac:grpSpMkLst>
            <pc:docMk/>
            <pc:sldMk cId="4219030133" sldId="526"/>
            <ac:grpSpMk id="6" creationId="{D579DCF3-CD03-4927-80D7-AC72D2D14779}"/>
          </ac:grpSpMkLst>
        </pc:grpChg>
        <pc:grpChg chg="mod">
          <ac:chgData name="Manuj Agrawal" userId="8275e378daeca5b2" providerId="LiveId" clId="{4E7904EE-1E3D-44AA-8108-34F7CBA47241}" dt="2021-12-16T20:39:26.498" v="2242" actId="1076"/>
          <ac:grpSpMkLst>
            <pc:docMk/>
            <pc:sldMk cId="4219030133" sldId="526"/>
            <ac:grpSpMk id="83" creationId="{698A1BE5-E878-4C94-A9E8-02F4CD98D769}"/>
          </ac:grpSpMkLst>
        </pc:grpChg>
        <pc:picChg chg="mod">
          <ac:chgData name="Manuj Agrawal" userId="8275e378daeca5b2" providerId="LiveId" clId="{4E7904EE-1E3D-44AA-8108-34F7CBA47241}" dt="2021-12-16T20:39:26.498" v="2242" actId="1076"/>
          <ac:picMkLst>
            <pc:docMk/>
            <pc:sldMk cId="4219030133" sldId="526"/>
            <ac:picMk id="1028" creationId="{72C127AF-7C4E-4D3D-A5D7-716B1CA60946}"/>
          </ac:picMkLst>
        </pc:picChg>
      </pc:sldChg>
      <pc:sldChg chg="addSp delSp modSp del mod">
        <pc:chgData name="Manuj Agrawal" userId="8275e378daeca5b2" providerId="LiveId" clId="{4E7904EE-1E3D-44AA-8108-34F7CBA47241}" dt="2021-12-16T19:38:01.463" v="1798" actId="47"/>
        <pc:sldMkLst>
          <pc:docMk/>
          <pc:sldMk cId="7716307" sldId="530"/>
        </pc:sldMkLst>
        <pc:spChg chg="mod">
          <ac:chgData name="Manuj Agrawal" userId="8275e378daeca5b2" providerId="LiveId" clId="{4E7904EE-1E3D-44AA-8108-34F7CBA47241}" dt="2021-12-16T18:51:29.695" v="1337"/>
          <ac:spMkLst>
            <pc:docMk/>
            <pc:sldMk cId="7716307" sldId="530"/>
            <ac:spMk id="48" creationId="{423B3276-15D1-4C5B-92B4-10F63DA6DF1F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56" creationId="{1835E9D4-2F92-430A-96BF-FE4CD33E6415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65" creationId="{68BF74A0-16CA-4C81-B146-5CF1B93C4236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66" creationId="{5B7275D1-8CAF-4FEA-BEAF-482C1BECD615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67" creationId="{4A69B432-201B-4ECB-9740-C528CDF4D9F0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68" creationId="{E450164D-D6F7-4759-BF44-49B5FDE5D61A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69" creationId="{342A3E29-B41E-41DC-8560-1D2E99170609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70" creationId="{6CD3EDE6-39CD-4FAB-B8C8-DBD50840A69D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71" creationId="{9E599B26-5F57-451C-BE3A-C4B58FBFF599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72" creationId="{2FDC465C-A534-4DC2-A8B1-9877A730446B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74" creationId="{4463A3C7-F6E8-4075-B54D-EBF169247B8F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75" creationId="{56F3E95A-F773-4A98-9724-E868FAFDA702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77" creationId="{D6101119-1A5F-47DD-9370-62D265ADEA7F}"/>
          </ac:spMkLst>
        </pc:spChg>
        <pc:spChg chg="del mod">
          <ac:chgData name="Manuj Agrawal" userId="8275e378daeca5b2" providerId="LiveId" clId="{4E7904EE-1E3D-44AA-8108-34F7CBA47241}" dt="2021-12-16T17:07:48.766" v="44" actId="478"/>
          <ac:spMkLst>
            <pc:docMk/>
            <pc:sldMk cId="7716307" sldId="530"/>
            <ac:spMk id="81" creationId="{5EAA67AD-0E81-43BA-8473-70A6DA0C1AB6}"/>
          </ac:spMkLst>
        </pc:spChg>
        <pc:spChg chg="del mod">
          <ac:chgData name="Manuj Agrawal" userId="8275e378daeca5b2" providerId="LiveId" clId="{4E7904EE-1E3D-44AA-8108-34F7CBA47241}" dt="2021-12-16T17:07:44.516" v="43" actId="478"/>
          <ac:spMkLst>
            <pc:docMk/>
            <pc:sldMk cId="7716307" sldId="530"/>
            <ac:spMk id="82" creationId="{93216D8E-800D-46E1-BDCA-757AF67C6DD6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83" creationId="{EA532180-D57E-41AA-A507-87EF29C0A1AE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86" creationId="{0761C987-669D-4B45-AB5B-91CF44396417}"/>
          </ac:spMkLst>
        </pc:spChg>
        <pc:spChg chg="mod">
          <ac:chgData name="Manuj Agrawal" userId="8275e378daeca5b2" providerId="LiveId" clId="{4E7904EE-1E3D-44AA-8108-34F7CBA47241}" dt="2021-12-16T17:09:01.764" v="58" actId="1076"/>
          <ac:spMkLst>
            <pc:docMk/>
            <pc:sldMk cId="7716307" sldId="530"/>
            <ac:spMk id="88" creationId="{1C2F7225-30AA-490C-8F3F-95E33A6C311A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89" creationId="{5BDBD705-4109-48F7-85D2-E658D1D5355F}"/>
          </ac:spMkLst>
        </pc:spChg>
        <pc:grpChg chg="mod">
          <ac:chgData name="Manuj Agrawal" userId="8275e378daeca5b2" providerId="LiveId" clId="{4E7904EE-1E3D-44AA-8108-34F7CBA47241}" dt="2021-12-16T17:07:42.142" v="41" actId="478"/>
          <ac:grpSpMkLst>
            <pc:docMk/>
            <pc:sldMk cId="7716307" sldId="530"/>
            <ac:grpSpMk id="44" creationId="{F3B25487-3D99-40A5-BF56-135F9CA5CBE1}"/>
          </ac:grpSpMkLst>
        </pc:grpChg>
        <pc:grpChg chg="add del mod">
          <ac:chgData name="Manuj Agrawal" userId="8275e378daeca5b2" providerId="LiveId" clId="{4E7904EE-1E3D-44AA-8108-34F7CBA47241}" dt="2021-12-16T18:52:15.501" v="1349" actId="21"/>
          <ac:grpSpMkLst>
            <pc:docMk/>
            <pc:sldMk cId="7716307" sldId="530"/>
            <ac:grpSpMk id="45" creationId="{A694BD09-9092-48BD-B9CF-A7C58566AF72}"/>
          </ac:grpSpMkLst>
        </pc:grpChg>
        <pc:grpChg chg="mod">
          <ac:chgData name="Manuj Agrawal" userId="8275e378daeca5b2" providerId="LiveId" clId="{4E7904EE-1E3D-44AA-8108-34F7CBA47241}" dt="2021-12-16T17:07:42.142" v="41" actId="478"/>
          <ac:grpSpMkLst>
            <pc:docMk/>
            <pc:sldMk cId="7716307" sldId="530"/>
            <ac:grpSpMk id="46" creationId="{F5519487-52DE-45BC-A96D-BE5F9D37583C}"/>
          </ac:grpSpMkLst>
        </pc:grpChg>
        <pc:grpChg chg="del mod">
          <ac:chgData name="Manuj Agrawal" userId="8275e378daeca5b2" providerId="LiveId" clId="{4E7904EE-1E3D-44AA-8108-34F7CBA47241}" dt="2021-12-16T17:07:42.958" v="42" actId="478"/>
          <ac:grpSpMkLst>
            <pc:docMk/>
            <pc:sldMk cId="7716307" sldId="530"/>
            <ac:grpSpMk id="52" creationId="{5417E4E8-2BA7-413B-BB97-43F021AA8F3A}"/>
          </ac:grpSpMkLst>
        </pc:grpChg>
        <pc:grpChg chg="mod">
          <ac:chgData name="Manuj Agrawal" userId="8275e378daeca5b2" providerId="LiveId" clId="{4E7904EE-1E3D-44AA-8108-34F7CBA47241}" dt="2021-12-16T17:07:42.142" v="41" actId="478"/>
          <ac:grpSpMkLst>
            <pc:docMk/>
            <pc:sldMk cId="7716307" sldId="530"/>
            <ac:grpSpMk id="54" creationId="{7FF35A1B-D4A6-4FE0-98C7-AAB020172CEC}"/>
          </ac:grpSpMkLst>
        </pc:grpChg>
        <pc:grpChg chg="mod">
          <ac:chgData name="Manuj Agrawal" userId="8275e378daeca5b2" providerId="LiveId" clId="{4E7904EE-1E3D-44AA-8108-34F7CBA47241}" dt="2021-12-16T17:07:42.142" v="41" actId="478"/>
          <ac:grpSpMkLst>
            <pc:docMk/>
            <pc:sldMk cId="7716307" sldId="530"/>
            <ac:grpSpMk id="55" creationId="{5641D2EB-1B38-4C88-9113-980CEA0AEA58}"/>
          </ac:grpSpMkLst>
        </pc:grpChg>
        <pc:grpChg chg="mod">
          <ac:chgData name="Manuj Agrawal" userId="8275e378daeca5b2" providerId="LiveId" clId="{4E7904EE-1E3D-44AA-8108-34F7CBA47241}" dt="2021-12-16T17:07:42.142" v="41" actId="478"/>
          <ac:grpSpMkLst>
            <pc:docMk/>
            <pc:sldMk cId="7716307" sldId="530"/>
            <ac:grpSpMk id="57" creationId="{1DA41128-45F1-476A-8890-3790ABA0BF99}"/>
          </ac:grpSpMkLst>
        </pc:grpChg>
        <pc:grpChg chg="mod">
          <ac:chgData name="Manuj Agrawal" userId="8275e378daeca5b2" providerId="LiveId" clId="{4E7904EE-1E3D-44AA-8108-34F7CBA47241}" dt="2021-12-16T17:07:42.142" v="41" actId="478"/>
          <ac:grpSpMkLst>
            <pc:docMk/>
            <pc:sldMk cId="7716307" sldId="530"/>
            <ac:grpSpMk id="59" creationId="{F2F56CB1-65BB-4FFB-BB2B-031BDFE46599}"/>
          </ac:grpSpMkLst>
        </pc:grpChg>
        <pc:grpChg chg="mod">
          <ac:chgData name="Manuj Agrawal" userId="8275e378daeca5b2" providerId="LiveId" clId="{4E7904EE-1E3D-44AA-8108-34F7CBA47241}" dt="2021-12-16T17:07:42.142" v="41" actId="478"/>
          <ac:grpSpMkLst>
            <pc:docMk/>
            <pc:sldMk cId="7716307" sldId="530"/>
            <ac:grpSpMk id="64" creationId="{27252E06-B3EE-44DB-BDBB-44DB5B54EC4D}"/>
          </ac:grpSpMkLst>
        </pc:grpChg>
        <pc:grpChg chg="del mod">
          <ac:chgData name="Manuj Agrawal" userId="8275e378daeca5b2" providerId="LiveId" clId="{4E7904EE-1E3D-44AA-8108-34F7CBA47241}" dt="2021-12-16T17:07:48.766" v="44" actId="478"/>
          <ac:grpSpMkLst>
            <pc:docMk/>
            <pc:sldMk cId="7716307" sldId="530"/>
            <ac:grpSpMk id="80" creationId="{2390626E-9F96-4C65-AEE5-EA078461386F}"/>
          </ac:grpSpMkLst>
        </pc:grpChg>
        <pc:grpChg chg="mod">
          <ac:chgData name="Manuj Agrawal" userId="8275e378daeca5b2" providerId="LiveId" clId="{4E7904EE-1E3D-44AA-8108-34F7CBA47241}" dt="2021-12-16T17:07:42.142" v="41" actId="478"/>
          <ac:grpSpMkLst>
            <pc:docMk/>
            <pc:sldMk cId="7716307" sldId="530"/>
            <ac:grpSpMk id="85" creationId="{DD55054B-D7A2-4531-BD84-283D752EA1CD}"/>
          </ac:grpSpMkLst>
        </pc:grpChg>
        <pc:picChg chg="add mod">
          <ac:chgData name="Manuj Agrawal" userId="8275e378daeca5b2" providerId="LiveId" clId="{4E7904EE-1E3D-44AA-8108-34F7CBA47241}" dt="2021-12-16T17:09:11.188" v="59" actId="1076"/>
          <ac:picMkLst>
            <pc:docMk/>
            <pc:sldMk cId="7716307" sldId="530"/>
            <ac:picMk id="40" creationId="{347965DA-C738-49F6-B210-8E81452A15C5}"/>
          </ac:picMkLst>
        </pc:picChg>
        <pc:picChg chg="add del mod">
          <ac:chgData name="Manuj Agrawal" userId="8275e378daeca5b2" providerId="LiveId" clId="{4E7904EE-1E3D-44AA-8108-34F7CBA47241}" dt="2021-12-16T18:52:15.501" v="1349" actId="21"/>
          <ac:picMkLst>
            <pc:docMk/>
            <pc:sldMk cId="7716307" sldId="530"/>
            <ac:picMk id="41" creationId="{05E6781A-9C7A-45C3-9D8B-908F5B774747}"/>
          </ac:picMkLst>
        </pc:picChg>
        <pc:picChg chg="add del mod">
          <ac:chgData name="Manuj Agrawal" userId="8275e378daeca5b2" providerId="LiveId" clId="{4E7904EE-1E3D-44AA-8108-34F7CBA47241}" dt="2021-12-16T18:52:15.501" v="1349" actId="21"/>
          <ac:picMkLst>
            <pc:docMk/>
            <pc:sldMk cId="7716307" sldId="530"/>
            <ac:picMk id="42" creationId="{D6C2B5EE-7818-45B4-8C2F-4413446ECFED}"/>
          </ac:picMkLst>
        </pc:picChg>
        <pc:picChg chg="add del mod">
          <ac:chgData name="Manuj Agrawal" userId="8275e378daeca5b2" providerId="LiveId" clId="{4E7904EE-1E3D-44AA-8108-34F7CBA47241}" dt="2021-12-16T18:52:15.501" v="1349" actId="21"/>
          <ac:picMkLst>
            <pc:docMk/>
            <pc:sldMk cId="7716307" sldId="530"/>
            <ac:picMk id="43" creationId="{B2BA1E7E-A003-487C-A72D-0732FFCAD1CC}"/>
          </ac:picMkLst>
        </pc:picChg>
        <pc:picChg chg="mod">
          <ac:chgData name="Manuj Agrawal" userId="8275e378daeca5b2" providerId="LiveId" clId="{4E7904EE-1E3D-44AA-8108-34F7CBA47241}" dt="2021-12-16T18:51:29.695" v="1337"/>
          <ac:picMkLst>
            <pc:docMk/>
            <pc:sldMk cId="7716307" sldId="530"/>
            <ac:picMk id="47" creationId="{B52A9CC2-13EA-4E69-BBAE-71E472DAFD37}"/>
          </ac:picMkLst>
        </pc:picChg>
        <pc:picChg chg="del mod">
          <ac:chgData name="Manuj Agrawal" userId="8275e378daeca5b2" providerId="LiveId" clId="{4E7904EE-1E3D-44AA-8108-34F7CBA47241}" dt="2021-12-16T17:07:42.958" v="42" actId="478"/>
          <ac:picMkLst>
            <pc:docMk/>
            <pc:sldMk cId="7716307" sldId="530"/>
            <ac:picMk id="79" creationId="{6B44FE31-685F-4E4F-9B9F-02703CD4B15F}"/>
          </ac:picMkLst>
        </pc:picChg>
        <pc:picChg chg="del">
          <ac:chgData name="Manuj Agrawal" userId="8275e378daeca5b2" providerId="LiveId" clId="{4E7904EE-1E3D-44AA-8108-34F7CBA47241}" dt="2021-12-16T17:07:42.142" v="41" actId="478"/>
          <ac:picMkLst>
            <pc:docMk/>
            <pc:sldMk cId="7716307" sldId="530"/>
            <ac:picMk id="84" creationId="{3995B7AE-C89D-4CFE-AF71-DA85C6E93142}"/>
          </ac:picMkLst>
        </pc:picChg>
        <pc:picChg chg="mod">
          <ac:chgData name="Manuj Agrawal" userId="8275e378daeca5b2" providerId="LiveId" clId="{4E7904EE-1E3D-44AA-8108-34F7CBA47241}" dt="2021-12-16T17:08:57.967" v="57" actId="1076"/>
          <ac:picMkLst>
            <pc:docMk/>
            <pc:sldMk cId="7716307" sldId="530"/>
            <ac:picMk id="87" creationId="{8152CC44-A468-4323-A418-0E0E79484038}"/>
          </ac:picMkLst>
        </pc:picChg>
        <pc:picChg chg="mod">
          <ac:chgData name="Manuj Agrawal" userId="8275e378daeca5b2" providerId="LiveId" clId="{4E7904EE-1E3D-44AA-8108-34F7CBA47241}" dt="2021-12-16T17:07:42.142" v="41" actId="478"/>
          <ac:picMkLst>
            <pc:docMk/>
            <pc:sldMk cId="7716307" sldId="530"/>
            <ac:picMk id="92" creationId="{C72B0718-20DF-4658-BCB9-3DA30BB7B471}"/>
          </ac:picMkLst>
        </pc:picChg>
        <pc:cxnChg chg="mod">
          <ac:chgData name="Manuj Agrawal" userId="8275e378daeca5b2" providerId="LiveId" clId="{4E7904EE-1E3D-44AA-8108-34F7CBA47241}" dt="2021-12-16T17:07:42.142" v="41" actId="478"/>
          <ac:cxnSpMkLst>
            <pc:docMk/>
            <pc:sldMk cId="7716307" sldId="530"/>
            <ac:cxnSpMk id="90" creationId="{B03587A8-C6C8-4EF9-8B28-40545EE32A86}"/>
          </ac:cxnSpMkLst>
        </pc:cxnChg>
        <pc:cxnChg chg="mod">
          <ac:chgData name="Manuj Agrawal" userId="8275e378daeca5b2" providerId="LiveId" clId="{4E7904EE-1E3D-44AA-8108-34F7CBA47241}" dt="2021-12-16T17:07:42.142" v="41" actId="478"/>
          <ac:cxnSpMkLst>
            <pc:docMk/>
            <pc:sldMk cId="7716307" sldId="530"/>
            <ac:cxnSpMk id="91" creationId="{AAF94E5F-3FF2-48A0-A9D8-B6D31C793290}"/>
          </ac:cxnSpMkLst>
        </pc:cxnChg>
      </pc:sldChg>
      <pc:sldChg chg="addSp delSp modSp mod">
        <pc:chgData name="Manuj Agrawal" userId="8275e378daeca5b2" providerId="LiveId" clId="{4E7904EE-1E3D-44AA-8108-34F7CBA47241}" dt="2021-12-16T20:32:12.863" v="2215" actId="1076"/>
        <pc:sldMkLst>
          <pc:docMk/>
          <pc:sldMk cId="1737797681" sldId="531"/>
        </pc:sldMkLst>
        <pc:spChg chg="mod">
          <ac:chgData name="Manuj Agrawal" userId="8275e378daeca5b2" providerId="LiveId" clId="{4E7904EE-1E3D-44AA-8108-34F7CBA47241}" dt="2021-12-16T17:30:35.923" v="113" actId="1076"/>
          <ac:spMkLst>
            <pc:docMk/>
            <pc:sldMk cId="1737797681" sldId="531"/>
            <ac:spMk id="8" creationId="{FEF10653-88F6-403A-B3F7-56311D716540}"/>
          </ac:spMkLst>
        </pc:spChg>
        <pc:spChg chg="mod">
          <ac:chgData name="Manuj Agrawal" userId="8275e378daeca5b2" providerId="LiveId" clId="{4E7904EE-1E3D-44AA-8108-34F7CBA47241}" dt="2021-12-16T17:55:16.837" v="515" actId="207"/>
          <ac:spMkLst>
            <pc:docMk/>
            <pc:sldMk cId="1737797681" sldId="531"/>
            <ac:spMk id="25" creationId="{FBBD35E2-E370-4457-A175-6A7760C60CA3}"/>
          </ac:spMkLst>
        </pc:spChg>
        <pc:spChg chg="del">
          <ac:chgData name="Manuj Agrawal" userId="8275e378daeca5b2" providerId="LiveId" clId="{4E7904EE-1E3D-44AA-8108-34F7CBA47241}" dt="2021-12-16T17:30:11.882" v="108" actId="478"/>
          <ac:spMkLst>
            <pc:docMk/>
            <pc:sldMk cId="1737797681" sldId="531"/>
            <ac:spMk id="26" creationId="{4F7A0A56-5A4F-4853-84B4-6ECF303820AE}"/>
          </ac:spMkLst>
        </pc:spChg>
        <pc:spChg chg="del">
          <ac:chgData name="Manuj Agrawal" userId="8275e378daeca5b2" providerId="LiveId" clId="{4E7904EE-1E3D-44AA-8108-34F7CBA47241}" dt="2021-12-16T17:30:10.847" v="107" actId="478"/>
          <ac:spMkLst>
            <pc:docMk/>
            <pc:sldMk cId="1737797681" sldId="531"/>
            <ac:spMk id="27" creationId="{C5A62A9D-3C90-4254-AE70-D0BC8CD29EC1}"/>
          </ac:spMkLst>
        </pc:spChg>
        <pc:spChg chg="del">
          <ac:chgData name="Manuj Agrawal" userId="8275e378daeca5b2" providerId="LiveId" clId="{4E7904EE-1E3D-44AA-8108-34F7CBA47241}" dt="2021-12-16T17:30:09.141" v="105" actId="478"/>
          <ac:spMkLst>
            <pc:docMk/>
            <pc:sldMk cId="1737797681" sldId="531"/>
            <ac:spMk id="29" creationId="{04FA2443-2A85-4F3F-9B21-A964FFE126DF}"/>
          </ac:spMkLst>
        </pc:spChg>
        <pc:spChg chg="del">
          <ac:chgData name="Manuj Agrawal" userId="8275e378daeca5b2" providerId="LiveId" clId="{4E7904EE-1E3D-44AA-8108-34F7CBA47241}" dt="2021-12-16T17:42:24.387" v="383" actId="478"/>
          <ac:spMkLst>
            <pc:docMk/>
            <pc:sldMk cId="1737797681" sldId="531"/>
            <ac:spMk id="30" creationId="{38209471-B325-4F13-9239-480C9ADA1731}"/>
          </ac:spMkLst>
        </pc:spChg>
        <pc:spChg chg="mod">
          <ac:chgData name="Manuj Agrawal" userId="8275e378daeca5b2" providerId="LiveId" clId="{4E7904EE-1E3D-44AA-8108-34F7CBA47241}" dt="2021-12-16T17:44:18.052" v="411" actId="1076"/>
          <ac:spMkLst>
            <pc:docMk/>
            <pc:sldMk cId="1737797681" sldId="531"/>
            <ac:spMk id="31" creationId="{541E8C9A-260B-4280-94B5-96A5D60CEFCA}"/>
          </ac:spMkLst>
        </pc:spChg>
        <pc:spChg chg="mod">
          <ac:chgData name="Manuj Agrawal" userId="8275e378daeca5b2" providerId="LiveId" clId="{4E7904EE-1E3D-44AA-8108-34F7CBA47241}" dt="2021-12-16T17:35:11.911" v="236" actId="1076"/>
          <ac:spMkLst>
            <pc:docMk/>
            <pc:sldMk cId="1737797681" sldId="531"/>
            <ac:spMk id="32" creationId="{68000E73-ECC4-45EF-B3B0-CDDBFDD7A483}"/>
          </ac:spMkLst>
        </pc:spChg>
        <pc:spChg chg="mod">
          <ac:chgData name="Manuj Agrawal" userId="8275e378daeca5b2" providerId="LiveId" clId="{4E7904EE-1E3D-44AA-8108-34F7CBA47241}" dt="2021-12-16T17:30:51.311" v="116" actId="164"/>
          <ac:spMkLst>
            <pc:docMk/>
            <pc:sldMk cId="1737797681" sldId="531"/>
            <ac:spMk id="33" creationId="{7C56984E-95EB-46E6-9DCC-AA748DA60599}"/>
          </ac:spMkLst>
        </pc:spChg>
        <pc:spChg chg="mod">
          <ac:chgData name="Manuj Agrawal" userId="8275e378daeca5b2" providerId="LiveId" clId="{4E7904EE-1E3D-44AA-8108-34F7CBA47241}" dt="2021-12-16T17:33:28.906" v="198" actId="164"/>
          <ac:spMkLst>
            <pc:docMk/>
            <pc:sldMk cId="1737797681" sldId="531"/>
            <ac:spMk id="34" creationId="{103C3DC8-3635-4A43-8979-C0AC7E06D5F7}"/>
          </ac:spMkLst>
        </pc:spChg>
        <pc:spChg chg="mod">
          <ac:chgData name="Manuj Agrawal" userId="8275e378daeca5b2" providerId="LiveId" clId="{4E7904EE-1E3D-44AA-8108-34F7CBA47241}" dt="2021-12-16T17:33:28.906" v="198" actId="164"/>
          <ac:spMkLst>
            <pc:docMk/>
            <pc:sldMk cId="1737797681" sldId="531"/>
            <ac:spMk id="39" creationId="{2AAC8271-857F-47BE-8CF8-7B1B6B0CE55A}"/>
          </ac:spMkLst>
        </pc:spChg>
        <pc:spChg chg="del mod">
          <ac:chgData name="Manuj Agrawal" userId="8275e378daeca5b2" providerId="LiveId" clId="{4E7904EE-1E3D-44AA-8108-34F7CBA47241}" dt="2021-12-16T17:46:29.375" v="450" actId="478"/>
          <ac:spMkLst>
            <pc:docMk/>
            <pc:sldMk cId="1737797681" sldId="531"/>
            <ac:spMk id="40" creationId="{284B7AB0-D023-4BA2-90BA-6ECA6F1B505C}"/>
          </ac:spMkLst>
        </pc:spChg>
        <pc:spChg chg="del">
          <ac:chgData name="Manuj Agrawal" userId="8275e378daeca5b2" providerId="LiveId" clId="{4E7904EE-1E3D-44AA-8108-34F7CBA47241}" dt="2021-12-16T17:48:07.337" v="459" actId="478"/>
          <ac:spMkLst>
            <pc:docMk/>
            <pc:sldMk cId="1737797681" sldId="531"/>
            <ac:spMk id="41" creationId="{1F3AF49F-8E80-4C87-B0E3-2618D3F2F058}"/>
          </ac:spMkLst>
        </pc:spChg>
        <pc:spChg chg="del">
          <ac:chgData name="Manuj Agrawal" userId="8275e378daeca5b2" providerId="LiveId" clId="{4E7904EE-1E3D-44AA-8108-34F7CBA47241}" dt="2021-12-16T17:40:31.096" v="365" actId="478"/>
          <ac:spMkLst>
            <pc:docMk/>
            <pc:sldMk cId="1737797681" sldId="531"/>
            <ac:spMk id="42" creationId="{01BE78B5-2572-4A54-B5F3-A56A1EB37894}"/>
          </ac:spMkLst>
        </pc:spChg>
        <pc:spChg chg="del mod ord">
          <ac:chgData name="Manuj Agrawal" userId="8275e378daeca5b2" providerId="LiveId" clId="{4E7904EE-1E3D-44AA-8108-34F7CBA47241}" dt="2021-12-16T17:50:49.867" v="499" actId="478"/>
          <ac:spMkLst>
            <pc:docMk/>
            <pc:sldMk cId="1737797681" sldId="531"/>
            <ac:spMk id="43" creationId="{3198863A-A8FA-4BF4-B2ED-8B280EF173F2}"/>
          </ac:spMkLst>
        </pc:spChg>
        <pc:spChg chg="mod">
          <ac:chgData name="Manuj Agrawal" userId="8275e378daeca5b2" providerId="LiveId" clId="{4E7904EE-1E3D-44AA-8108-34F7CBA47241}" dt="2021-12-16T17:41:48.552" v="376" actId="1076"/>
          <ac:spMkLst>
            <pc:docMk/>
            <pc:sldMk cId="1737797681" sldId="531"/>
            <ac:spMk id="45" creationId="{60B86EAF-0E93-4274-AFD5-119C40728246}"/>
          </ac:spMkLst>
        </pc:spChg>
        <pc:spChg chg="mod">
          <ac:chgData name="Manuj Agrawal" userId="8275e378daeca5b2" providerId="LiveId" clId="{4E7904EE-1E3D-44AA-8108-34F7CBA47241}" dt="2021-12-16T17:29:16.713" v="103" actId="20577"/>
          <ac:spMkLst>
            <pc:docMk/>
            <pc:sldMk cId="1737797681" sldId="531"/>
            <ac:spMk id="46" creationId="{7A3F0513-9CC7-4BBD-AE67-F5B176D67C21}"/>
          </ac:spMkLst>
        </pc:spChg>
        <pc:spChg chg="mod">
          <ac:chgData name="Manuj Agrawal" userId="8275e378daeca5b2" providerId="LiveId" clId="{4E7904EE-1E3D-44AA-8108-34F7CBA47241}" dt="2021-12-16T18:19:08.574" v="854" actId="33524"/>
          <ac:spMkLst>
            <pc:docMk/>
            <pc:sldMk cId="1737797681" sldId="531"/>
            <ac:spMk id="48" creationId="{2C04145E-AD6F-4917-9470-514511E7C61E}"/>
          </ac:spMkLst>
        </pc:spChg>
        <pc:spChg chg="mod">
          <ac:chgData name="Manuj Agrawal" userId="8275e378daeca5b2" providerId="LiveId" clId="{4E7904EE-1E3D-44AA-8108-34F7CBA47241}" dt="2021-12-16T17:36:04.564" v="275" actId="1076"/>
          <ac:spMkLst>
            <pc:docMk/>
            <pc:sldMk cId="1737797681" sldId="531"/>
            <ac:spMk id="49" creationId="{BAF12EE7-674E-41BC-A2BE-F50EBBCA9BED}"/>
          </ac:spMkLst>
        </pc:spChg>
        <pc:spChg chg="mod">
          <ac:chgData name="Manuj Agrawal" userId="8275e378daeca5b2" providerId="LiveId" clId="{4E7904EE-1E3D-44AA-8108-34F7CBA47241}" dt="2021-12-16T17:37:22.391" v="315" actId="20577"/>
          <ac:spMkLst>
            <pc:docMk/>
            <pc:sldMk cId="1737797681" sldId="531"/>
            <ac:spMk id="52" creationId="{F1BBE0CD-E212-4024-A3B3-508555575C94}"/>
          </ac:spMkLst>
        </pc:spChg>
        <pc:spChg chg="mod">
          <ac:chgData name="Manuj Agrawal" userId="8275e378daeca5b2" providerId="LiveId" clId="{4E7904EE-1E3D-44AA-8108-34F7CBA47241}" dt="2021-12-16T17:40:23.742" v="363" actId="1076"/>
          <ac:spMkLst>
            <pc:docMk/>
            <pc:sldMk cId="1737797681" sldId="531"/>
            <ac:spMk id="55" creationId="{37400905-0E6C-4CEB-8F1A-F3301492064D}"/>
          </ac:spMkLst>
        </pc:spChg>
        <pc:spChg chg="mod">
          <ac:chgData name="Manuj Agrawal" userId="8275e378daeca5b2" providerId="LiveId" clId="{4E7904EE-1E3D-44AA-8108-34F7CBA47241}" dt="2021-12-16T17:42:26.571" v="384"/>
          <ac:spMkLst>
            <pc:docMk/>
            <pc:sldMk cId="1737797681" sldId="531"/>
            <ac:spMk id="70" creationId="{EC4E7AD4-7C15-4658-B7BA-E81422389DBB}"/>
          </ac:spMkLst>
        </pc:spChg>
        <pc:spChg chg="mod">
          <ac:chgData name="Manuj Agrawal" userId="8275e378daeca5b2" providerId="LiveId" clId="{4E7904EE-1E3D-44AA-8108-34F7CBA47241}" dt="2021-12-16T17:42:26.571" v="384"/>
          <ac:spMkLst>
            <pc:docMk/>
            <pc:sldMk cId="1737797681" sldId="531"/>
            <ac:spMk id="71" creationId="{8B356256-E9BA-4C48-848B-FBBAAC560D18}"/>
          </ac:spMkLst>
        </pc:spChg>
        <pc:spChg chg="mod ord topLvl">
          <ac:chgData name="Manuj Agrawal" userId="8275e378daeca5b2" providerId="LiveId" clId="{4E7904EE-1E3D-44AA-8108-34F7CBA47241}" dt="2021-12-16T17:44:34.287" v="416" actId="164"/>
          <ac:spMkLst>
            <pc:docMk/>
            <pc:sldMk cId="1737797681" sldId="531"/>
            <ac:spMk id="73" creationId="{E4B3915A-D509-4956-A8E0-24AC5021BA8A}"/>
          </ac:spMkLst>
        </pc:spChg>
        <pc:spChg chg="del mod topLvl">
          <ac:chgData name="Manuj Agrawal" userId="8275e378daeca5b2" providerId="LiveId" clId="{4E7904EE-1E3D-44AA-8108-34F7CBA47241}" dt="2021-12-16T17:42:41.976" v="392" actId="478"/>
          <ac:spMkLst>
            <pc:docMk/>
            <pc:sldMk cId="1737797681" sldId="531"/>
            <ac:spMk id="74" creationId="{DE216483-CFCE-49B8-BBA7-5329E1AF1706}"/>
          </ac:spMkLst>
        </pc:spChg>
        <pc:spChg chg="mod">
          <ac:chgData name="Manuj Agrawal" userId="8275e378daeca5b2" providerId="LiveId" clId="{4E7904EE-1E3D-44AA-8108-34F7CBA47241}" dt="2021-12-16T17:40:56.971" v="367" actId="1076"/>
          <ac:spMkLst>
            <pc:docMk/>
            <pc:sldMk cId="1737797681" sldId="531"/>
            <ac:spMk id="78" creationId="{48DFBDD1-8C1B-42D1-BD29-E94D24D23A34}"/>
          </ac:spMkLst>
        </pc:spChg>
        <pc:spChg chg="mod">
          <ac:chgData name="Manuj Agrawal" userId="8275e378daeca5b2" providerId="LiveId" clId="{4E7904EE-1E3D-44AA-8108-34F7CBA47241}" dt="2021-12-16T17:41:19.426" v="372" actId="1076"/>
          <ac:spMkLst>
            <pc:docMk/>
            <pc:sldMk cId="1737797681" sldId="531"/>
            <ac:spMk id="84" creationId="{5DD1C53D-B484-4656-82AE-7DC57331C4E4}"/>
          </ac:spMkLst>
        </pc:spChg>
        <pc:spChg chg="del mod">
          <ac:chgData name="Manuj Agrawal" userId="8275e378daeca5b2" providerId="LiveId" clId="{4E7904EE-1E3D-44AA-8108-34F7CBA47241}" dt="2021-12-16T17:51:56.696" v="511" actId="478"/>
          <ac:spMkLst>
            <pc:docMk/>
            <pc:sldMk cId="1737797681" sldId="531"/>
            <ac:spMk id="85" creationId="{35E5A22A-447A-4BB7-84E6-6149A5C17C9B}"/>
          </ac:spMkLst>
        </pc:spChg>
        <pc:spChg chg="mod">
          <ac:chgData name="Manuj Agrawal" userId="8275e378daeca5b2" providerId="LiveId" clId="{4E7904EE-1E3D-44AA-8108-34F7CBA47241}" dt="2021-12-16T20:32:00.684" v="2213" actId="14100"/>
          <ac:spMkLst>
            <pc:docMk/>
            <pc:sldMk cId="1737797681" sldId="531"/>
            <ac:spMk id="86" creationId="{8855777B-65FB-439C-881D-76AA48C1E934}"/>
          </ac:spMkLst>
        </pc:spChg>
        <pc:spChg chg="mod">
          <ac:chgData name="Manuj Agrawal" userId="8275e378daeca5b2" providerId="LiveId" clId="{4E7904EE-1E3D-44AA-8108-34F7CBA47241}" dt="2021-12-16T20:32:12.863" v="2215" actId="1076"/>
          <ac:spMkLst>
            <pc:docMk/>
            <pc:sldMk cId="1737797681" sldId="531"/>
            <ac:spMk id="87" creationId="{5FCD3DEF-21D6-4EF9-B4D9-71828CA61DCB}"/>
          </ac:spMkLst>
        </pc:spChg>
        <pc:spChg chg="mod">
          <ac:chgData name="Manuj Agrawal" userId="8275e378daeca5b2" providerId="LiveId" clId="{4E7904EE-1E3D-44AA-8108-34F7CBA47241}" dt="2021-12-16T17:55:20.720" v="516" actId="207"/>
          <ac:spMkLst>
            <pc:docMk/>
            <pc:sldMk cId="1737797681" sldId="531"/>
            <ac:spMk id="89" creationId="{5EBCC60F-3C31-4C78-879B-37A33DDA93D3}"/>
          </ac:spMkLst>
        </pc:spChg>
        <pc:spChg chg="mod">
          <ac:chgData name="Manuj Agrawal" userId="8275e378daeca5b2" providerId="LiveId" clId="{4E7904EE-1E3D-44AA-8108-34F7CBA47241}" dt="2021-12-16T17:44:57.159" v="419"/>
          <ac:spMkLst>
            <pc:docMk/>
            <pc:sldMk cId="1737797681" sldId="531"/>
            <ac:spMk id="90" creationId="{364399FC-30D5-4406-9D75-168867151154}"/>
          </ac:spMkLst>
        </pc:spChg>
        <pc:spChg chg="mod">
          <ac:chgData name="Manuj Agrawal" userId="8275e378daeca5b2" providerId="LiveId" clId="{4E7904EE-1E3D-44AA-8108-34F7CBA47241}" dt="2021-12-16T20:28:20.085" v="2208" actId="207"/>
          <ac:spMkLst>
            <pc:docMk/>
            <pc:sldMk cId="1737797681" sldId="531"/>
            <ac:spMk id="91" creationId="{E23BB0FB-24A6-457F-9869-66D14228FD2E}"/>
          </ac:spMkLst>
        </pc:spChg>
        <pc:spChg chg="mod">
          <ac:chgData name="Manuj Agrawal" userId="8275e378daeca5b2" providerId="LiveId" clId="{4E7904EE-1E3D-44AA-8108-34F7CBA47241}" dt="2021-12-16T17:50:11.740" v="489" actId="1076"/>
          <ac:spMkLst>
            <pc:docMk/>
            <pc:sldMk cId="1737797681" sldId="531"/>
            <ac:spMk id="93" creationId="{1772FDAA-D0DD-4A1F-BF35-4D1370BCFEF4}"/>
          </ac:spMkLst>
        </pc:spChg>
        <pc:spChg chg="mod">
          <ac:chgData name="Manuj Agrawal" userId="8275e378daeca5b2" providerId="LiveId" clId="{4E7904EE-1E3D-44AA-8108-34F7CBA47241}" dt="2021-12-16T17:46:24.494" v="448" actId="1076"/>
          <ac:spMkLst>
            <pc:docMk/>
            <pc:sldMk cId="1737797681" sldId="531"/>
            <ac:spMk id="95" creationId="{CD9CAB7A-2779-4089-8228-AC86D98BFF8E}"/>
          </ac:spMkLst>
        </pc:spChg>
        <pc:spChg chg="mod">
          <ac:chgData name="Manuj Agrawal" userId="8275e378daeca5b2" providerId="LiveId" clId="{4E7904EE-1E3D-44AA-8108-34F7CBA47241}" dt="2021-12-16T17:46:03.516" v="443" actId="20577"/>
          <ac:spMkLst>
            <pc:docMk/>
            <pc:sldMk cId="1737797681" sldId="531"/>
            <ac:spMk id="96" creationId="{25004D59-1583-4474-9F8E-9210654D1D7F}"/>
          </ac:spMkLst>
        </pc:spChg>
        <pc:spChg chg="mod">
          <ac:chgData name="Manuj Agrawal" userId="8275e378daeca5b2" providerId="LiveId" clId="{4E7904EE-1E3D-44AA-8108-34F7CBA47241}" dt="2021-12-16T17:48:57.794" v="464" actId="1076"/>
          <ac:spMkLst>
            <pc:docMk/>
            <pc:sldMk cId="1737797681" sldId="531"/>
            <ac:spMk id="99" creationId="{9C9DA9A6-B383-4946-9F96-3A2AE87622FA}"/>
          </ac:spMkLst>
        </pc:spChg>
        <pc:spChg chg="mod">
          <ac:chgData name="Manuj Agrawal" userId="8275e378daeca5b2" providerId="LiveId" clId="{4E7904EE-1E3D-44AA-8108-34F7CBA47241}" dt="2021-12-16T17:47:17.468" v="451"/>
          <ac:spMkLst>
            <pc:docMk/>
            <pc:sldMk cId="1737797681" sldId="531"/>
            <ac:spMk id="100" creationId="{755B5125-E49F-482A-A23C-02C505845E61}"/>
          </ac:spMkLst>
        </pc:spChg>
        <pc:spChg chg="mod">
          <ac:chgData name="Manuj Agrawal" userId="8275e378daeca5b2" providerId="LiveId" clId="{4E7904EE-1E3D-44AA-8108-34F7CBA47241}" dt="2021-12-16T18:09:28.252" v="767" actId="20577"/>
          <ac:spMkLst>
            <pc:docMk/>
            <pc:sldMk cId="1737797681" sldId="531"/>
            <ac:spMk id="101" creationId="{7F8AA521-D703-4194-A9DA-49CFCC667498}"/>
          </ac:spMkLst>
        </pc:spChg>
        <pc:spChg chg="add del mod">
          <ac:chgData name="Manuj Agrawal" userId="8275e378daeca5b2" providerId="LiveId" clId="{4E7904EE-1E3D-44AA-8108-34F7CBA47241}" dt="2021-12-16T17:50:49.054" v="498" actId="478"/>
          <ac:spMkLst>
            <pc:docMk/>
            <pc:sldMk cId="1737797681" sldId="531"/>
            <ac:spMk id="102" creationId="{54BBDC23-32BF-479E-B068-F9D58E8E74E9}"/>
          </ac:spMkLst>
        </pc:spChg>
        <pc:spChg chg="add del mod">
          <ac:chgData name="Manuj Agrawal" userId="8275e378daeca5b2" providerId="LiveId" clId="{4E7904EE-1E3D-44AA-8108-34F7CBA47241}" dt="2021-12-16T17:50:09.609" v="487"/>
          <ac:spMkLst>
            <pc:docMk/>
            <pc:sldMk cId="1737797681" sldId="531"/>
            <ac:spMk id="103" creationId="{3957C15C-D064-438F-8641-B411A1EDD6C2}"/>
          </ac:spMkLst>
        </pc:spChg>
        <pc:spChg chg="mod">
          <ac:chgData name="Manuj Agrawal" userId="8275e378daeca5b2" providerId="LiveId" clId="{4E7904EE-1E3D-44AA-8108-34F7CBA47241}" dt="2021-12-16T17:50:15.021" v="490"/>
          <ac:spMkLst>
            <pc:docMk/>
            <pc:sldMk cId="1737797681" sldId="531"/>
            <ac:spMk id="105" creationId="{DDD153AD-775B-4288-9A1C-B6F0B0ED6605}"/>
          </ac:spMkLst>
        </pc:spChg>
        <pc:spChg chg="mod">
          <ac:chgData name="Manuj Agrawal" userId="8275e378daeca5b2" providerId="LiveId" clId="{4E7904EE-1E3D-44AA-8108-34F7CBA47241}" dt="2021-12-16T20:28:19.452" v="2207" actId="207"/>
          <ac:spMkLst>
            <pc:docMk/>
            <pc:sldMk cId="1737797681" sldId="531"/>
            <ac:spMk id="107" creationId="{BF2581CD-04D8-487F-8621-EF1E81E71C7B}"/>
          </ac:spMkLst>
        </pc:spChg>
        <pc:spChg chg="mod">
          <ac:chgData name="Manuj Agrawal" userId="8275e378daeca5b2" providerId="LiveId" clId="{4E7904EE-1E3D-44AA-8108-34F7CBA47241}" dt="2021-12-16T17:50:31.949" v="494"/>
          <ac:spMkLst>
            <pc:docMk/>
            <pc:sldMk cId="1737797681" sldId="531"/>
            <ac:spMk id="108" creationId="{99C8AB63-1E53-4D67-808A-78E9D480B7E1}"/>
          </ac:spMkLst>
        </pc:spChg>
        <pc:spChg chg="mod">
          <ac:chgData name="Manuj Agrawal" userId="8275e378daeca5b2" providerId="LiveId" clId="{4E7904EE-1E3D-44AA-8108-34F7CBA47241}" dt="2021-12-16T17:55:25.316" v="517" actId="207"/>
          <ac:spMkLst>
            <pc:docMk/>
            <pc:sldMk cId="1737797681" sldId="531"/>
            <ac:spMk id="111" creationId="{E6A7E463-1B79-4A10-9DB9-8A39AFD84232}"/>
          </ac:spMkLst>
        </pc:spChg>
        <pc:spChg chg="mod">
          <ac:chgData name="Manuj Agrawal" userId="8275e378daeca5b2" providerId="LiveId" clId="{4E7904EE-1E3D-44AA-8108-34F7CBA47241}" dt="2021-12-16T18:12:18.140" v="831" actId="1076"/>
          <ac:spMkLst>
            <pc:docMk/>
            <pc:sldMk cId="1737797681" sldId="531"/>
            <ac:spMk id="112" creationId="{263DC636-CE96-4ABC-894A-35626217500F}"/>
          </ac:spMkLst>
        </pc:spChg>
        <pc:spChg chg="mod">
          <ac:chgData name="Manuj Agrawal" userId="8275e378daeca5b2" providerId="LiveId" clId="{4E7904EE-1E3D-44AA-8108-34F7CBA47241}" dt="2021-12-16T20:28:29.787" v="2209" actId="1076"/>
          <ac:spMkLst>
            <pc:docMk/>
            <pc:sldMk cId="1737797681" sldId="531"/>
            <ac:spMk id="113" creationId="{935DFF3E-C47D-4175-AE5A-211380CF768B}"/>
          </ac:spMkLst>
        </pc:spChg>
        <pc:grpChg chg="add del mod">
          <ac:chgData name="Manuj Agrawal" userId="8275e378daeca5b2" providerId="LiveId" clId="{4E7904EE-1E3D-44AA-8108-34F7CBA47241}" dt="2021-12-16T17:36:33.808" v="279" actId="478"/>
          <ac:grpSpMkLst>
            <pc:docMk/>
            <pc:sldMk cId="1737797681" sldId="531"/>
            <ac:grpSpMk id="3" creationId="{C6076268-9B98-4899-B181-9D2978986CA6}"/>
          </ac:grpSpMkLst>
        </pc:grpChg>
        <pc:grpChg chg="add mod">
          <ac:chgData name="Manuj Agrawal" userId="8275e378daeca5b2" providerId="LiveId" clId="{4E7904EE-1E3D-44AA-8108-34F7CBA47241}" dt="2021-12-16T17:44:34.287" v="416" actId="164"/>
          <ac:grpSpMkLst>
            <pc:docMk/>
            <pc:sldMk cId="1737797681" sldId="531"/>
            <ac:grpSpMk id="4" creationId="{27890D3A-66AC-4682-90A2-2759AE394343}"/>
          </ac:grpSpMkLst>
        </pc:grpChg>
        <pc:grpChg chg="add del mod">
          <ac:chgData name="Manuj Agrawal" userId="8275e378daeca5b2" providerId="LiveId" clId="{4E7904EE-1E3D-44AA-8108-34F7CBA47241}" dt="2021-12-16T17:45:37.490" v="435" actId="478"/>
          <ac:grpSpMkLst>
            <pc:docMk/>
            <pc:sldMk cId="1737797681" sldId="531"/>
            <ac:grpSpMk id="5" creationId="{DE288469-CD46-4678-9BFD-7A154746943B}"/>
          </ac:grpSpMkLst>
        </pc:grpChg>
        <pc:grpChg chg="add mod">
          <ac:chgData name="Manuj Agrawal" userId="8275e378daeca5b2" providerId="LiveId" clId="{4E7904EE-1E3D-44AA-8108-34F7CBA47241}" dt="2021-12-16T17:44:34.287" v="416" actId="164"/>
          <ac:grpSpMkLst>
            <pc:docMk/>
            <pc:sldMk cId="1737797681" sldId="531"/>
            <ac:grpSpMk id="6" creationId="{D10D067E-0A14-4782-9C38-69383EC7EA31}"/>
          </ac:grpSpMkLst>
        </pc:grpChg>
        <pc:grpChg chg="add mod">
          <ac:chgData name="Manuj Agrawal" userId="8275e378daeca5b2" providerId="LiveId" clId="{4E7904EE-1E3D-44AA-8108-34F7CBA47241}" dt="2021-12-16T17:44:55.368" v="418" actId="164"/>
          <ac:grpSpMkLst>
            <pc:docMk/>
            <pc:sldMk cId="1737797681" sldId="531"/>
            <ac:grpSpMk id="7" creationId="{E77108A7-F384-4844-AE78-1DAE9EE03375}"/>
          </ac:grpSpMkLst>
        </pc:grpChg>
        <pc:grpChg chg="mod">
          <ac:chgData name="Manuj Agrawal" userId="8275e378daeca5b2" providerId="LiveId" clId="{4E7904EE-1E3D-44AA-8108-34F7CBA47241}" dt="2021-12-16T17:44:55.368" v="418" actId="164"/>
          <ac:grpSpMkLst>
            <pc:docMk/>
            <pc:sldMk cId="1737797681" sldId="531"/>
            <ac:grpSpMk id="19" creationId="{B9B2B211-910C-460F-B5A6-6982ECBB25EB}"/>
          </ac:grpSpMkLst>
        </pc:grpChg>
        <pc:grpChg chg="del">
          <ac:chgData name="Manuj Agrawal" userId="8275e378daeca5b2" providerId="LiveId" clId="{4E7904EE-1E3D-44AA-8108-34F7CBA47241}" dt="2021-12-16T17:30:10.065" v="106" actId="478"/>
          <ac:grpSpMkLst>
            <pc:docMk/>
            <pc:sldMk cId="1737797681" sldId="531"/>
            <ac:grpSpMk id="47" creationId="{9C35E17D-7AFC-4E53-AFF1-2E9256447FB9}"/>
          </ac:grpSpMkLst>
        </pc:grpChg>
        <pc:grpChg chg="mod">
          <ac:chgData name="Manuj Agrawal" userId="8275e378daeca5b2" providerId="LiveId" clId="{4E7904EE-1E3D-44AA-8108-34F7CBA47241}" dt="2021-12-16T17:30:51.311" v="116" actId="164"/>
          <ac:grpSpMkLst>
            <pc:docMk/>
            <pc:sldMk cId="1737797681" sldId="531"/>
            <ac:grpSpMk id="50" creationId="{58904515-C5F4-4E38-97EF-A860E3244757}"/>
          </ac:grpSpMkLst>
        </pc:grpChg>
        <pc:grpChg chg="del mod">
          <ac:chgData name="Manuj Agrawal" userId="8275e378daeca5b2" providerId="LiveId" clId="{4E7904EE-1E3D-44AA-8108-34F7CBA47241}" dt="2021-12-16T17:42:24.387" v="383" actId="478"/>
          <ac:grpSpMkLst>
            <pc:docMk/>
            <pc:sldMk cId="1737797681" sldId="531"/>
            <ac:grpSpMk id="51" creationId="{FBCBF621-EC5B-410B-B2F2-0AB702B42827}"/>
          </ac:grpSpMkLst>
        </pc:grpChg>
        <pc:grpChg chg="del mod">
          <ac:chgData name="Manuj Agrawal" userId="8275e378daeca5b2" providerId="LiveId" clId="{4E7904EE-1E3D-44AA-8108-34F7CBA47241}" dt="2021-12-16T17:46:28.254" v="449" actId="478"/>
          <ac:grpSpMkLst>
            <pc:docMk/>
            <pc:sldMk cId="1737797681" sldId="531"/>
            <ac:grpSpMk id="53" creationId="{AE499787-5A88-483A-90D7-49DE5F316FEA}"/>
          </ac:grpSpMkLst>
        </pc:grpChg>
        <pc:grpChg chg="del">
          <ac:chgData name="Manuj Agrawal" userId="8275e378daeca5b2" providerId="LiveId" clId="{4E7904EE-1E3D-44AA-8108-34F7CBA47241}" dt="2021-12-16T17:48:08.300" v="460" actId="478"/>
          <ac:grpSpMkLst>
            <pc:docMk/>
            <pc:sldMk cId="1737797681" sldId="531"/>
            <ac:grpSpMk id="56" creationId="{7540147C-7C30-456C-AB2F-7EEACC076639}"/>
          </ac:grpSpMkLst>
        </pc:grpChg>
        <pc:grpChg chg="del">
          <ac:chgData name="Manuj Agrawal" userId="8275e378daeca5b2" providerId="LiveId" clId="{4E7904EE-1E3D-44AA-8108-34F7CBA47241}" dt="2021-12-16T17:40:29.451" v="364" actId="478"/>
          <ac:grpSpMkLst>
            <pc:docMk/>
            <pc:sldMk cId="1737797681" sldId="531"/>
            <ac:grpSpMk id="59" creationId="{7C5BE847-D081-46D4-B659-E1A8D2105019}"/>
          </ac:grpSpMkLst>
        </pc:grpChg>
        <pc:grpChg chg="add del mod">
          <ac:chgData name="Manuj Agrawal" userId="8275e378daeca5b2" providerId="LiveId" clId="{4E7904EE-1E3D-44AA-8108-34F7CBA47241}" dt="2021-12-16T17:42:33.425" v="388" actId="478"/>
          <ac:grpSpMkLst>
            <pc:docMk/>
            <pc:sldMk cId="1737797681" sldId="531"/>
            <ac:grpSpMk id="69" creationId="{377B5FD6-715A-434C-A6FF-3349F8627D9E}"/>
          </ac:grpSpMkLst>
        </pc:grpChg>
        <pc:grpChg chg="add del mod">
          <ac:chgData name="Manuj Agrawal" userId="8275e378daeca5b2" providerId="LiveId" clId="{4E7904EE-1E3D-44AA-8108-34F7CBA47241}" dt="2021-12-16T17:42:41.976" v="392" actId="478"/>
          <ac:grpSpMkLst>
            <pc:docMk/>
            <pc:sldMk cId="1737797681" sldId="531"/>
            <ac:grpSpMk id="72" creationId="{96E528D6-97E1-4903-A5B5-85BC7AE620B9}"/>
          </ac:grpSpMkLst>
        </pc:grpChg>
        <pc:grpChg chg="add mod">
          <ac:chgData name="Manuj Agrawal" userId="8275e378daeca5b2" providerId="LiveId" clId="{4E7904EE-1E3D-44AA-8108-34F7CBA47241}" dt="2021-12-16T17:45:06.739" v="420" actId="1076"/>
          <ac:grpSpMkLst>
            <pc:docMk/>
            <pc:sldMk cId="1737797681" sldId="531"/>
            <ac:grpSpMk id="75" creationId="{9DEAB9E1-23A7-43A0-86CD-ADC7D7E24C61}"/>
          </ac:grpSpMkLst>
        </pc:grpChg>
        <pc:grpChg chg="del mod">
          <ac:chgData name="Manuj Agrawal" userId="8275e378daeca5b2" providerId="LiveId" clId="{4E7904EE-1E3D-44AA-8108-34F7CBA47241}" dt="2021-12-16T17:49:39.912" v="475" actId="478"/>
          <ac:grpSpMkLst>
            <pc:docMk/>
            <pc:sldMk cId="1737797681" sldId="531"/>
            <ac:grpSpMk id="76" creationId="{A0CFF57B-13D7-491E-8446-DDEA0D925386}"/>
          </ac:grpSpMkLst>
        </pc:grpChg>
        <pc:grpChg chg="del mod">
          <ac:chgData name="Manuj Agrawal" userId="8275e378daeca5b2" providerId="LiveId" clId="{4E7904EE-1E3D-44AA-8108-34F7CBA47241}" dt="2021-12-16T17:51:55.781" v="510" actId="478"/>
          <ac:grpSpMkLst>
            <pc:docMk/>
            <pc:sldMk cId="1737797681" sldId="531"/>
            <ac:grpSpMk id="82" creationId="{8166453F-1B54-41A3-8314-EACF465B9CBD}"/>
          </ac:grpSpMkLst>
        </pc:grpChg>
        <pc:grpChg chg="mod">
          <ac:chgData name="Manuj Agrawal" userId="8275e378daeca5b2" providerId="LiveId" clId="{4E7904EE-1E3D-44AA-8108-34F7CBA47241}" dt="2021-12-16T17:44:57.159" v="419"/>
          <ac:grpSpMkLst>
            <pc:docMk/>
            <pc:sldMk cId="1737797681" sldId="531"/>
            <ac:grpSpMk id="88" creationId="{E5FE9A37-1335-45E9-BEE3-F8CBC98F3D9D}"/>
          </ac:grpSpMkLst>
        </pc:grpChg>
        <pc:grpChg chg="add mod">
          <ac:chgData name="Manuj Agrawal" userId="8275e378daeca5b2" providerId="LiveId" clId="{4E7904EE-1E3D-44AA-8108-34F7CBA47241}" dt="2021-12-16T17:45:52.193" v="437" actId="1076"/>
          <ac:grpSpMkLst>
            <pc:docMk/>
            <pc:sldMk cId="1737797681" sldId="531"/>
            <ac:grpSpMk id="92" creationId="{67FD57FA-33E2-4601-BB0D-A923A1418C39}"/>
          </ac:grpSpMkLst>
        </pc:grpChg>
        <pc:grpChg chg="mod">
          <ac:chgData name="Manuj Agrawal" userId="8275e378daeca5b2" providerId="LiveId" clId="{4E7904EE-1E3D-44AA-8108-34F7CBA47241}" dt="2021-12-16T17:45:46.135" v="436"/>
          <ac:grpSpMkLst>
            <pc:docMk/>
            <pc:sldMk cId="1737797681" sldId="531"/>
            <ac:grpSpMk id="94" creationId="{7675963C-EF52-45E1-ACC2-F2C2EBBC9F7F}"/>
          </ac:grpSpMkLst>
        </pc:grpChg>
        <pc:grpChg chg="add mod">
          <ac:chgData name="Manuj Agrawal" userId="8275e378daeca5b2" providerId="LiveId" clId="{4E7904EE-1E3D-44AA-8108-34F7CBA47241}" dt="2021-12-16T17:49:17.898" v="469" actId="1076"/>
          <ac:grpSpMkLst>
            <pc:docMk/>
            <pc:sldMk cId="1737797681" sldId="531"/>
            <ac:grpSpMk id="97" creationId="{004089A1-99EF-4A8E-ABB6-98EBBC8E22C9}"/>
          </ac:grpSpMkLst>
        </pc:grpChg>
        <pc:grpChg chg="mod">
          <ac:chgData name="Manuj Agrawal" userId="8275e378daeca5b2" providerId="LiveId" clId="{4E7904EE-1E3D-44AA-8108-34F7CBA47241}" dt="2021-12-16T17:47:17.468" v="451"/>
          <ac:grpSpMkLst>
            <pc:docMk/>
            <pc:sldMk cId="1737797681" sldId="531"/>
            <ac:grpSpMk id="98" creationId="{513FD54B-1550-442D-BA1A-388343B2526F}"/>
          </ac:grpSpMkLst>
        </pc:grpChg>
        <pc:grpChg chg="add mod">
          <ac:chgData name="Manuj Agrawal" userId="8275e378daeca5b2" providerId="LiveId" clId="{4E7904EE-1E3D-44AA-8108-34F7CBA47241}" dt="2021-12-16T17:50:27.075" v="493" actId="1076"/>
          <ac:grpSpMkLst>
            <pc:docMk/>
            <pc:sldMk cId="1737797681" sldId="531"/>
            <ac:grpSpMk id="104" creationId="{B068BAE1-CC76-4468-8AC0-6F707B232BBB}"/>
          </ac:grpSpMkLst>
        </pc:grpChg>
        <pc:grpChg chg="mod">
          <ac:chgData name="Manuj Agrawal" userId="8275e378daeca5b2" providerId="LiveId" clId="{4E7904EE-1E3D-44AA-8108-34F7CBA47241}" dt="2021-12-16T17:50:15.021" v="490"/>
          <ac:grpSpMkLst>
            <pc:docMk/>
            <pc:sldMk cId="1737797681" sldId="531"/>
            <ac:grpSpMk id="106" creationId="{C96B8B3A-0F14-44E4-9F4B-41A6A4D15C14}"/>
          </ac:grpSpMkLst>
        </pc:grpChg>
        <pc:grpChg chg="add mod">
          <ac:chgData name="Manuj Agrawal" userId="8275e378daeca5b2" providerId="LiveId" clId="{4E7904EE-1E3D-44AA-8108-34F7CBA47241}" dt="2021-12-16T18:12:11.985" v="830" actId="1076"/>
          <ac:grpSpMkLst>
            <pc:docMk/>
            <pc:sldMk cId="1737797681" sldId="531"/>
            <ac:grpSpMk id="109" creationId="{F638F712-2FD5-4459-AD09-33B315D5311C}"/>
          </ac:grpSpMkLst>
        </pc:grpChg>
        <pc:grpChg chg="mod">
          <ac:chgData name="Manuj Agrawal" userId="8275e378daeca5b2" providerId="LiveId" clId="{4E7904EE-1E3D-44AA-8108-34F7CBA47241}" dt="2021-12-16T17:51:21.164" v="502"/>
          <ac:grpSpMkLst>
            <pc:docMk/>
            <pc:sldMk cId="1737797681" sldId="531"/>
            <ac:grpSpMk id="110" creationId="{BFED0687-910C-48B1-8F3F-7DADBE12E7F3}"/>
          </ac:grpSpMkLst>
        </pc:grpChg>
      </pc:sldChg>
      <pc:sldChg chg="modSp mod modNotesTx">
        <pc:chgData name="Manuj Agrawal" userId="8275e378daeca5b2" providerId="LiveId" clId="{4E7904EE-1E3D-44AA-8108-34F7CBA47241}" dt="2021-12-16T21:10:03.961" v="2267" actId="1076"/>
        <pc:sldMkLst>
          <pc:docMk/>
          <pc:sldMk cId="2701607129" sldId="532"/>
        </pc:sldMkLst>
        <pc:spChg chg="mod">
          <ac:chgData name="Manuj Agrawal" userId="8275e378daeca5b2" providerId="LiveId" clId="{4E7904EE-1E3D-44AA-8108-34F7CBA47241}" dt="2021-12-16T21:10:03.961" v="2267" actId="1076"/>
          <ac:spMkLst>
            <pc:docMk/>
            <pc:sldMk cId="2701607129" sldId="532"/>
            <ac:spMk id="41" creationId="{DBA8DA89-A2DC-4811-BE66-3F572C77600A}"/>
          </ac:spMkLst>
        </pc:spChg>
        <pc:spChg chg="mod">
          <ac:chgData name="Manuj Agrawal" userId="8275e378daeca5b2" providerId="LiveId" clId="{4E7904EE-1E3D-44AA-8108-34F7CBA47241}" dt="2021-12-16T20:18:26.906" v="2187" actId="1076"/>
          <ac:spMkLst>
            <pc:docMk/>
            <pc:sldMk cId="2701607129" sldId="532"/>
            <ac:spMk id="42" creationId="{EAC7E137-F1E1-46D8-8573-4FD0D4F2B8B6}"/>
          </ac:spMkLst>
        </pc:spChg>
        <pc:spChg chg="mod">
          <ac:chgData name="Manuj Agrawal" userId="8275e378daeca5b2" providerId="LiveId" clId="{4E7904EE-1E3D-44AA-8108-34F7CBA47241}" dt="2021-12-16T20:18:26.906" v="2187" actId="1076"/>
          <ac:spMkLst>
            <pc:docMk/>
            <pc:sldMk cId="2701607129" sldId="532"/>
            <ac:spMk id="140" creationId="{9686278A-6492-4F9B-B30F-E88C04126888}"/>
          </ac:spMkLst>
        </pc:spChg>
        <pc:spChg chg="mod">
          <ac:chgData name="Manuj Agrawal" userId="8275e378daeca5b2" providerId="LiveId" clId="{4E7904EE-1E3D-44AA-8108-34F7CBA47241}" dt="2021-12-16T20:18:26.906" v="2187" actId="1076"/>
          <ac:spMkLst>
            <pc:docMk/>
            <pc:sldMk cId="2701607129" sldId="532"/>
            <ac:spMk id="143" creationId="{0730F525-FF3D-46B5-8A33-EBE17783189A}"/>
          </ac:spMkLst>
        </pc:spChg>
        <pc:spChg chg="mod">
          <ac:chgData name="Manuj Agrawal" userId="8275e378daeca5b2" providerId="LiveId" clId="{4E7904EE-1E3D-44AA-8108-34F7CBA47241}" dt="2021-12-16T20:18:26.906" v="2187" actId="1076"/>
          <ac:spMkLst>
            <pc:docMk/>
            <pc:sldMk cId="2701607129" sldId="532"/>
            <ac:spMk id="145" creationId="{A4D7F0FC-1886-48E4-A312-A1343828A359}"/>
          </ac:spMkLst>
        </pc:spChg>
        <pc:spChg chg="mod">
          <ac:chgData name="Manuj Agrawal" userId="8275e378daeca5b2" providerId="LiveId" clId="{4E7904EE-1E3D-44AA-8108-34F7CBA47241}" dt="2021-12-16T20:31:10.986" v="2211" actId="113"/>
          <ac:spMkLst>
            <pc:docMk/>
            <pc:sldMk cId="2701607129" sldId="532"/>
            <ac:spMk id="146" creationId="{DAA1ECE5-1DC4-4C02-86B4-FD10593EBAC1}"/>
          </ac:spMkLst>
        </pc:spChg>
        <pc:spChg chg="mod">
          <ac:chgData name="Manuj Agrawal" userId="8275e378daeca5b2" providerId="LiveId" clId="{4E7904EE-1E3D-44AA-8108-34F7CBA47241}" dt="2021-12-16T20:43:36.650" v="2261" actId="14100"/>
          <ac:spMkLst>
            <pc:docMk/>
            <pc:sldMk cId="2701607129" sldId="532"/>
            <ac:spMk id="147" creationId="{62CDDC15-3661-4D9E-A154-4C5C128383CD}"/>
          </ac:spMkLst>
        </pc:spChg>
        <pc:grpChg chg="mod">
          <ac:chgData name="Manuj Agrawal" userId="8275e378daeca5b2" providerId="LiveId" clId="{4E7904EE-1E3D-44AA-8108-34F7CBA47241}" dt="2021-12-16T20:18:26.906" v="2187" actId="1076"/>
          <ac:grpSpMkLst>
            <pc:docMk/>
            <pc:sldMk cId="2701607129" sldId="532"/>
            <ac:grpSpMk id="12" creationId="{8200B252-07F5-437F-9094-E9C5DB887A5F}"/>
          </ac:grpSpMkLst>
        </pc:grpChg>
        <pc:picChg chg="mod">
          <ac:chgData name="Manuj Agrawal" userId="8275e378daeca5b2" providerId="LiveId" clId="{4E7904EE-1E3D-44AA-8108-34F7CBA47241}" dt="2021-12-16T20:18:26.906" v="2187" actId="1076"/>
          <ac:picMkLst>
            <pc:docMk/>
            <pc:sldMk cId="2701607129" sldId="532"/>
            <ac:picMk id="45" creationId="{C7BDA774-0293-4DDF-B88D-A276BE663046}"/>
          </ac:picMkLst>
        </pc:picChg>
        <pc:picChg chg="mod">
          <ac:chgData name="Manuj Agrawal" userId="8275e378daeca5b2" providerId="LiveId" clId="{4E7904EE-1E3D-44AA-8108-34F7CBA47241}" dt="2021-12-16T20:18:26.906" v="2187" actId="1076"/>
          <ac:picMkLst>
            <pc:docMk/>
            <pc:sldMk cId="2701607129" sldId="532"/>
            <ac:picMk id="47" creationId="{C74F393A-7C78-4E7A-82CF-39789A78D304}"/>
          </ac:picMkLst>
        </pc:picChg>
      </pc:sldChg>
      <pc:sldChg chg="addSp delSp modSp mod">
        <pc:chgData name="Manuj Agrawal" userId="8275e378daeca5b2" providerId="LiveId" clId="{4E7904EE-1E3D-44AA-8108-34F7CBA47241}" dt="2021-12-16T18:17:18.918" v="852" actId="1076"/>
        <pc:sldMkLst>
          <pc:docMk/>
          <pc:sldMk cId="1475965068" sldId="535"/>
        </pc:sldMkLst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2" creationId="{DCE10E9D-7ED0-4E0A-B6DB-B4FB95559EB8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10" creationId="{69AFB34B-4609-4CCB-A053-89F6818C6EB1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11" creationId="{DC9EAA29-BA8F-4D8A-A4B0-7EE13A647F8D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15" creationId="{A031F14A-3CF1-47D5-A774-25EF10AF8BC6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16" creationId="{A5873D64-51DD-4B2F-9B73-DFED3489ABC7}"/>
          </ac:spMkLst>
        </pc:spChg>
        <pc:spChg chg="mod">
          <ac:chgData name="Manuj Agrawal" userId="8275e378daeca5b2" providerId="LiveId" clId="{4E7904EE-1E3D-44AA-8108-34F7CBA47241}" dt="2021-12-16T18:07:25.734" v="716" actId="1076"/>
          <ac:spMkLst>
            <pc:docMk/>
            <pc:sldMk cId="1475965068" sldId="535"/>
            <ac:spMk id="17" creationId="{B5C1152F-7231-435A-B06E-64C56434D480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18" creationId="{4404F841-ABDF-496C-89FD-82282A536C7D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19" creationId="{96B4E7E2-1305-4A9F-B103-AA815DDFEB96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20" creationId="{9163CE2E-4075-43F6-B3C8-6D888F74F0EC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21" creationId="{05EFDBB0-AD6F-4EF8-BD3B-3FA65C0E1323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22" creationId="{CA1D4342-C308-4551-92F4-FDC5E83207C7}"/>
          </ac:spMkLst>
        </pc:spChg>
        <pc:spChg chg="mod">
          <ac:chgData name="Manuj Agrawal" userId="8275e378daeca5b2" providerId="LiveId" clId="{4E7904EE-1E3D-44AA-8108-34F7CBA47241}" dt="2021-12-16T18:08:10.263" v="736" actId="20577"/>
          <ac:spMkLst>
            <pc:docMk/>
            <pc:sldMk cId="1475965068" sldId="535"/>
            <ac:spMk id="23" creationId="{1DBFF062-90D5-4E69-BF06-12FD9FD5AE74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26" creationId="{0C072908-626F-4034-9DF6-AB9BDF604F8C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27" creationId="{729A1C33-B914-4645-85C4-3EC88F9F6915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28" creationId="{933DE2C3-D398-4C68-9DD0-3252C1B64626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29" creationId="{4AE5FD80-6163-4A16-AC0B-F20111A1D8A7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30" creationId="{80AA8F74-7FB5-4323-89E0-D7E0027C3B31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31" creationId="{CB885069-920C-44DA-B425-2F7EED2F3917}"/>
          </ac:spMkLst>
        </pc:spChg>
        <pc:spChg chg="mod topLvl">
          <ac:chgData name="Manuj Agrawal" userId="8275e378daeca5b2" providerId="LiveId" clId="{4E7904EE-1E3D-44AA-8108-34F7CBA47241}" dt="2021-12-16T18:07:33.768" v="719" actId="1076"/>
          <ac:spMkLst>
            <pc:docMk/>
            <pc:sldMk cId="1475965068" sldId="535"/>
            <ac:spMk id="32" creationId="{2CF2D752-B20A-40F5-ABDF-15F7C2E2032F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33" creationId="{94BB5CC6-1E9E-4E22-BBED-9D5D3B6BA515}"/>
          </ac:spMkLst>
        </pc:spChg>
        <pc:spChg chg="mod">
          <ac:chgData name="Manuj Agrawal" userId="8275e378daeca5b2" providerId="LiveId" clId="{4E7904EE-1E3D-44AA-8108-34F7CBA47241}" dt="2021-12-16T18:08:53.466" v="757" actId="1076"/>
          <ac:spMkLst>
            <pc:docMk/>
            <pc:sldMk cId="1475965068" sldId="535"/>
            <ac:spMk id="34" creationId="{AAF0C1A4-78A6-4827-B7FE-FEB289DC72A7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35" creationId="{0562A80B-C64B-437D-8F11-B34DCD8275A9}"/>
          </ac:spMkLst>
        </pc:spChg>
        <pc:spChg chg="mod">
          <ac:chgData name="Manuj Agrawal" userId="8275e378daeca5b2" providerId="LiveId" clId="{4E7904EE-1E3D-44AA-8108-34F7CBA47241}" dt="2021-12-16T18:09:06.254" v="760" actId="1076"/>
          <ac:spMkLst>
            <pc:docMk/>
            <pc:sldMk cId="1475965068" sldId="535"/>
            <ac:spMk id="36" creationId="{BD1F623B-362B-41BB-9030-6E1A6BA5D18C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37" creationId="{11EA0434-1CE9-47E8-9246-CFC05ACF2514}"/>
          </ac:spMkLst>
        </pc:spChg>
        <pc:spChg chg="mod">
          <ac:chgData name="Manuj Agrawal" userId="8275e378daeca5b2" providerId="LiveId" clId="{4E7904EE-1E3D-44AA-8108-34F7CBA47241}" dt="2021-12-16T18:09:09.952" v="762" actId="403"/>
          <ac:spMkLst>
            <pc:docMk/>
            <pc:sldMk cId="1475965068" sldId="535"/>
            <ac:spMk id="38" creationId="{450716AF-539D-45EA-9D9D-42627778895A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41" creationId="{38FB1961-5E8A-4582-A865-B57597837AA5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42" creationId="{5F2B853A-5A16-4B07-B9B0-A2180EDCD887}"/>
          </ac:spMkLst>
        </pc:spChg>
        <pc:spChg chg="mod topLvl">
          <ac:chgData name="Manuj Agrawal" userId="8275e378daeca5b2" providerId="LiveId" clId="{4E7904EE-1E3D-44AA-8108-34F7CBA47241}" dt="2021-12-16T18:07:31.318" v="718" actId="1076"/>
          <ac:spMkLst>
            <pc:docMk/>
            <pc:sldMk cId="1475965068" sldId="535"/>
            <ac:spMk id="45" creationId="{E01BA280-68A2-4F5E-A532-DAC59FC86AE2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51" creationId="{27BAD25B-CB24-40D5-9596-490AED6D107B}"/>
          </ac:spMkLst>
        </pc:spChg>
        <pc:spChg chg="del">
          <ac:chgData name="Manuj Agrawal" userId="8275e378daeca5b2" providerId="LiveId" clId="{4E7904EE-1E3D-44AA-8108-34F7CBA47241}" dt="2021-12-16T18:00:59.150" v="598" actId="478"/>
          <ac:spMkLst>
            <pc:docMk/>
            <pc:sldMk cId="1475965068" sldId="535"/>
            <ac:spMk id="52" creationId="{E62FBC7B-807F-4EEF-9943-3C548EB89CDC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53" creationId="{BCA224F7-8D69-41BC-8A3F-73EA4C4381F7}"/>
          </ac:spMkLst>
        </pc:spChg>
        <pc:spChg chg="del">
          <ac:chgData name="Manuj Agrawal" userId="8275e378daeca5b2" providerId="LiveId" clId="{4E7904EE-1E3D-44AA-8108-34F7CBA47241}" dt="2021-12-16T18:01:01.402" v="599" actId="478"/>
          <ac:spMkLst>
            <pc:docMk/>
            <pc:sldMk cId="1475965068" sldId="535"/>
            <ac:spMk id="54" creationId="{508AE37E-8F9C-48F1-A8F8-C779160E6102}"/>
          </ac:spMkLst>
        </pc:spChg>
        <pc:spChg chg="del">
          <ac:chgData name="Manuj Agrawal" userId="8275e378daeca5b2" providerId="LiveId" clId="{4E7904EE-1E3D-44AA-8108-34F7CBA47241}" dt="2021-12-16T18:01:05.472" v="601" actId="478"/>
          <ac:spMkLst>
            <pc:docMk/>
            <pc:sldMk cId="1475965068" sldId="535"/>
            <ac:spMk id="55" creationId="{2FFCDB83-0FBA-4BFC-AC6C-5682EAFA1466}"/>
          </ac:spMkLst>
        </pc:spChg>
        <pc:spChg chg="del">
          <ac:chgData name="Manuj Agrawal" userId="8275e378daeca5b2" providerId="LiveId" clId="{4E7904EE-1E3D-44AA-8108-34F7CBA47241}" dt="2021-12-16T18:01:03.315" v="600" actId="478"/>
          <ac:spMkLst>
            <pc:docMk/>
            <pc:sldMk cId="1475965068" sldId="535"/>
            <ac:spMk id="56" creationId="{148B548D-A79E-4217-9C2F-4B941563846D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57" creationId="{E909DB23-6196-48F1-A18B-F8272C5CC8D8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58" creationId="{154B9685-D96C-41DD-AC18-A99263BC1A9E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59" creationId="{BF644DC1-1321-4730-8691-4714292229F2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0" creationId="{F22CBE75-6EEB-41C3-9465-6FD154C9E8CC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1" creationId="{3D718D99-3516-497D-B7A3-33034378FB6D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2" creationId="{83407C4E-DA66-43D0-B2CE-87F471319208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3" creationId="{C0D9CA8D-1D58-408A-8944-2ED40235DADE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4" creationId="{6928B5CF-1441-4D5E-81E2-7981CFEA2B46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5" creationId="{976CE6FE-4879-4AFD-A120-C45524E711E3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6" creationId="{7751AA0F-27FA-4536-A19B-278C80700E09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7" creationId="{2B54B7C8-9F9A-41C4-8FF3-2B74A59E5C30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8" creationId="{503F13FF-E140-4670-BC1B-81541D725F2C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9" creationId="{7A1674D3-DD67-46CF-A395-DB3D9E248A3D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70" creationId="{E7422E6C-CB65-4FA4-B173-BE96360B4FA1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71" creationId="{E146BDE8-3F4A-4A78-A115-C91929CED67C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72" creationId="{AB899852-E5B6-4836-B460-658AC3B7E677}"/>
          </ac:spMkLst>
        </pc:spChg>
        <pc:spChg chg="mod">
          <ac:chgData name="Manuj Agrawal" userId="8275e378daeca5b2" providerId="LiveId" clId="{4E7904EE-1E3D-44AA-8108-34F7CBA47241}" dt="2021-12-16T18:17:18.918" v="852" actId="1076"/>
          <ac:spMkLst>
            <pc:docMk/>
            <pc:sldMk cId="1475965068" sldId="535"/>
            <ac:spMk id="75" creationId="{771AC148-31C0-4151-98AD-5489FCD584DE}"/>
          </ac:spMkLst>
        </pc:spChg>
        <pc:spChg chg="mod">
          <ac:chgData name="Manuj Agrawal" userId="8275e378daeca5b2" providerId="LiveId" clId="{4E7904EE-1E3D-44AA-8108-34F7CBA47241}" dt="2021-12-16T18:17:18.918" v="852" actId="1076"/>
          <ac:spMkLst>
            <pc:docMk/>
            <pc:sldMk cId="1475965068" sldId="535"/>
            <ac:spMk id="76" creationId="{7C4AECC0-71EA-497F-B771-26BFE07A0A10}"/>
          </ac:spMkLst>
        </pc:spChg>
        <pc:spChg chg="mod">
          <ac:chgData name="Manuj Agrawal" userId="8275e378daeca5b2" providerId="LiveId" clId="{4E7904EE-1E3D-44AA-8108-34F7CBA47241}" dt="2021-12-16T18:17:18.918" v="852" actId="1076"/>
          <ac:spMkLst>
            <pc:docMk/>
            <pc:sldMk cId="1475965068" sldId="535"/>
            <ac:spMk id="77" creationId="{703291C5-5662-4451-A873-A722D0C14D57}"/>
          </ac:spMkLst>
        </pc:spChg>
        <pc:spChg chg="mod topLvl">
          <ac:chgData name="Manuj Agrawal" userId="8275e378daeca5b2" providerId="LiveId" clId="{4E7904EE-1E3D-44AA-8108-34F7CBA47241}" dt="2021-12-16T18:07:40.134" v="721" actId="1076"/>
          <ac:spMkLst>
            <pc:docMk/>
            <pc:sldMk cId="1475965068" sldId="535"/>
            <ac:spMk id="80" creationId="{654F8385-0BAD-4C7E-83BA-10C94D568947}"/>
          </ac:spMkLst>
        </pc:spChg>
        <pc:spChg chg="mod">
          <ac:chgData name="Manuj Agrawal" userId="8275e378daeca5b2" providerId="LiveId" clId="{4E7904EE-1E3D-44AA-8108-34F7CBA47241}" dt="2021-12-16T18:14:19.206" v="849" actId="1076"/>
          <ac:spMkLst>
            <pc:docMk/>
            <pc:sldMk cId="1475965068" sldId="535"/>
            <ac:spMk id="83" creationId="{E6827EAF-17CF-4397-875A-FCFF4F120C49}"/>
          </ac:spMkLst>
        </pc:spChg>
        <pc:spChg chg="mod">
          <ac:chgData name="Manuj Agrawal" userId="8275e378daeca5b2" providerId="LiveId" clId="{4E7904EE-1E3D-44AA-8108-34F7CBA47241}" dt="2021-12-16T18:14:19.206" v="849" actId="1076"/>
          <ac:spMkLst>
            <pc:docMk/>
            <pc:sldMk cId="1475965068" sldId="535"/>
            <ac:spMk id="84" creationId="{640AE9E3-EAF3-475B-B4C2-9DB118DC033C}"/>
          </ac:spMkLst>
        </pc:spChg>
        <pc:spChg chg="mod">
          <ac:chgData name="Manuj Agrawal" userId="8275e378daeca5b2" providerId="LiveId" clId="{4E7904EE-1E3D-44AA-8108-34F7CBA47241}" dt="2021-12-16T18:14:19.206" v="849" actId="1076"/>
          <ac:spMkLst>
            <pc:docMk/>
            <pc:sldMk cId="1475965068" sldId="535"/>
            <ac:spMk id="85" creationId="{9F507C23-B54B-407B-82BA-759551DE5415}"/>
          </ac:spMkLst>
        </pc:spChg>
        <pc:spChg chg="mod">
          <ac:chgData name="Manuj Agrawal" userId="8275e378daeca5b2" providerId="LiveId" clId="{4E7904EE-1E3D-44AA-8108-34F7CBA47241}" dt="2021-12-16T18:01:32.788" v="609" actId="165"/>
          <ac:spMkLst>
            <pc:docMk/>
            <pc:sldMk cId="1475965068" sldId="535"/>
            <ac:spMk id="86" creationId="{E3D981D0-DD9A-4A7E-8109-7856F90EF474}"/>
          </ac:spMkLst>
        </pc:spChg>
        <pc:spChg chg="mod">
          <ac:chgData name="Manuj Agrawal" userId="8275e378daeca5b2" providerId="LiveId" clId="{4E7904EE-1E3D-44AA-8108-34F7CBA47241}" dt="2021-12-16T18:01:32.788" v="609" actId="165"/>
          <ac:spMkLst>
            <pc:docMk/>
            <pc:sldMk cId="1475965068" sldId="535"/>
            <ac:spMk id="87" creationId="{62FD5D90-0952-4426-B2C0-527CA47B79B1}"/>
          </ac:spMkLst>
        </pc:spChg>
        <pc:spChg chg="mod">
          <ac:chgData name="Manuj Agrawal" userId="8275e378daeca5b2" providerId="LiveId" clId="{4E7904EE-1E3D-44AA-8108-34F7CBA47241}" dt="2021-12-16T18:01:32.788" v="609" actId="165"/>
          <ac:spMkLst>
            <pc:docMk/>
            <pc:sldMk cId="1475965068" sldId="535"/>
            <ac:spMk id="88" creationId="{F702F030-23DA-4F16-9856-9F34F3BFFDAE}"/>
          </ac:spMkLst>
        </pc:spChg>
        <pc:spChg chg="mod">
          <ac:chgData name="Manuj Agrawal" userId="8275e378daeca5b2" providerId="LiveId" clId="{4E7904EE-1E3D-44AA-8108-34F7CBA47241}" dt="2021-12-16T18:01:32.788" v="609" actId="165"/>
          <ac:spMkLst>
            <pc:docMk/>
            <pc:sldMk cId="1475965068" sldId="535"/>
            <ac:spMk id="89" creationId="{C92F04B7-D60B-4702-AAE2-752CE926DBF1}"/>
          </ac:spMkLst>
        </pc:spChg>
        <pc:spChg chg="mod">
          <ac:chgData name="Manuj Agrawal" userId="8275e378daeca5b2" providerId="LiveId" clId="{4E7904EE-1E3D-44AA-8108-34F7CBA47241}" dt="2021-12-16T18:01:32.788" v="609" actId="165"/>
          <ac:spMkLst>
            <pc:docMk/>
            <pc:sldMk cId="1475965068" sldId="535"/>
            <ac:spMk id="90" creationId="{8FDBC907-397D-41C1-8744-B7564CA0CDE6}"/>
          </ac:spMkLst>
        </pc:spChg>
        <pc:spChg chg="mod">
          <ac:chgData name="Manuj Agrawal" userId="8275e378daeca5b2" providerId="LiveId" clId="{4E7904EE-1E3D-44AA-8108-34F7CBA47241}" dt="2021-12-16T18:01:32.788" v="609" actId="165"/>
          <ac:spMkLst>
            <pc:docMk/>
            <pc:sldMk cId="1475965068" sldId="535"/>
            <ac:spMk id="91" creationId="{E40C9FCB-B2C3-41DA-AD0E-414123FC565E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92" creationId="{C74E020E-051B-44FE-8F73-8B28953C853B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93" creationId="{150B10B5-95A1-4AEE-B905-CC8D34C2C699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94" creationId="{863CDBD8-59E5-476D-AED5-2AB95F330DE7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95" creationId="{8C98A3D9-A9C2-4186-806A-B199604EF02B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96" creationId="{66681A01-2338-4BA7-BFB6-BB4A386B2095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97" creationId="{908C564B-0683-4B91-BD30-0A1C6F267E17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98" creationId="{717D9B40-50AA-492C-83DB-38721BA6E215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99" creationId="{8C0763F7-E001-4F27-BED0-9F751106E805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100" creationId="{1FDF6BCC-1B17-46B2-9582-A11E16562A90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101" creationId="{1460BCD3-7743-4143-AC8B-4E0E8C093CCF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102" creationId="{86DDDFEA-1581-4AA0-BC72-EBFA75F8D717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103" creationId="{A266C59A-A03E-417B-B2DB-1CAE15419E12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104" creationId="{80C4C426-68DC-41F5-9E95-4BA3270653F2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105" creationId="{EB0E2258-13DB-46F6-A2AE-A3CB58CE3BA0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106" creationId="{E4AAC69F-474D-45D1-9261-3B979ECF66E9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107" creationId="{38DAADEA-8730-45B1-9F7A-7D74537E91A7}"/>
          </ac:spMkLst>
        </pc:spChg>
        <pc:spChg chg="del mod">
          <ac:chgData name="Manuj Agrawal" userId="8275e378daeca5b2" providerId="LiveId" clId="{4E7904EE-1E3D-44AA-8108-34F7CBA47241}" dt="2021-12-16T18:07:02.937" v="708" actId="478"/>
          <ac:spMkLst>
            <pc:docMk/>
            <pc:sldMk cId="1475965068" sldId="535"/>
            <ac:spMk id="109" creationId="{564D8CD0-CE90-43DA-A7AE-B509A4F40195}"/>
          </ac:spMkLst>
        </pc:spChg>
        <pc:spChg chg="del mod">
          <ac:chgData name="Manuj Agrawal" userId="8275e378daeca5b2" providerId="LiveId" clId="{4E7904EE-1E3D-44AA-8108-34F7CBA47241}" dt="2021-12-16T18:07:01.154" v="707" actId="478"/>
          <ac:spMkLst>
            <pc:docMk/>
            <pc:sldMk cId="1475965068" sldId="535"/>
            <ac:spMk id="110" creationId="{71E40C91-7A56-47D6-AFFF-323D0088A498}"/>
          </ac:spMkLst>
        </pc:spChg>
        <pc:spChg chg="del mod">
          <ac:chgData name="Manuj Agrawal" userId="8275e378daeca5b2" providerId="LiveId" clId="{4E7904EE-1E3D-44AA-8108-34F7CBA47241}" dt="2021-12-16T18:07:04.370" v="709" actId="478"/>
          <ac:spMkLst>
            <pc:docMk/>
            <pc:sldMk cId="1475965068" sldId="535"/>
            <ac:spMk id="111" creationId="{403F0C87-1872-4785-934B-C1AEDEE8CA91}"/>
          </ac:spMkLst>
        </pc:spChg>
        <pc:spChg chg="del mod">
          <ac:chgData name="Manuj Agrawal" userId="8275e378daeca5b2" providerId="LiveId" clId="{4E7904EE-1E3D-44AA-8108-34F7CBA47241}" dt="2021-12-16T18:07:05.538" v="710" actId="478"/>
          <ac:spMkLst>
            <pc:docMk/>
            <pc:sldMk cId="1475965068" sldId="535"/>
            <ac:spMk id="112" creationId="{4C39485A-BAF4-4B65-BAB8-99F8C73AEFED}"/>
          </ac:spMkLst>
        </pc:spChg>
        <pc:spChg chg="del mod">
          <ac:chgData name="Manuj Agrawal" userId="8275e378daeca5b2" providerId="LiveId" clId="{4E7904EE-1E3D-44AA-8108-34F7CBA47241}" dt="2021-12-16T18:07:06.783" v="711" actId="478"/>
          <ac:spMkLst>
            <pc:docMk/>
            <pc:sldMk cId="1475965068" sldId="535"/>
            <ac:spMk id="113" creationId="{31B0185A-F2C0-45B2-BF30-60AC0D8FCC7C}"/>
          </ac:spMkLst>
        </pc:spChg>
        <pc:spChg chg="del mod">
          <ac:chgData name="Manuj Agrawal" userId="8275e378daeca5b2" providerId="LiveId" clId="{4E7904EE-1E3D-44AA-8108-34F7CBA47241}" dt="2021-12-16T18:07:07.943" v="712" actId="478"/>
          <ac:spMkLst>
            <pc:docMk/>
            <pc:sldMk cId="1475965068" sldId="535"/>
            <ac:spMk id="114" creationId="{9CE90A3C-C69B-4B98-9D73-DE57D232C52A}"/>
          </ac:spMkLst>
        </pc:spChg>
        <pc:spChg chg="del mod topLvl">
          <ac:chgData name="Manuj Agrawal" userId="8275e378daeca5b2" providerId="LiveId" clId="{4E7904EE-1E3D-44AA-8108-34F7CBA47241}" dt="2021-12-16T18:06:50.189" v="701" actId="478"/>
          <ac:spMkLst>
            <pc:docMk/>
            <pc:sldMk cId="1475965068" sldId="535"/>
            <ac:spMk id="116" creationId="{48023181-505F-48E9-B573-4EEB17E19F79}"/>
          </ac:spMkLst>
        </pc:spChg>
        <pc:spChg chg="del mod topLvl">
          <ac:chgData name="Manuj Agrawal" userId="8275e378daeca5b2" providerId="LiveId" clId="{4E7904EE-1E3D-44AA-8108-34F7CBA47241}" dt="2021-12-16T18:06:52.621" v="702" actId="478"/>
          <ac:spMkLst>
            <pc:docMk/>
            <pc:sldMk cId="1475965068" sldId="535"/>
            <ac:spMk id="117" creationId="{0C2BD0AF-875F-4560-BF4C-AB4717100582}"/>
          </ac:spMkLst>
        </pc:spChg>
        <pc:spChg chg="del mod topLvl">
          <ac:chgData name="Manuj Agrawal" userId="8275e378daeca5b2" providerId="LiveId" clId="{4E7904EE-1E3D-44AA-8108-34F7CBA47241}" dt="2021-12-16T18:06:55.762" v="704" actId="478"/>
          <ac:spMkLst>
            <pc:docMk/>
            <pc:sldMk cId="1475965068" sldId="535"/>
            <ac:spMk id="118" creationId="{42ACBC04-0015-4A5A-93F0-1EB6EBC81D80}"/>
          </ac:spMkLst>
        </pc:spChg>
        <pc:spChg chg="del mod topLvl">
          <ac:chgData name="Manuj Agrawal" userId="8275e378daeca5b2" providerId="LiveId" clId="{4E7904EE-1E3D-44AA-8108-34F7CBA47241}" dt="2021-12-16T18:06:54.574" v="703" actId="478"/>
          <ac:spMkLst>
            <pc:docMk/>
            <pc:sldMk cId="1475965068" sldId="535"/>
            <ac:spMk id="119" creationId="{4723754F-209C-4058-B5F5-CE484C77F09B}"/>
          </ac:spMkLst>
        </pc:spChg>
        <pc:spChg chg="del mod topLvl">
          <ac:chgData name="Manuj Agrawal" userId="8275e378daeca5b2" providerId="LiveId" clId="{4E7904EE-1E3D-44AA-8108-34F7CBA47241}" dt="2021-12-16T18:06:58.660" v="706" actId="478"/>
          <ac:spMkLst>
            <pc:docMk/>
            <pc:sldMk cId="1475965068" sldId="535"/>
            <ac:spMk id="120" creationId="{53EC7375-D812-428D-A78C-E5BEFF36F821}"/>
          </ac:spMkLst>
        </pc:spChg>
        <pc:spChg chg="del mod topLvl">
          <ac:chgData name="Manuj Agrawal" userId="8275e378daeca5b2" providerId="LiveId" clId="{4E7904EE-1E3D-44AA-8108-34F7CBA47241}" dt="2021-12-16T18:06:57.064" v="705" actId="478"/>
          <ac:spMkLst>
            <pc:docMk/>
            <pc:sldMk cId="1475965068" sldId="535"/>
            <ac:spMk id="121" creationId="{8038355E-0F4F-40A5-92D8-01DB306F0F2A}"/>
          </ac:spMkLst>
        </pc:spChg>
        <pc:grpChg chg="mod topLvl">
          <ac:chgData name="Manuj Agrawal" userId="8275e378daeca5b2" providerId="LiveId" clId="{4E7904EE-1E3D-44AA-8108-34F7CBA47241}" dt="2021-12-16T18:09:18.533" v="763" actId="1076"/>
          <ac:grpSpMkLst>
            <pc:docMk/>
            <pc:sldMk cId="1475965068" sldId="535"/>
            <ac:grpSpMk id="3" creationId="{F4391A03-92C1-4B84-8642-9391DAABF48A}"/>
          </ac:grpSpMkLst>
        </pc:grpChg>
        <pc:grpChg chg="add del mod">
          <ac:chgData name="Manuj Agrawal" userId="8275e378daeca5b2" providerId="LiveId" clId="{4E7904EE-1E3D-44AA-8108-34F7CBA47241}" dt="2021-12-16T18:01:11.401" v="604" actId="165"/>
          <ac:grpSpMkLst>
            <pc:docMk/>
            <pc:sldMk cId="1475965068" sldId="535"/>
            <ac:grpSpMk id="4" creationId="{7A10F749-D9BB-4AC0-8111-47D32BBD2FC4}"/>
          </ac:grpSpMkLst>
        </pc:grpChg>
        <pc:grpChg chg="mod topLvl">
          <ac:chgData name="Manuj Agrawal" userId="8275e378daeca5b2" providerId="LiveId" clId="{4E7904EE-1E3D-44AA-8108-34F7CBA47241}" dt="2021-12-16T18:06:39.306" v="699" actId="165"/>
          <ac:grpSpMkLst>
            <pc:docMk/>
            <pc:sldMk cId="1475965068" sldId="535"/>
            <ac:grpSpMk id="5" creationId="{234A7837-CC53-42B0-9509-B9DDD714E3C1}"/>
          </ac:grpSpMkLst>
        </pc:grpChg>
        <pc:grpChg chg="mod topLvl">
          <ac:chgData name="Manuj Agrawal" userId="8275e378daeca5b2" providerId="LiveId" clId="{4E7904EE-1E3D-44AA-8108-34F7CBA47241}" dt="2021-12-16T18:13:59.688" v="846" actId="1076"/>
          <ac:grpSpMkLst>
            <pc:docMk/>
            <pc:sldMk cId="1475965068" sldId="535"/>
            <ac:grpSpMk id="6" creationId="{9EAA7019-067C-4E88-B918-13FF27087EB4}"/>
          </ac:grpSpMkLst>
        </pc:grpChg>
        <pc:grpChg chg="add del mod">
          <ac:chgData name="Manuj Agrawal" userId="8275e378daeca5b2" providerId="LiveId" clId="{4E7904EE-1E3D-44AA-8108-34F7CBA47241}" dt="2021-12-16T18:06:39.306" v="699" actId="165"/>
          <ac:grpSpMkLst>
            <pc:docMk/>
            <pc:sldMk cId="1475965068" sldId="535"/>
            <ac:grpSpMk id="7" creationId="{0976567C-98AC-49D5-98D0-742B434B1F8A}"/>
          </ac:grpSpMkLst>
        </pc:grpChg>
        <pc:grpChg chg="del">
          <ac:chgData name="Manuj Agrawal" userId="8275e378daeca5b2" providerId="LiveId" clId="{4E7904EE-1E3D-44AA-8108-34F7CBA47241}" dt="2021-12-16T18:01:32.788" v="609" actId="165"/>
          <ac:grpSpMkLst>
            <pc:docMk/>
            <pc:sldMk cId="1475965068" sldId="535"/>
            <ac:grpSpMk id="8" creationId="{204F082F-7BAD-4286-ABA3-C24C5FAA9099}"/>
          </ac:grpSpMkLst>
        </pc:grpChg>
        <pc:grpChg chg="add mod">
          <ac:chgData name="Manuj Agrawal" userId="8275e378daeca5b2" providerId="LiveId" clId="{4E7904EE-1E3D-44AA-8108-34F7CBA47241}" dt="2021-12-16T18:03:38.988" v="680" actId="1076"/>
          <ac:grpSpMkLst>
            <pc:docMk/>
            <pc:sldMk cId="1475965068" sldId="535"/>
            <ac:grpSpMk id="9" creationId="{F976663A-04DD-4968-BB65-AA4EDDC9BADE}"/>
          </ac:grpSpMkLst>
        </pc:grpChg>
        <pc:grpChg chg="add del mod">
          <ac:chgData name="Manuj Agrawal" userId="8275e378daeca5b2" providerId="LiveId" clId="{4E7904EE-1E3D-44AA-8108-34F7CBA47241}" dt="2021-12-16T18:04:47.284" v="685" actId="165"/>
          <ac:grpSpMkLst>
            <pc:docMk/>
            <pc:sldMk cId="1475965068" sldId="535"/>
            <ac:grpSpMk id="12" creationId="{C88ACB6B-76FF-4BCF-BB16-53167F376D8D}"/>
          </ac:grpSpMkLst>
        </pc:grpChg>
        <pc:grpChg chg="add mod">
          <ac:chgData name="Manuj Agrawal" userId="8275e378daeca5b2" providerId="LiveId" clId="{4E7904EE-1E3D-44AA-8108-34F7CBA47241}" dt="2021-12-16T18:06:18.365" v="698" actId="164"/>
          <ac:grpSpMkLst>
            <pc:docMk/>
            <pc:sldMk cId="1475965068" sldId="535"/>
            <ac:grpSpMk id="13" creationId="{237DDDE9-66D4-457E-94B2-99CA2574CB84}"/>
          </ac:grpSpMkLst>
        </pc:grpChg>
        <pc:grpChg chg="mod topLvl">
          <ac:chgData name="Manuj Agrawal" userId="8275e378daeca5b2" providerId="LiveId" clId="{4E7904EE-1E3D-44AA-8108-34F7CBA47241}" dt="2021-12-16T18:03:31.277" v="676" actId="164"/>
          <ac:grpSpMkLst>
            <pc:docMk/>
            <pc:sldMk cId="1475965068" sldId="535"/>
            <ac:grpSpMk id="44" creationId="{CAE2B3C0-26B3-4121-9E64-1ECA7AA5F85F}"/>
          </ac:grpSpMkLst>
        </pc:grpChg>
        <pc:grpChg chg="del mod topLvl">
          <ac:chgData name="Manuj Agrawal" userId="8275e378daeca5b2" providerId="LiveId" clId="{4E7904EE-1E3D-44AA-8108-34F7CBA47241}" dt="2021-12-16T18:01:21.496" v="607" actId="478"/>
          <ac:grpSpMkLst>
            <pc:docMk/>
            <pc:sldMk cId="1475965068" sldId="535"/>
            <ac:grpSpMk id="46" creationId="{5DE56760-72E5-4D64-9A66-722CF3DE884C}"/>
          </ac:grpSpMkLst>
        </pc:grpChg>
        <pc:grpChg chg="mod topLvl">
          <ac:chgData name="Manuj Agrawal" userId="8275e378daeca5b2" providerId="LiveId" clId="{4E7904EE-1E3D-44AA-8108-34F7CBA47241}" dt="2021-12-16T18:03:31.277" v="676" actId="164"/>
          <ac:grpSpMkLst>
            <pc:docMk/>
            <pc:sldMk cId="1475965068" sldId="535"/>
            <ac:grpSpMk id="74" creationId="{78B505B6-E08B-49E5-A299-FDB419A1844E}"/>
          </ac:grpSpMkLst>
        </pc:grpChg>
        <pc:grpChg chg="mod topLvl">
          <ac:chgData name="Manuj Agrawal" userId="8275e378daeca5b2" providerId="LiveId" clId="{4E7904EE-1E3D-44AA-8108-34F7CBA47241}" dt="2021-12-16T18:06:18.365" v="698" actId="164"/>
          <ac:grpSpMkLst>
            <pc:docMk/>
            <pc:sldMk cId="1475965068" sldId="535"/>
            <ac:grpSpMk id="79" creationId="{DC8E7528-3DA1-4DF2-BAB4-E38341E8085F}"/>
          </ac:grpSpMkLst>
        </pc:grpChg>
        <pc:grpChg chg="del mod topLvl">
          <ac:chgData name="Manuj Agrawal" userId="8275e378daeca5b2" providerId="LiveId" clId="{4E7904EE-1E3D-44AA-8108-34F7CBA47241}" dt="2021-12-16T18:01:35.694" v="610" actId="478"/>
          <ac:grpSpMkLst>
            <pc:docMk/>
            <pc:sldMk cId="1475965068" sldId="535"/>
            <ac:grpSpMk id="81" creationId="{B67B4809-685E-411B-8C27-CD2EA7CAFEFD}"/>
          </ac:grpSpMkLst>
        </pc:grpChg>
        <pc:grpChg chg="mod topLvl">
          <ac:chgData name="Manuj Agrawal" userId="8275e378daeca5b2" providerId="LiveId" clId="{4E7904EE-1E3D-44AA-8108-34F7CBA47241}" dt="2021-12-16T18:06:18.365" v="698" actId="164"/>
          <ac:grpSpMkLst>
            <pc:docMk/>
            <pc:sldMk cId="1475965068" sldId="535"/>
            <ac:grpSpMk id="82" creationId="{7A4C84C2-17A5-4606-9C7D-810F983E0601}"/>
          </ac:grpSpMkLst>
        </pc:grpChg>
        <pc:grpChg chg="add del mod">
          <ac:chgData name="Manuj Agrawal" userId="8275e378daeca5b2" providerId="LiveId" clId="{4E7904EE-1E3D-44AA-8108-34F7CBA47241}" dt="2021-12-16T18:07:06.783" v="711" actId="478"/>
          <ac:grpSpMkLst>
            <pc:docMk/>
            <pc:sldMk cId="1475965068" sldId="535"/>
            <ac:grpSpMk id="108" creationId="{ADF98028-54FA-4356-9F88-5A325CE555AC}"/>
          </ac:grpSpMkLst>
        </pc:grpChg>
        <pc:grpChg chg="add del mod topLvl">
          <ac:chgData name="Manuj Agrawal" userId="8275e378daeca5b2" providerId="LiveId" clId="{4E7904EE-1E3D-44AA-8108-34F7CBA47241}" dt="2021-12-16T18:05:53.734" v="695" actId="165"/>
          <ac:grpSpMkLst>
            <pc:docMk/>
            <pc:sldMk cId="1475965068" sldId="535"/>
            <ac:grpSpMk id="115" creationId="{A6BCE698-B543-408D-9062-1548AA43E9AE}"/>
          </ac:grpSpMkLst>
        </pc:grpChg>
      </pc:sldChg>
      <pc:sldChg chg="addSp delSp modSp del mod modNotesTx">
        <pc:chgData name="Manuj Agrawal" userId="8275e378daeca5b2" providerId="LiveId" clId="{4E7904EE-1E3D-44AA-8108-34F7CBA47241}" dt="2021-12-16T19:56:40.379" v="2058" actId="47"/>
        <pc:sldMkLst>
          <pc:docMk/>
          <pc:sldMk cId="1444475964" sldId="536"/>
        </pc:sldMkLst>
        <pc:spChg chg="mod">
          <ac:chgData name="Manuj Agrawal" userId="8275e378daeca5b2" providerId="LiveId" clId="{4E7904EE-1E3D-44AA-8108-34F7CBA47241}" dt="2021-12-16T18:44:31.878" v="1327" actId="207"/>
          <ac:spMkLst>
            <pc:docMk/>
            <pc:sldMk cId="1444475964" sldId="536"/>
            <ac:spMk id="7" creationId="{CEF5092C-0C6E-42AA-BA33-28BFEB4D686E}"/>
          </ac:spMkLst>
        </pc:spChg>
        <pc:spChg chg="add mod">
          <ac:chgData name="Manuj Agrawal" userId="8275e378daeca5b2" providerId="LiveId" clId="{4E7904EE-1E3D-44AA-8108-34F7CBA47241}" dt="2021-12-16T18:43:15.073" v="1317" actId="115"/>
          <ac:spMkLst>
            <pc:docMk/>
            <pc:sldMk cId="1444475964" sldId="536"/>
            <ac:spMk id="8" creationId="{4B597735-1A9A-46D6-8AC8-7DE2D9EC13A6}"/>
          </ac:spMkLst>
        </pc:spChg>
        <pc:spChg chg="add mod">
          <ac:chgData name="Manuj Agrawal" userId="8275e378daeca5b2" providerId="LiveId" clId="{4E7904EE-1E3D-44AA-8108-34F7CBA47241}" dt="2021-12-16T18:43:31.543" v="1322" actId="1076"/>
          <ac:spMkLst>
            <pc:docMk/>
            <pc:sldMk cId="1444475964" sldId="536"/>
            <ac:spMk id="9" creationId="{92749CA6-21D2-4679-B2AB-8367F6279BDF}"/>
          </ac:spMkLst>
        </pc:spChg>
        <pc:spChg chg="add mod">
          <ac:chgData name="Manuj Agrawal" userId="8275e378daeca5b2" providerId="LiveId" clId="{4E7904EE-1E3D-44AA-8108-34F7CBA47241}" dt="2021-12-16T18:43:37.613" v="1323" actId="1076"/>
          <ac:spMkLst>
            <pc:docMk/>
            <pc:sldMk cId="1444475964" sldId="536"/>
            <ac:spMk id="10" creationId="{9E5F1D3F-84A1-409F-9EB8-C6426604D8A7}"/>
          </ac:spMkLst>
        </pc:spChg>
        <pc:spChg chg="add mod">
          <ac:chgData name="Manuj Agrawal" userId="8275e378daeca5b2" providerId="LiveId" clId="{4E7904EE-1E3D-44AA-8108-34F7CBA47241}" dt="2021-12-16T18:43:40.945" v="1324" actId="1076"/>
          <ac:spMkLst>
            <pc:docMk/>
            <pc:sldMk cId="1444475964" sldId="536"/>
            <ac:spMk id="11" creationId="{8D021075-022D-4FF7-8031-AA1B47B66FCF}"/>
          </ac:spMkLst>
        </pc:spChg>
        <pc:spChg chg="del mod">
          <ac:chgData name="Manuj Agrawal" userId="8275e378daeca5b2" providerId="LiveId" clId="{4E7904EE-1E3D-44AA-8108-34F7CBA47241}" dt="2021-12-16T19:50:49.365" v="1988"/>
          <ac:spMkLst>
            <pc:docMk/>
            <pc:sldMk cId="1444475964" sldId="536"/>
            <ac:spMk id="23" creationId="{31F97383-42DD-454C-A1EC-15B653DD6CEE}"/>
          </ac:spMkLst>
        </pc:spChg>
        <pc:spChg chg="del mod">
          <ac:chgData name="Manuj Agrawal" userId="8275e378daeca5b2" providerId="LiveId" clId="{4E7904EE-1E3D-44AA-8108-34F7CBA47241}" dt="2021-12-16T18:34:35.189" v="1200" actId="21"/>
          <ac:spMkLst>
            <pc:docMk/>
            <pc:sldMk cId="1444475964" sldId="536"/>
            <ac:spMk id="30" creationId="{AB167060-FEEB-4FFB-A251-DF3091DEEBBF}"/>
          </ac:spMkLst>
        </pc:spChg>
        <pc:spChg chg="mod">
          <ac:chgData name="Manuj Agrawal" userId="8275e378daeca5b2" providerId="LiveId" clId="{4E7904EE-1E3D-44AA-8108-34F7CBA47241}" dt="2021-12-16T18:44:34.357" v="1328" actId="207"/>
          <ac:spMkLst>
            <pc:docMk/>
            <pc:sldMk cId="1444475964" sldId="536"/>
            <ac:spMk id="33" creationId="{BFE2E1D2-8CC4-43CB-A6BD-B6249E952A6A}"/>
          </ac:spMkLst>
        </pc:spChg>
        <pc:spChg chg="mod">
          <ac:chgData name="Manuj Agrawal" userId="8275e378daeca5b2" providerId="LiveId" clId="{4E7904EE-1E3D-44AA-8108-34F7CBA47241}" dt="2021-12-16T18:44:40.036" v="1329" actId="113"/>
          <ac:spMkLst>
            <pc:docMk/>
            <pc:sldMk cId="1444475964" sldId="536"/>
            <ac:spMk id="34" creationId="{E8747200-3F36-4707-8938-BEE37C1C1868}"/>
          </ac:spMkLst>
        </pc:spChg>
      </pc:sldChg>
      <pc:sldChg chg="modSp mod">
        <pc:chgData name="Manuj Agrawal" userId="8275e378daeca5b2" providerId="LiveId" clId="{4E7904EE-1E3D-44AA-8108-34F7CBA47241}" dt="2021-12-16T17:56:02.325" v="522" actId="20577"/>
        <pc:sldMkLst>
          <pc:docMk/>
          <pc:sldMk cId="958035667" sldId="537"/>
        </pc:sldMkLst>
        <pc:spChg chg="mod">
          <ac:chgData name="Manuj Agrawal" userId="8275e378daeca5b2" providerId="LiveId" clId="{4E7904EE-1E3D-44AA-8108-34F7CBA47241}" dt="2021-12-16T17:56:02.325" v="522" actId="20577"/>
          <ac:spMkLst>
            <pc:docMk/>
            <pc:sldMk cId="958035667" sldId="537"/>
            <ac:spMk id="7" creationId="{964AF775-7BD1-4261-B095-0BBC8FB51428}"/>
          </ac:spMkLst>
        </pc:spChg>
      </pc:sldChg>
      <pc:sldChg chg="add del">
        <pc:chgData name="Manuj Agrawal" userId="8275e378daeca5b2" providerId="LiveId" clId="{4E7904EE-1E3D-44AA-8108-34F7CBA47241}" dt="2021-12-16T17:52:03.557" v="512" actId="47"/>
        <pc:sldMkLst>
          <pc:docMk/>
          <pc:sldMk cId="2600589139" sldId="538"/>
        </pc:sldMkLst>
      </pc:sldChg>
      <pc:sldChg chg="addSp delSp modSp add del mod">
        <pc:chgData name="Manuj Agrawal" userId="8275e378daeca5b2" providerId="LiveId" clId="{4E7904EE-1E3D-44AA-8108-34F7CBA47241}" dt="2021-12-16T19:56:37.586" v="2057" actId="47"/>
        <pc:sldMkLst>
          <pc:docMk/>
          <pc:sldMk cId="2840915516" sldId="538"/>
        </pc:sldMkLst>
        <pc:spChg chg="add del">
          <ac:chgData name="Manuj Agrawal" userId="8275e378daeca5b2" providerId="LiveId" clId="{4E7904EE-1E3D-44AA-8108-34F7CBA47241}" dt="2021-12-16T19:40:58.185" v="1807" actId="21"/>
          <ac:spMkLst>
            <pc:docMk/>
            <pc:sldMk cId="2840915516" sldId="538"/>
            <ac:spMk id="2" creationId="{171E896A-F1A2-4C2D-8898-819DBA293BA1}"/>
          </ac:spMkLst>
        </pc:spChg>
        <pc:spChg chg="del mod">
          <ac:chgData name="Manuj Agrawal" userId="8275e378daeca5b2" providerId="LiveId" clId="{4E7904EE-1E3D-44AA-8108-34F7CBA47241}" dt="2021-12-16T19:53:07.434" v="2016"/>
          <ac:spMkLst>
            <pc:docMk/>
            <pc:sldMk cId="2840915516" sldId="538"/>
            <ac:spMk id="7" creationId="{CEF5092C-0C6E-42AA-BA33-28BFEB4D686E}"/>
          </ac:spMkLst>
        </pc:spChg>
        <pc:spChg chg="del mod">
          <ac:chgData name="Manuj Agrawal" userId="8275e378daeca5b2" providerId="LiveId" clId="{4E7904EE-1E3D-44AA-8108-34F7CBA47241}" dt="2021-12-16T19:41:42.490" v="1821"/>
          <ac:spMkLst>
            <pc:docMk/>
            <pc:sldMk cId="2840915516" sldId="538"/>
            <ac:spMk id="8" creationId="{4B597735-1A9A-46D6-8AC8-7DE2D9EC13A6}"/>
          </ac:spMkLst>
        </pc:spChg>
        <pc:spChg chg="del mod">
          <ac:chgData name="Manuj Agrawal" userId="8275e378daeca5b2" providerId="LiveId" clId="{4E7904EE-1E3D-44AA-8108-34F7CBA47241}" dt="2021-12-16T19:43:59.956" v="1898" actId="478"/>
          <ac:spMkLst>
            <pc:docMk/>
            <pc:sldMk cId="2840915516" sldId="538"/>
            <ac:spMk id="9" creationId="{92749CA6-21D2-4679-B2AB-8367F6279BDF}"/>
          </ac:spMkLst>
        </pc:spChg>
        <pc:spChg chg="del mod">
          <ac:chgData name="Manuj Agrawal" userId="8275e378daeca5b2" providerId="LiveId" clId="{4E7904EE-1E3D-44AA-8108-34F7CBA47241}" dt="2021-12-16T19:43:35.201" v="1875" actId="478"/>
          <ac:spMkLst>
            <pc:docMk/>
            <pc:sldMk cId="2840915516" sldId="538"/>
            <ac:spMk id="10" creationId="{9E5F1D3F-84A1-409F-9EB8-C6426604D8A7}"/>
          </ac:spMkLst>
        </pc:spChg>
        <pc:spChg chg="del mod">
          <ac:chgData name="Manuj Agrawal" userId="8275e378daeca5b2" providerId="LiveId" clId="{4E7904EE-1E3D-44AA-8108-34F7CBA47241}" dt="2021-12-16T19:42:35.815" v="1849" actId="478"/>
          <ac:spMkLst>
            <pc:docMk/>
            <pc:sldMk cId="2840915516" sldId="538"/>
            <ac:spMk id="11" creationId="{8D021075-022D-4FF7-8031-AA1B47B66FCF}"/>
          </ac:spMkLst>
        </pc:spChg>
        <pc:spChg chg="add mod">
          <ac:chgData name="Manuj Agrawal" userId="8275e378daeca5b2" providerId="LiveId" clId="{4E7904EE-1E3D-44AA-8108-34F7CBA47241}" dt="2021-12-16T19:46:47.475" v="1917" actId="207"/>
          <ac:spMkLst>
            <pc:docMk/>
            <pc:sldMk cId="2840915516" sldId="538"/>
            <ac:spMk id="12" creationId="{70062927-601D-460E-B1C7-48C5245A8040}"/>
          </ac:spMkLst>
        </pc:spChg>
        <pc:spChg chg="add mod">
          <ac:chgData name="Manuj Agrawal" userId="8275e378daeca5b2" providerId="LiveId" clId="{4E7904EE-1E3D-44AA-8108-34F7CBA47241}" dt="2021-12-16T19:46:52.001" v="1918" actId="108"/>
          <ac:spMkLst>
            <pc:docMk/>
            <pc:sldMk cId="2840915516" sldId="538"/>
            <ac:spMk id="13" creationId="{E789FF71-35F0-4BB8-BCA2-A5FDD11B729C}"/>
          </ac:spMkLst>
        </pc:spChg>
        <pc:spChg chg="add mod">
          <ac:chgData name="Manuj Agrawal" userId="8275e378daeca5b2" providerId="LiveId" clId="{4E7904EE-1E3D-44AA-8108-34F7CBA47241}" dt="2021-12-16T19:46:53.989" v="1919" actId="108"/>
          <ac:spMkLst>
            <pc:docMk/>
            <pc:sldMk cId="2840915516" sldId="538"/>
            <ac:spMk id="14" creationId="{BE14BF24-7757-417E-A1A0-58FE6EB2C5D6}"/>
          </ac:spMkLst>
        </pc:spChg>
        <pc:spChg chg="add mod">
          <ac:chgData name="Manuj Agrawal" userId="8275e378daeca5b2" providerId="LiveId" clId="{4E7904EE-1E3D-44AA-8108-34F7CBA47241}" dt="2021-12-16T19:46:56.231" v="1920" actId="108"/>
          <ac:spMkLst>
            <pc:docMk/>
            <pc:sldMk cId="2840915516" sldId="538"/>
            <ac:spMk id="15" creationId="{1C9138B1-D41D-4C3F-B68E-D3A9D43D4A81}"/>
          </ac:spMkLst>
        </pc:spChg>
        <pc:spChg chg="mod">
          <ac:chgData name="Manuj Agrawal" userId="8275e378daeca5b2" providerId="LiveId" clId="{4E7904EE-1E3D-44AA-8108-34F7CBA47241}" dt="2021-12-16T19:44:49.240" v="1910" actId="1076"/>
          <ac:spMkLst>
            <pc:docMk/>
            <pc:sldMk cId="2840915516" sldId="538"/>
            <ac:spMk id="17" creationId="{B5C1152F-7231-435A-B06E-64C56434D480}"/>
          </ac:spMkLst>
        </pc:spChg>
        <pc:spChg chg="mod">
          <ac:chgData name="Manuj Agrawal" userId="8275e378daeca5b2" providerId="LiveId" clId="{4E7904EE-1E3D-44AA-8108-34F7CBA47241}" dt="2021-12-16T19:46:13.236" v="1913" actId="207"/>
          <ac:spMkLst>
            <pc:docMk/>
            <pc:sldMk cId="2840915516" sldId="538"/>
            <ac:spMk id="23" creationId="{31F97383-42DD-454C-A1EC-15B653DD6CEE}"/>
          </ac:spMkLst>
        </pc:spChg>
        <pc:spChg chg="del mod">
          <ac:chgData name="Manuj Agrawal" userId="8275e378daeca5b2" providerId="LiveId" clId="{4E7904EE-1E3D-44AA-8108-34F7CBA47241}" dt="2021-12-16T19:51:11.541" v="1997"/>
          <ac:spMkLst>
            <pc:docMk/>
            <pc:sldMk cId="2840915516" sldId="538"/>
            <ac:spMk id="33" creationId="{BFE2E1D2-8CC4-43CB-A6BD-B6249E952A6A}"/>
          </ac:spMkLst>
        </pc:spChg>
        <pc:spChg chg="del mod">
          <ac:chgData name="Manuj Agrawal" userId="8275e378daeca5b2" providerId="LiveId" clId="{4E7904EE-1E3D-44AA-8108-34F7CBA47241}" dt="2021-12-16T19:52:45.975" v="2009"/>
          <ac:spMkLst>
            <pc:docMk/>
            <pc:sldMk cId="2840915516" sldId="538"/>
            <ac:spMk id="34" creationId="{E8747200-3F36-4707-8938-BEE37C1C1868}"/>
          </ac:spMkLst>
        </pc:spChg>
      </pc:sldChg>
      <pc:sldChg chg="add del">
        <pc:chgData name="Manuj Agrawal" userId="8275e378daeca5b2" providerId="LiveId" clId="{4E7904EE-1E3D-44AA-8108-34F7CBA47241}" dt="2021-12-16T18:45:21.737" v="1330" actId="2696"/>
        <pc:sldMkLst>
          <pc:docMk/>
          <pc:sldMk cId="3006407059" sldId="538"/>
        </pc:sldMkLst>
      </pc:sldChg>
      <pc:sldChg chg="addSp delSp modSp add del mod">
        <pc:chgData name="Manuj Agrawal" userId="8275e378daeca5b2" providerId="LiveId" clId="{4E7904EE-1E3D-44AA-8108-34F7CBA47241}" dt="2021-12-16T19:29:49.917" v="1730" actId="47"/>
        <pc:sldMkLst>
          <pc:docMk/>
          <pc:sldMk cId="28360573" sldId="539"/>
        </pc:sldMkLst>
        <pc:spChg chg="mod">
          <ac:chgData name="Manuj Agrawal" userId="8275e378daeca5b2" providerId="LiveId" clId="{4E7904EE-1E3D-44AA-8108-34F7CBA47241}" dt="2021-12-16T18:59:44.728" v="1442" actId="255"/>
          <ac:spMkLst>
            <pc:docMk/>
            <pc:sldMk cId="28360573" sldId="539"/>
            <ac:spMk id="41" creationId="{266209A5-1D74-4F86-9871-AF54BD6F3C36}"/>
          </ac:spMkLst>
        </pc:spChg>
        <pc:spChg chg="add mod">
          <ac:chgData name="Manuj Agrawal" userId="8275e378daeca5b2" providerId="LiveId" clId="{4E7904EE-1E3D-44AA-8108-34F7CBA47241}" dt="2021-12-16T19:02:22.922" v="1469" actId="1076"/>
          <ac:spMkLst>
            <pc:docMk/>
            <pc:sldMk cId="28360573" sldId="539"/>
            <ac:spMk id="42" creationId="{1C5F4D8D-F30A-4B6E-9872-AB66CAED056D}"/>
          </ac:spMkLst>
        </pc:spChg>
        <pc:spChg chg="add mod">
          <ac:chgData name="Manuj Agrawal" userId="8275e378daeca5b2" providerId="LiveId" clId="{4E7904EE-1E3D-44AA-8108-34F7CBA47241}" dt="2021-12-16T19:02:22.922" v="1469" actId="1076"/>
          <ac:spMkLst>
            <pc:docMk/>
            <pc:sldMk cId="28360573" sldId="539"/>
            <ac:spMk id="43" creationId="{0C24A62A-CF93-4F39-8D7C-DDA40FE95449}"/>
          </ac:spMkLst>
        </pc:spChg>
        <pc:spChg chg="add mod">
          <ac:chgData name="Manuj Agrawal" userId="8275e378daeca5b2" providerId="LiveId" clId="{4E7904EE-1E3D-44AA-8108-34F7CBA47241}" dt="2021-12-16T19:02:22.922" v="1469" actId="1076"/>
          <ac:spMkLst>
            <pc:docMk/>
            <pc:sldMk cId="28360573" sldId="539"/>
            <ac:spMk id="45" creationId="{A7E111A1-3AFE-4200-864D-16A94C300F5E}"/>
          </ac:spMkLst>
        </pc:spChg>
        <pc:spChg chg="add mod">
          <ac:chgData name="Manuj Agrawal" userId="8275e378daeca5b2" providerId="LiveId" clId="{4E7904EE-1E3D-44AA-8108-34F7CBA47241}" dt="2021-12-16T19:02:22.922" v="1469" actId="1076"/>
          <ac:spMkLst>
            <pc:docMk/>
            <pc:sldMk cId="28360573" sldId="539"/>
            <ac:spMk id="47" creationId="{D600F2FB-7527-4ABD-A350-7DF89328A754}"/>
          </ac:spMkLst>
        </pc:spChg>
        <pc:spChg chg="del">
          <ac:chgData name="Manuj Agrawal" userId="8275e378daeca5b2" providerId="LiveId" clId="{4E7904EE-1E3D-44AA-8108-34F7CBA47241}" dt="2021-12-16T18:54:22.060" v="1379" actId="478"/>
          <ac:spMkLst>
            <pc:docMk/>
            <pc:sldMk cId="28360573" sldId="539"/>
            <ac:spMk id="61" creationId="{1004B370-5E8D-4B3E-8DFF-C2A3D97F0425}"/>
          </ac:spMkLst>
        </pc:spChg>
        <pc:spChg chg="mod">
          <ac:chgData name="Manuj Agrawal" userId="8275e378daeca5b2" providerId="LiveId" clId="{4E7904EE-1E3D-44AA-8108-34F7CBA47241}" dt="2021-12-16T18:57:21.419" v="1417" actId="1076"/>
          <ac:spMkLst>
            <pc:docMk/>
            <pc:sldMk cId="28360573" sldId="539"/>
            <ac:spMk id="86" creationId="{0761C987-669D-4B45-AB5B-91CF44396417}"/>
          </ac:spMkLst>
        </pc:spChg>
        <pc:spChg chg="mod">
          <ac:chgData name="Manuj Agrawal" userId="8275e378daeca5b2" providerId="LiveId" clId="{4E7904EE-1E3D-44AA-8108-34F7CBA47241}" dt="2021-12-16T18:57:14.215" v="1414" actId="1076"/>
          <ac:spMkLst>
            <pc:docMk/>
            <pc:sldMk cId="28360573" sldId="539"/>
            <ac:spMk id="89" creationId="{5BDBD705-4109-48F7-85D2-E658D1D5355F}"/>
          </ac:spMkLst>
        </pc:spChg>
        <pc:spChg chg="mod">
          <ac:chgData name="Manuj Agrawal" userId="8275e378daeca5b2" providerId="LiveId" clId="{4E7904EE-1E3D-44AA-8108-34F7CBA47241}" dt="2021-12-16T18:58:40.102" v="1427" actId="1076"/>
          <ac:spMkLst>
            <pc:docMk/>
            <pc:sldMk cId="28360573" sldId="539"/>
            <ac:spMk id="93" creationId="{94667A91-887E-467E-8875-79E08AFCCE2F}"/>
          </ac:spMkLst>
        </pc:spChg>
        <pc:spChg chg="del">
          <ac:chgData name="Manuj Agrawal" userId="8275e378daeca5b2" providerId="LiveId" clId="{4E7904EE-1E3D-44AA-8108-34F7CBA47241}" dt="2021-12-16T18:51:05.821" v="1334" actId="478"/>
          <ac:spMkLst>
            <pc:docMk/>
            <pc:sldMk cId="28360573" sldId="539"/>
            <ac:spMk id="98" creationId="{471610C0-830C-4E6D-A1D3-B9732217C174}"/>
          </ac:spMkLst>
        </pc:spChg>
        <pc:grpChg chg="add mod">
          <ac:chgData name="Manuj Agrawal" userId="8275e378daeca5b2" providerId="LiveId" clId="{4E7904EE-1E3D-44AA-8108-34F7CBA47241}" dt="2021-12-16T19:02:22.922" v="1469" actId="1076"/>
          <ac:grpSpMkLst>
            <pc:docMk/>
            <pc:sldMk cId="28360573" sldId="539"/>
            <ac:grpSpMk id="38" creationId="{81216F95-52AF-402A-B61D-614D13CF8ED0}"/>
          </ac:grpSpMkLst>
        </pc:grpChg>
        <pc:grpChg chg="mod">
          <ac:chgData name="Manuj Agrawal" userId="8275e378daeca5b2" providerId="LiveId" clId="{4E7904EE-1E3D-44AA-8108-34F7CBA47241}" dt="2021-12-16T18:59:09.755" v="1430" actId="1076"/>
          <ac:grpSpMkLst>
            <pc:docMk/>
            <pc:sldMk cId="28360573" sldId="539"/>
            <ac:grpSpMk id="44" creationId="{F3B25487-3D99-40A5-BF56-135F9CA5CBE1}"/>
          </ac:grpSpMkLst>
        </pc:grpChg>
        <pc:picChg chg="add mod">
          <ac:chgData name="Manuj Agrawal" userId="8275e378daeca5b2" providerId="LiveId" clId="{4E7904EE-1E3D-44AA-8108-34F7CBA47241}" dt="2021-12-16T19:02:22.922" v="1469" actId="1076"/>
          <ac:picMkLst>
            <pc:docMk/>
            <pc:sldMk cId="28360573" sldId="539"/>
            <ac:picMk id="35" creationId="{DB4AC7A5-F6BC-4FC7-A6C5-AD7FCB0F323C}"/>
          </ac:picMkLst>
        </pc:picChg>
        <pc:picChg chg="add mod">
          <ac:chgData name="Manuj Agrawal" userId="8275e378daeca5b2" providerId="LiveId" clId="{4E7904EE-1E3D-44AA-8108-34F7CBA47241}" dt="2021-12-16T19:02:22.922" v="1469" actId="1076"/>
          <ac:picMkLst>
            <pc:docMk/>
            <pc:sldMk cId="28360573" sldId="539"/>
            <ac:picMk id="36" creationId="{3ED8F6AB-7BFE-421F-88BF-27859F608253}"/>
          </ac:picMkLst>
        </pc:picChg>
        <pc:picChg chg="add mod ord">
          <ac:chgData name="Manuj Agrawal" userId="8275e378daeca5b2" providerId="LiveId" clId="{4E7904EE-1E3D-44AA-8108-34F7CBA47241}" dt="2021-12-16T19:02:22.922" v="1469" actId="1076"/>
          <ac:picMkLst>
            <pc:docMk/>
            <pc:sldMk cId="28360573" sldId="539"/>
            <ac:picMk id="37" creationId="{CF42759C-D3AE-48D1-A989-B343E2B1B5DD}"/>
          </ac:picMkLst>
        </pc:picChg>
        <pc:picChg chg="mod">
          <ac:chgData name="Manuj Agrawal" userId="8275e378daeca5b2" providerId="LiveId" clId="{4E7904EE-1E3D-44AA-8108-34F7CBA47241}" dt="2021-12-16T18:52:42.946" v="1358" actId="1076"/>
          <ac:picMkLst>
            <pc:docMk/>
            <pc:sldMk cId="28360573" sldId="539"/>
            <ac:picMk id="39" creationId="{8D00979D-D437-4A90-AA55-7492BCA743C7}"/>
          </ac:picMkLst>
        </pc:picChg>
        <pc:picChg chg="mod">
          <ac:chgData name="Manuj Agrawal" userId="8275e378daeca5b2" providerId="LiveId" clId="{4E7904EE-1E3D-44AA-8108-34F7CBA47241}" dt="2021-12-16T18:59:03.868" v="1429" actId="1076"/>
          <ac:picMkLst>
            <pc:docMk/>
            <pc:sldMk cId="28360573" sldId="539"/>
            <ac:picMk id="40" creationId="{347965DA-C738-49F6-B210-8E81452A15C5}"/>
          </ac:picMkLst>
        </pc:picChg>
        <pc:picChg chg="mod">
          <ac:chgData name="Manuj Agrawal" userId="8275e378daeca5b2" providerId="LiveId" clId="{4E7904EE-1E3D-44AA-8108-34F7CBA47241}" dt="2021-12-16T18:57:18.938" v="1416" actId="1076"/>
          <ac:picMkLst>
            <pc:docMk/>
            <pc:sldMk cId="28360573" sldId="539"/>
            <ac:picMk id="87" creationId="{8152CC44-A468-4323-A418-0E0E79484038}"/>
          </ac:picMkLst>
        </pc:picChg>
        <pc:picChg chg="mod">
          <ac:chgData name="Manuj Agrawal" userId="8275e378daeca5b2" providerId="LiveId" clId="{4E7904EE-1E3D-44AA-8108-34F7CBA47241}" dt="2021-12-16T18:59:14.986" v="1431" actId="1076"/>
          <ac:picMkLst>
            <pc:docMk/>
            <pc:sldMk cId="28360573" sldId="539"/>
            <ac:picMk id="92" creationId="{C72B0718-20DF-4658-BCB9-3DA30BB7B471}"/>
          </ac:picMkLst>
        </pc:picChg>
        <pc:cxnChg chg="mod">
          <ac:chgData name="Manuj Agrawal" userId="8275e378daeca5b2" providerId="LiveId" clId="{4E7904EE-1E3D-44AA-8108-34F7CBA47241}" dt="2021-12-16T18:55:12.496" v="1391" actId="14100"/>
          <ac:cxnSpMkLst>
            <pc:docMk/>
            <pc:sldMk cId="28360573" sldId="539"/>
            <ac:cxnSpMk id="91" creationId="{AAF94E5F-3FF2-48A0-A9D8-B6D31C793290}"/>
          </ac:cxnSpMkLst>
        </pc:cxnChg>
      </pc:sldChg>
      <pc:sldChg chg="addSp delSp modSp add mod setBg">
        <pc:chgData name="Manuj Agrawal" userId="8275e378daeca5b2" providerId="LiveId" clId="{4E7904EE-1E3D-44AA-8108-34F7CBA47241}" dt="2021-12-16T20:45:50.479" v="2266" actId="14100"/>
        <pc:sldMkLst>
          <pc:docMk/>
          <pc:sldMk cId="370230266" sldId="540"/>
        </pc:sldMkLst>
        <pc:spChg chg="mod">
          <ac:chgData name="Manuj Agrawal" userId="8275e378daeca5b2" providerId="LiveId" clId="{4E7904EE-1E3D-44AA-8108-34F7CBA47241}" dt="2021-12-16T19:13:36.055" v="1571" actId="1076"/>
          <ac:spMkLst>
            <pc:docMk/>
            <pc:sldMk cId="370230266" sldId="540"/>
            <ac:spMk id="4" creationId="{8CED9801-3ACF-4BB7-B2FF-5A75A35383CC}"/>
          </ac:spMkLst>
        </pc:spChg>
        <pc:spChg chg="mod">
          <ac:chgData name="Manuj Agrawal" userId="8275e378daeca5b2" providerId="LiveId" clId="{4E7904EE-1E3D-44AA-8108-34F7CBA47241}" dt="2021-12-16T19:31:19.251" v="1738" actId="1076"/>
          <ac:spMkLst>
            <pc:docMk/>
            <pc:sldMk cId="370230266" sldId="540"/>
            <ac:spMk id="41" creationId="{266209A5-1D74-4F86-9871-AF54BD6F3C36}"/>
          </ac:spMkLst>
        </pc:spChg>
        <pc:spChg chg="mod">
          <ac:chgData name="Manuj Agrawal" userId="8275e378daeca5b2" providerId="LiveId" clId="{4E7904EE-1E3D-44AA-8108-34F7CBA47241}" dt="2021-12-16T19:15:11.744" v="1598" actId="164"/>
          <ac:spMkLst>
            <pc:docMk/>
            <pc:sldMk cId="370230266" sldId="540"/>
            <ac:spMk id="42" creationId="{1C5F4D8D-F30A-4B6E-9872-AB66CAED056D}"/>
          </ac:spMkLst>
        </pc:spChg>
        <pc:spChg chg="mod">
          <ac:chgData name="Manuj Agrawal" userId="8275e378daeca5b2" providerId="LiveId" clId="{4E7904EE-1E3D-44AA-8108-34F7CBA47241}" dt="2021-12-16T19:17:50.022" v="1629" actId="1076"/>
          <ac:spMkLst>
            <pc:docMk/>
            <pc:sldMk cId="370230266" sldId="540"/>
            <ac:spMk id="43" creationId="{0C24A62A-CF93-4F39-8D7C-DDA40FE95449}"/>
          </ac:spMkLst>
        </pc:spChg>
        <pc:spChg chg="mod">
          <ac:chgData name="Manuj Agrawal" userId="8275e378daeca5b2" providerId="LiveId" clId="{4E7904EE-1E3D-44AA-8108-34F7CBA47241}" dt="2021-12-16T19:32:59.112" v="1747" actId="1076"/>
          <ac:spMkLst>
            <pc:docMk/>
            <pc:sldMk cId="370230266" sldId="540"/>
            <ac:spMk id="45" creationId="{A7E111A1-3AFE-4200-864D-16A94C300F5E}"/>
          </ac:spMkLst>
        </pc:spChg>
        <pc:spChg chg="mod">
          <ac:chgData name="Manuj Agrawal" userId="8275e378daeca5b2" providerId="LiveId" clId="{4E7904EE-1E3D-44AA-8108-34F7CBA47241}" dt="2021-12-16T19:14:47.629" v="1591" actId="164"/>
          <ac:spMkLst>
            <pc:docMk/>
            <pc:sldMk cId="370230266" sldId="540"/>
            <ac:spMk id="47" creationId="{D600F2FB-7527-4ABD-A350-7DF89328A754}"/>
          </ac:spMkLst>
        </pc:spChg>
        <pc:spChg chg="add mod">
          <ac:chgData name="Manuj Agrawal" userId="8275e378daeca5b2" providerId="LiveId" clId="{4E7904EE-1E3D-44AA-8108-34F7CBA47241}" dt="2021-12-16T20:45:06.712" v="2263" actId="1076"/>
          <ac:spMkLst>
            <pc:docMk/>
            <pc:sldMk cId="370230266" sldId="540"/>
            <ac:spMk id="50" creationId="{79ACDDDB-3E55-4919-B95F-863D2DC41006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56" creationId="{1835E9D4-2F92-430A-96BF-FE4CD33E6415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65" creationId="{68BF74A0-16CA-4C81-B146-5CF1B93C4236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66" creationId="{5B7275D1-8CAF-4FEA-BEAF-482C1BECD615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67" creationId="{4A69B432-201B-4ECB-9740-C528CDF4D9F0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68" creationId="{E450164D-D6F7-4759-BF44-49B5FDE5D61A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69" creationId="{342A3E29-B41E-41DC-8560-1D2E99170609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70" creationId="{6CD3EDE6-39CD-4FAB-B8C8-DBD50840A69D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71" creationId="{9E599B26-5F57-451C-BE3A-C4B58FBFF599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72" creationId="{2FDC465C-A534-4DC2-A8B1-9877A730446B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74" creationId="{4463A3C7-F6E8-4075-B54D-EBF169247B8F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75" creationId="{56F3E95A-F773-4A98-9724-E868FAFDA702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77" creationId="{D6101119-1A5F-47DD-9370-62D265ADEA7F}"/>
          </ac:spMkLst>
        </pc:spChg>
        <pc:spChg chg="mod topLvl">
          <ac:chgData name="Manuj Agrawal" userId="8275e378daeca5b2" providerId="LiveId" clId="{4E7904EE-1E3D-44AA-8108-34F7CBA47241}" dt="2021-12-16T19:13:49.202" v="1574" actId="1076"/>
          <ac:spMkLst>
            <pc:docMk/>
            <pc:sldMk cId="370230266" sldId="540"/>
            <ac:spMk id="83" creationId="{EA532180-D57E-41AA-A507-87EF29C0A1AE}"/>
          </ac:spMkLst>
        </pc:spChg>
        <pc:spChg chg="mod topLvl">
          <ac:chgData name="Manuj Agrawal" userId="8275e378daeca5b2" providerId="LiveId" clId="{4E7904EE-1E3D-44AA-8108-34F7CBA47241}" dt="2021-12-16T19:28:49.069" v="1728" actId="1076"/>
          <ac:spMkLst>
            <pc:docMk/>
            <pc:sldMk cId="370230266" sldId="540"/>
            <ac:spMk id="86" creationId="{0761C987-669D-4B45-AB5B-91CF44396417}"/>
          </ac:spMkLst>
        </pc:spChg>
        <pc:spChg chg="mod topLvl">
          <ac:chgData name="Manuj Agrawal" userId="8275e378daeca5b2" providerId="LiveId" clId="{4E7904EE-1E3D-44AA-8108-34F7CBA47241}" dt="2021-12-16T19:27:20.700" v="1722" actId="1076"/>
          <ac:spMkLst>
            <pc:docMk/>
            <pc:sldMk cId="370230266" sldId="540"/>
            <ac:spMk id="88" creationId="{1C2F7225-30AA-490C-8F3F-95E33A6C311A}"/>
          </ac:spMkLst>
        </pc:spChg>
        <pc:spChg chg="mod topLvl">
          <ac:chgData name="Manuj Agrawal" userId="8275e378daeca5b2" providerId="LiveId" clId="{4E7904EE-1E3D-44AA-8108-34F7CBA47241}" dt="2021-12-16T19:27:24.906" v="1723" actId="1076"/>
          <ac:spMkLst>
            <pc:docMk/>
            <pc:sldMk cId="370230266" sldId="540"/>
            <ac:spMk id="89" creationId="{5BDBD705-4109-48F7-85D2-E658D1D5355F}"/>
          </ac:spMkLst>
        </pc:spChg>
        <pc:spChg chg="mod">
          <ac:chgData name="Manuj Agrawal" userId="8275e378daeca5b2" providerId="LiveId" clId="{4E7904EE-1E3D-44AA-8108-34F7CBA47241}" dt="2021-12-16T19:30:21.816" v="1731" actId="1076"/>
          <ac:spMkLst>
            <pc:docMk/>
            <pc:sldMk cId="370230266" sldId="540"/>
            <ac:spMk id="93" creationId="{94667A91-887E-467E-8875-79E08AFCCE2F}"/>
          </ac:spMkLst>
        </pc:spChg>
        <pc:grpChg chg="add mod">
          <ac:chgData name="Manuj Agrawal" userId="8275e378daeca5b2" providerId="LiveId" clId="{4E7904EE-1E3D-44AA-8108-34F7CBA47241}" dt="2021-12-16T20:45:42.871" v="2265" actId="14100"/>
          <ac:grpSpMkLst>
            <pc:docMk/>
            <pc:sldMk cId="370230266" sldId="540"/>
            <ac:grpSpMk id="5" creationId="{0E6D321A-581F-4CC4-A99E-5508B2D9AD01}"/>
          </ac:grpSpMkLst>
        </pc:grpChg>
        <pc:grpChg chg="add mod">
          <ac:chgData name="Manuj Agrawal" userId="8275e378daeca5b2" providerId="LiveId" clId="{4E7904EE-1E3D-44AA-8108-34F7CBA47241}" dt="2021-12-16T19:31:26.809" v="1739" actId="1076"/>
          <ac:grpSpMkLst>
            <pc:docMk/>
            <pc:sldMk cId="370230266" sldId="540"/>
            <ac:grpSpMk id="6" creationId="{9A4D6330-B921-4627-A6F9-565E4F208D0F}"/>
          </ac:grpSpMkLst>
        </pc:grpChg>
        <pc:grpChg chg="add mod">
          <ac:chgData name="Manuj Agrawal" userId="8275e378daeca5b2" providerId="LiveId" clId="{4E7904EE-1E3D-44AA-8108-34F7CBA47241}" dt="2021-12-16T19:31:40.169" v="1741" actId="1076"/>
          <ac:grpSpMkLst>
            <pc:docMk/>
            <pc:sldMk cId="370230266" sldId="540"/>
            <ac:grpSpMk id="7" creationId="{B2AAE1E3-D98F-441F-A02F-45F8F62E2176}"/>
          </ac:grpSpMkLst>
        </pc:grpChg>
        <pc:grpChg chg="add mod">
          <ac:chgData name="Manuj Agrawal" userId="8275e378daeca5b2" providerId="LiveId" clId="{4E7904EE-1E3D-44AA-8108-34F7CBA47241}" dt="2021-12-16T19:31:43.888" v="1742" actId="1076"/>
          <ac:grpSpMkLst>
            <pc:docMk/>
            <pc:sldMk cId="370230266" sldId="540"/>
            <ac:grpSpMk id="8" creationId="{9A16FC3C-9A89-4CDB-8730-1A85237ADA83}"/>
          </ac:grpSpMkLst>
        </pc:grpChg>
        <pc:grpChg chg="add del mod">
          <ac:chgData name="Manuj Agrawal" userId="8275e378daeca5b2" providerId="LiveId" clId="{4E7904EE-1E3D-44AA-8108-34F7CBA47241}" dt="2021-12-16T19:24:55.423" v="1700" actId="165"/>
          <ac:grpSpMkLst>
            <pc:docMk/>
            <pc:sldMk cId="370230266" sldId="540"/>
            <ac:grpSpMk id="9" creationId="{A7BCAB77-73B1-4C73-B59A-6C04ADA46AC4}"/>
          </ac:grpSpMkLst>
        </pc:grpChg>
        <pc:grpChg chg="mod">
          <ac:chgData name="Manuj Agrawal" userId="8275e378daeca5b2" providerId="LiveId" clId="{4E7904EE-1E3D-44AA-8108-34F7CBA47241}" dt="2021-12-16T19:14:52.461" v="1592" actId="164"/>
          <ac:grpSpMkLst>
            <pc:docMk/>
            <pc:sldMk cId="370230266" sldId="540"/>
            <ac:grpSpMk id="38" creationId="{81216F95-52AF-402A-B61D-614D13CF8ED0}"/>
          </ac:grpSpMkLst>
        </pc:grpChg>
        <pc:grpChg chg="del">
          <ac:chgData name="Manuj Agrawal" userId="8275e378daeca5b2" providerId="LiveId" clId="{4E7904EE-1E3D-44AA-8108-34F7CBA47241}" dt="2021-12-16T19:04:09.780" v="1477" actId="165"/>
          <ac:grpSpMkLst>
            <pc:docMk/>
            <pc:sldMk cId="370230266" sldId="540"/>
            <ac:grpSpMk id="44" creationId="{F3B25487-3D99-40A5-BF56-135F9CA5CBE1}"/>
          </ac:grpSpMkLst>
        </pc:grpChg>
        <pc:grpChg chg="del mod topLvl">
          <ac:chgData name="Manuj Agrawal" userId="8275e378daeca5b2" providerId="LiveId" clId="{4E7904EE-1E3D-44AA-8108-34F7CBA47241}" dt="2021-12-16T19:08:23.134" v="1517" actId="165"/>
          <ac:grpSpMkLst>
            <pc:docMk/>
            <pc:sldMk cId="370230266" sldId="540"/>
            <ac:grpSpMk id="46" creationId="{F5519487-52DE-45BC-A96D-BE5F9D37583C}"/>
          </ac:grpSpMkLst>
        </pc:grpChg>
        <pc:grpChg chg="mod topLvl">
          <ac:chgData name="Manuj Agrawal" userId="8275e378daeca5b2" providerId="LiveId" clId="{4E7904EE-1E3D-44AA-8108-34F7CBA47241}" dt="2021-12-16T19:25:44.451" v="1708" actId="1076"/>
          <ac:grpSpMkLst>
            <pc:docMk/>
            <pc:sldMk cId="370230266" sldId="540"/>
            <ac:grpSpMk id="54" creationId="{7FF35A1B-D4A6-4FE0-98C7-AAB020172CEC}"/>
          </ac:grpSpMkLst>
        </pc:grpChg>
        <pc:grpChg chg="mod">
          <ac:chgData name="Manuj Agrawal" userId="8275e378daeca5b2" providerId="LiveId" clId="{4E7904EE-1E3D-44AA-8108-34F7CBA47241}" dt="2021-12-16T19:04:09.780" v="1477" actId="165"/>
          <ac:grpSpMkLst>
            <pc:docMk/>
            <pc:sldMk cId="370230266" sldId="540"/>
            <ac:grpSpMk id="55" creationId="{5641D2EB-1B38-4C88-9113-980CEA0AEA58}"/>
          </ac:grpSpMkLst>
        </pc:grpChg>
        <pc:grpChg chg="mod">
          <ac:chgData name="Manuj Agrawal" userId="8275e378daeca5b2" providerId="LiveId" clId="{4E7904EE-1E3D-44AA-8108-34F7CBA47241}" dt="2021-12-16T19:04:09.780" v="1477" actId="165"/>
          <ac:grpSpMkLst>
            <pc:docMk/>
            <pc:sldMk cId="370230266" sldId="540"/>
            <ac:grpSpMk id="57" creationId="{1DA41128-45F1-476A-8890-3790ABA0BF99}"/>
          </ac:grpSpMkLst>
        </pc:grpChg>
        <pc:grpChg chg="mod">
          <ac:chgData name="Manuj Agrawal" userId="8275e378daeca5b2" providerId="LiveId" clId="{4E7904EE-1E3D-44AA-8108-34F7CBA47241}" dt="2021-12-16T19:04:09.780" v="1477" actId="165"/>
          <ac:grpSpMkLst>
            <pc:docMk/>
            <pc:sldMk cId="370230266" sldId="540"/>
            <ac:grpSpMk id="59" creationId="{F2F56CB1-65BB-4FFB-BB2B-031BDFE46599}"/>
          </ac:grpSpMkLst>
        </pc:grpChg>
        <pc:grpChg chg="mod">
          <ac:chgData name="Manuj Agrawal" userId="8275e378daeca5b2" providerId="LiveId" clId="{4E7904EE-1E3D-44AA-8108-34F7CBA47241}" dt="2021-12-16T19:04:09.780" v="1477" actId="165"/>
          <ac:grpSpMkLst>
            <pc:docMk/>
            <pc:sldMk cId="370230266" sldId="540"/>
            <ac:grpSpMk id="64" creationId="{27252E06-B3EE-44DB-BDBB-44DB5B54EC4D}"/>
          </ac:grpSpMkLst>
        </pc:grpChg>
        <pc:grpChg chg="del mod topLvl">
          <ac:chgData name="Manuj Agrawal" userId="8275e378daeca5b2" providerId="LiveId" clId="{4E7904EE-1E3D-44AA-8108-34F7CBA47241}" dt="2021-12-16T19:08:34.028" v="1520" actId="165"/>
          <ac:grpSpMkLst>
            <pc:docMk/>
            <pc:sldMk cId="370230266" sldId="540"/>
            <ac:grpSpMk id="85" creationId="{DD55054B-D7A2-4531-BD84-283D752EA1CD}"/>
          </ac:grpSpMkLst>
        </pc:grpChg>
        <pc:picChg chg="mod">
          <ac:chgData name="Manuj Agrawal" userId="8275e378daeca5b2" providerId="LiveId" clId="{4E7904EE-1E3D-44AA-8108-34F7CBA47241}" dt="2021-12-16T20:45:50.479" v="2266" actId="14100"/>
          <ac:picMkLst>
            <pc:docMk/>
            <pc:sldMk cId="370230266" sldId="540"/>
            <ac:picMk id="35" creationId="{DB4AC7A5-F6BC-4FC7-A6C5-AD7FCB0F323C}"/>
          </ac:picMkLst>
        </pc:picChg>
        <pc:picChg chg="mod">
          <ac:chgData name="Manuj Agrawal" userId="8275e378daeca5b2" providerId="LiveId" clId="{4E7904EE-1E3D-44AA-8108-34F7CBA47241}" dt="2021-12-16T19:17:53.171" v="1630" actId="1076"/>
          <ac:picMkLst>
            <pc:docMk/>
            <pc:sldMk cId="370230266" sldId="540"/>
            <ac:picMk id="36" creationId="{3ED8F6AB-7BFE-421F-88BF-27859F608253}"/>
          </ac:picMkLst>
        </pc:picChg>
        <pc:picChg chg="mod">
          <ac:chgData name="Manuj Agrawal" userId="8275e378daeca5b2" providerId="LiveId" clId="{4E7904EE-1E3D-44AA-8108-34F7CBA47241}" dt="2021-12-16T19:15:11.744" v="1598" actId="164"/>
          <ac:picMkLst>
            <pc:docMk/>
            <pc:sldMk cId="370230266" sldId="540"/>
            <ac:picMk id="37" creationId="{CF42759C-D3AE-48D1-A989-B343E2B1B5DD}"/>
          </ac:picMkLst>
        </pc:picChg>
        <pc:picChg chg="mod">
          <ac:chgData name="Manuj Agrawal" userId="8275e378daeca5b2" providerId="LiveId" clId="{4E7904EE-1E3D-44AA-8108-34F7CBA47241}" dt="2021-12-16T19:31:04.458" v="1735" actId="14100"/>
          <ac:picMkLst>
            <pc:docMk/>
            <pc:sldMk cId="370230266" sldId="540"/>
            <ac:picMk id="39" creationId="{8D00979D-D437-4A90-AA55-7492BCA743C7}"/>
          </ac:picMkLst>
        </pc:picChg>
        <pc:picChg chg="mod">
          <ac:chgData name="Manuj Agrawal" userId="8275e378daeca5b2" providerId="LiveId" clId="{4E7904EE-1E3D-44AA-8108-34F7CBA47241}" dt="2021-12-16T19:23:48.731" v="1688" actId="1076"/>
          <ac:picMkLst>
            <pc:docMk/>
            <pc:sldMk cId="370230266" sldId="540"/>
            <ac:picMk id="40" creationId="{347965DA-C738-49F6-B210-8E81452A15C5}"/>
          </ac:picMkLst>
        </pc:picChg>
        <pc:picChg chg="add mod">
          <ac:chgData name="Manuj Agrawal" userId="8275e378daeca5b2" providerId="LiveId" clId="{4E7904EE-1E3D-44AA-8108-34F7CBA47241}" dt="2021-12-16T19:13:38.310" v="1573" actId="571"/>
          <ac:picMkLst>
            <pc:docMk/>
            <pc:sldMk cId="370230266" sldId="540"/>
            <ac:picMk id="48" creationId="{FE013AB4-4C57-4528-8939-A1402FD8592D}"/>
          </ac:picMkLst>
        </pc:picChg>
        <pc:picChg chg="mod topLvl">
          <ac:chgData name="Manuj Agrawal" userId="8275e378daeca5b2" providerId="LiveId" clId="{4E7904EE-1E3D-44AA-8108-34F7CBA47241}" dt="2021-12-16T19:26:18.244" v="1718" actId="1076"/>
          <ac:picMkLst>
            <pc:docMk/>
            <pc:sldMk cId="370230266" sldId="540"/>
            <ac:picMk id="87" creationId="{8152CC44-A468-4323-A418-0E0E79484038}"/>
          </ac:picMkLst>
        </pc:picChg>
        <pc:picChg chg="mod topLvl">
          <ac:chgData name="Manuj Agrawal" userId="8275e378daeca5b2" providerId="LiveId" clId="{4E7904EE-1E3D-44AA-8108-34F7CBA47241}" dt="2021-12-16T19:28:55.758" v="1729" actId="1076"/>
          <ac:picMkLst>
            <pc:docMk/>
            <pc:sldMk cId="370230266" sldId="540"/>
            <ac:picMk id="92" creationId="{C72B0718-20DF-4658-BCB9-3DA30BB7B471}"/>
          </ac:picMkLst>
        </pc:picChg>
        <pc:cxnChg chg="mod topLvl">
          <ac:chgData name="Manuj Agrawal" userId="8275e378daeca5b2" providerId="LiveId" clId="{4E7904EE-1E3D-44AA-8108-34F7CBA47241}" dt="2021-12-16T19:25:56.829" v="1711" actId="14100"/>
          <ac:cxnSpMkLst>
            <pc:docMk/>
            <pc:sldMk cId="370230266" sldId="540"/>
            <ac:cxnSpMk id="90" creationId="{B03587A8-C6C8-4EF9-8B28-40545EE32A86}"/>
          </ac:cxnSpMkLst>
        </pc:cxnChg>
        <pc:cxnChg chg="mod topLvl">
          <ac:chgData name="Manuj Agrawal" userId="8275e378daeca5b2" providerId="LiveId" clId="{4E7904EE-1E3D-44AA-8108-34F7CBA47241}" dt="2021-12-16T19:28:40.434" v="1726" actId="14100"/>
          <ac:cxnSpMkLst>
            <pc:docMk/>
            <pc:sldMk cId="370230266" sldId="540"/>
            <ac:cxnSpMk id="91" creationId="{AAF94E5F-3FF2-48A0-A9D8-B6D31C793290}"/>
          </ac:cxnSpMkLst>
        </pc:cxnChg>
      </pc:sldChg>
      <pc:sldChg chg="modSp add mod">
        <pc:chgData name="Manuj Agrawal" userId="8275e378daeca5b2" providerId="LiveId" clId="{4E7904EE-1E3D-44AA-8108-34F7CBA47241}" dt="2021-12-16T20:40:59.590" v="2249" actId="207"/>
        <pc:sldMkLst>
          <pc:docMk/>
          <pc:sldMk cId="1146830387" sldId="541"/>
        </pc:sldMkLst>
        <pc:spChg chg="mod">
          <ac:chgData name="Manuj Agrawal" userId="8275e378daeca5b2" providerId="LiveId" clId="{4E7904EE-1E3D-44AA-8108-34F7CBA47241}" dt="2021-12-16T19:35:36.941" v="1774" actId="1076"/>
          <ac:spMkLst>
            <pc:docMk/>
            <pc:sldMk cId="1146830387" sldId="541"/>
            <ac:spMk id="12" creationId="{6910D99F-D37F-46FC-B94D-97CD736F58B7}"/>
          </ac:spMkLst>
        </pc:spChg>
        <pc:spChg chg="mod">
          <ac:chgData name="Manuj Agrawal" userId="8275e378daeca5b2" providerId="LiveId" clId="{4E7904EE-1E3D-44AA-8108-34F7CBA47241}" dt="2021-12-16T19:37:29.579" v="1797" actId="1076"/>
          <ac:spMkLst>
            <pc:docMk/>
            <pc:sldMk cId="1146830387" sldId="541"/>
            <ac:spMk id="17" creationId="{00000000-0000-0000-0000-000000000000}"/>
          </ac:spMkLst>
        </pc:spChg>
        <pc:spChg chg="mod">
          <ac:chgData name="Manuj Agrawal" userId="8275e378daeca5b2" providerId="LiveId" clId="{4E7904EE-1E3D-44AA-8108-34F7CBA47241}" dt="2021-12-16T20:40:39.199" v="2247" actId="207"/>
          <ac:spMkLst>
            <pc:docMk/>
            <pc:sldMk cId="1146830387" sldId="541"/>
            <ac:spMk id="37" creationId="{42B42F82-AEC2-4464-889B-1A93FAE34CFE}"/>
          </ac:spMkLst>
        </pc:spChg>
        <pc:graphicFrameChg chg="mod modGraphic">
          <ac:chgData name="Manuj Agrawal" userId="8275e378daeca5b2" providerId="LiveId" clId="{4E7904EE-1E3D-44AA-8108-34F7CBA47241}" dt="2021-12-16T20:40:59.590" v="2249" actId="207"/>
          <ac:graphicFrameMkLst>
            <pc:docMk/>
            <pc:sldMk cId="1146830387" sldId="541"/>
            <ac:graphicFrameMk id="9" creationId="{26E5A1B9-A8D1-47DB-A261-8C73C3BA00CF}"/>
          </ac:graphicFrameMkLst>
        </pc:graphicFrameChg>
        <pc:picChg chg="mod">
          <ac:chgData name="Manuj Agrawal" userId="8275e378daeca5b2" providerId="LiveId" clId="{4E7904EE-1E3D-44AA-8108-34F7CBA47241}" dt="2021-12-16T19:35:22.947" v="1772" actId="108"/>
          <ac:picMkLst>
            <pc:docMk/>
            <pc:sldMk cId="1146830387" sldId="541"/>
            <ac:picMk id="4" creationId="{011CC322-0458-4822-9425-2DDEF4FFB5DA}"/>
          </ac:picMkLst>
        </pc:picChg>
        <pc:picChg chg="mod">
          <ac:chgData name="Manuj Agrawal" userId="8275e378daeca5b2" providerId="LiveId" clId="{4E7904EE-1E3D-44AA-8108-34F7CBA47241}" dt="2021-12-16T19:35:15.314" v="1771" actId="108"/>
          <ac:picMkLst>
            <pc:docMk/>
            <pc:sldMk cId="1146830387" sldId="541"/>
            <ac:picMk id="11" creationId="{C822C461-CB94-42E8-8A81-0135AE01AE75}"/>
          </ac:picMkLst>
        </pc:picChg>
        <pc:picChg chg="mod">
          <ac:chgData name="Manuj Agrawal" userId="8275e378daeca5b2" providerId="LiveId" clId="{4E7904EE-1E3D-44AA-8108-34F7CBA47241}" dt="2021-12-16T19:35:13.054" v="1770" actId="108"/>
          <ac:picMkLst>
            <pc:docMk/>
            <pc:sldMk cId="1146830387" sldId="541"/>
            <ac:picMk id="25" creationId="{1C54A1A4-1356-40AE-A051-9D3169453ECA}"/>
          </ac:picMkLst>
        </pc:picChg>
        <pc:picChg chg="mod">
          <ac:chgData name="Manuj Agrawal" userId="8275e378daeca5b2" providerId="LiveId" clId="{4E7904EE-1E3D-44AA-8108-34F7CBA47241}" dt="2021-12-16T19:35:07.752" v="1769"/>
          <ac:picMkLst>
            <pc:docMk/>
            <pc:sldMk cId="1146830387" sldId="541"/>
            <ac:picMk id="27" creationId="{9FFB78D9-0CB0-4524-826D-A80602BFB69B}"/>
          </ac:picMkLst>
        </pc:picChg>
      </pc:sldChg>
      <pc:sldChg chg="addSp delSp modSp add mod ord">
        <pc:chgData name="Manuj Agrawal" userId="8275e378daeca5b2" providerId="LiveId" clId="{4E7904EE-1E3D-44AA-8108-34F7CBA47241}" dt="2021-12-16T20:40:20.645" v="2246" actId="207"/>
        <pc:sldMkLst>
          <pc:docMk/>
          <pc:sldMk cId="1316161972" sldId="542"/>
        </pc:sldMkLst>
        <pc:spChg chg="add mod">
          <ac:chgData name="Manuj Agrawal" userId="8275e378daeca5b2" providerId="LiveId" clId="{4E7904EE-1E3D-44AA-8108-34F7CBA47241}" dt="2021-12-16T20:25:01.602" v="2196" actId="1076"/>
          <ac:spMkLst>
            <pc:docMk/>
            <pc:sldMk cId="1316161972" sldId="542"/>
            <ac:spMk id="39" creationId="{5C3D40EA-B239-4229-8507-5450DD9046A1}"/>
          </ac:spMkLst>
        </pc:spChg>
        <pc:spChg chg="mod">
          <ac:chgData name="Manuj Agrawal" userId="8275e378daeca5b2" providerId="LiveId" clId="{4E7904EE-1E3D-44AA-8108-34F7CBA47241}" dt="2021-12-16T20:40:10.598" v="2244" actId="207"/>
          <ac:spMkLst>
            <pc:docMk/>
            <pc:sldMk cId="1316161972" sldId="542"/>
            <ac:spMk id="46" creationId="{24BB6A65-A7A1-4208-8A63-7D295ADC25C5}"/>
          </ac:spMkLst>
        </pc:spChg>
        <pc:spChg chg="mod">
          <ac:chgData name="Manuj Agrawal" userId="8275e378daeca5b2" providerId="LiveId" clId="{4E7904EE-1E3D-44AA-8108-34F7CBA47241}" dt="2021-12-16T20:06:55.504" v="2130" actId="1076"/>
          <ac:spMkLst>
            <pc:docMk/>
            <pc:sldMk cId="1316161972" sldId="542"/>
            <ac:spMk id="48" creationId="{07A46A93-7AD0-4D68-B818-26632908A698}"/>
          </ac:spMkLst>
        </pc:spChg>
        <pc:spChg chg="mod">
          <ac:chgData name="Manuj Agrawal" userId="8275e378daeca5b2" providerId="LiveId" clId="{4E7904EE-1E3D-44AA-8108-34F7CBA47241}" dt="2021-12-16T20:40:16.733" v="2245" actId="207"/>
          <ac:spMkLst>
            <pc:docMk/>
            <pc:sldMk cId="1316161972" sldId="542"/>
            <ac:spMk id="53" creationId="{5DF48541-2872-4431-9E18-448881EAB458}"/>
          </ac:spMkLst>
        </pc:spChg>
        <pc:spChg chg="mod">
          <ac:chgData name="Manuj Agrawal" userId="8275e378daeca5b2" providerId="LiveId" clId="{4E7904EE-1E3D-44AA-8108-34F7CBA47241}" dt="2021-12-16T20:04:04.175" v="2117" actId="1076"/>
          <ac:spMkLst>
            <pc:docMk/>
            <pc:sldMk cId="1316161972" sldId="542"/>
            <ac:spMk id="54" creationId="{560FB32C-3B60-4F89-8FE1-B0E9999FA560}"/>
          </ac:spMkLst>
        </pc:spChg>
        <pc:spChg chg="del">
          <ac:chgData name="Manuj Agrawal" userId="8275e378daeca5b2" providerId="LiveId" clId="{4E7904EE-1E3D-44AA-8108-34F7CBA47241}" dt="2021-12-16T19:48:25.023" v="1929" actId="478"/>
          <ac:spMkLst>
            <pc:docMk/>
            <pc:sldMk cId="1316161972" sldId="542"/>
            <ac:spMk id="56" creationId="{00F44435-6633-4363-981D-E07255351B53}"/>
          </ac:spMkLst>
        </pc:spChg>
        <pc:spChg chg="mod">
          <ac:chgData name="Manuj Agrawal" userId="8275e378daeca5b2" providerId="LiveId" clId="{4E7904EE-1E3D-44AA-8108-34F7CBA47241}" dt="2021-12-16T20:02:57.139" v="2109" actId="403"/>
          <ac:spMkLst>
            <pc:docMk/>
            <pc:sldMk cId="1316161972" sldId="542"/>
            <ac:spMk id="59" creationId="{0CB50AB1-ED75-406B-BE0B-B6F99F0727EF}"/>
          </ac:spMkLst>
        </pc:spChg>
        <pc:spChg chg="mod">
          <ac:chgData name="Manuj Agrawal" userId="8275e378daeca5b2" providerId="LiveId" clId="{4E7904EE-1E3D-44AA-8108-34F7CBA47241}" dt="2021-12-16T20:40:20.645" v="2246" actId="207"/>
          <ac:spMkLst>
            <pc:docMk/>
            <pc:sldMk cId="1316161972" sldId="542"/>
            <ac:spMk id="60" creationId="{91303CD3-62FD-4D70-9375-3611F9F11ECC}"/>
          </ac:spMkLst>
        </pc:spChg>
        <pc:spChg chg="mod">
          <ac:chgData name="Manuj Agrawal" userId="8275e378daeca5b2" providerId="LiveId" clId="{4E7904EE-1E3D-44AA-8108-34F7CBA47241}" dt="2021-12-16T20:02:23.156" v="2099" actId="403"/>
          <ac:spMkLst>
            <pc:docMk/>
            <pc:sldMk cId="1316161972" sldId="542"/>
            <ac:spMk id="64" creationId="{8FDBB07F-92FE-4874-A085-2862B65B52DA}"/>
          </ac:spMkLst>
        </pc:spChg>
        <pc:spChg chg="mod">
          <ac:chgData name="Manuj Agrawal" userId="8275e378daeca5b2" providerId="LiveId" clId="{4E7904EE-1E3D-44AA-8108-34F7CBA47241}" dt="2021-12-16T20:40:06.984" v="2243" actId="207"/>
          <ac:spMkLst>
            <pc:docMk/>
            <pc:sldMk cId="1316161972" sldId="542"/>
            <ac:spMk id="65" creationId="{B4F605A6-CA08-47F2-B0A6-8FEA14B15CF5}"/>
          </ac:spMkLst>
        </pc:spChg>
        <pc:spChg chg="mod topLvl">
          <ac:chgData name="Manuj Agrawal" userId="8275e378daeca5b2" providerId="LiveId" clId="{4E7904EE-1E3D-44AA-8108-34F7CBA47241}" dt="2021-12-16T20:05:29.211" v="2125" actId="164"/>
          <ac:spMkLst>
            <pc:docMk/>
            <pc:sldMk cId="1316161972" sldId="542"/>
            <ac:spMk id="67" creationId="{94E64F28-29E4-4A49-BA01-D3717058AA3E}"/>
          </ac:spMkLst>
        </pc:spChg>
        <pc:spChg chg="mod">
          <ac:chgData name="Manuj Agrawal" userId="8275e378daeca5b2" providerId="LiveId" clId="{4E7904EE-1E3D-44AA-8108-34F7CBA47241}" dt="2021-12-16T20:04:19.607" v="2120" actId="1076"/>
          <ac:spMkLst>
            <pc:docMk/>
            <pc:sldMk cId="1316161972" sldId="542"/>
            <ac:spMk id="68" creationId="{5BE7B6A3-79F6-470F-89AC-7BA31B7B6379}"/>
          </ac:spMkLst>
        </pc:spChg>
        <pc:spChg chg="mod">
          <ac:chgData name="Manuj Agrawal" userId="8275e378daeca5b2" providerId="LiveId" clId="{4E7904EE-1E3D-44AA-8108-34F7CBA47241}" dt="2021-12-16T20:04:59.526" v="2123" actId="1076"/>
          <ac:spMkLst>
            <pc:docMk/>
            <pc:sldMk cId="1316161972" sldId="542"/>
            <ac:spMk id="69" creationId="{A7E7E804-C497-43D7-88C6-AE98C0F3B89C}"/>
          </ac:spMkLst>
        </pc:spChg>
        <pc:spChg chg="mod">
          <ac:chgData name="Manuj Agrawal" userId="8275e378daeca5b2" providerId="LiveId" clId="{4E7904EE-1E3D-44AA-8108-34F7CBA47241}" dt="2021-12-16T20:04:16.381" v="2119" actId="1076"/>
          <ac:spMkLst>
            <pc:docMk/>
            <pc:sldMk cId="1316161972" sldId="542"/>
            <ac:spMk id="70" creationId="{4E2ED473-7EC3-400B-B8F3-848D7908ED7D}"/>
          </ac:spMkLst>
        </pc:spChg>
        <pc:grpChg chg="mod topLvl">
          <ac:chgData name="Manuj Agrawal" userId="8275e378daeca5b2" providerId="LiveId" clId="{4E7904EE-1E3D-44AA-8108-34F7CBA47241}" dt="2021-12-16T20:05:29.211" v="2125" actId="164"/>
          <ac:grpSpMkLst>
            <pc:docMk/>
            <pc:sldMk cId="1316161972" sldId="542"/>
            <ac:grpSpMk id="2" creationId="{1ECD27B0-C4CE-4378-A7C5-BC9BF19E0590}"/>
          </ac:grpSpMkLst>
        </pc:grpChg>
        <pc:grpChg chg="add mod">
          <ac:chgData name="Manuj Agrawal" userId="8275e378daeca5b2" providerId="LiveId" clId="{4E7904EE-1E3D-44AA-8108-34F7CBA47241}" dt="2021-12-16T20:05:53.457" v="2127" actId="1076"/>
          <ac:grpSpMkLst>
            <pc:docMk/>
            <pc:sldMk cId="1316161972" sldId="542"/>
            <ac:grpSpMk id="5" creationId="{EC02E145-2E12-48A2-8669-BF6459833626}"/>
          </ac:grpSpMkLst>
        </pc:grpChg>
        <pc:grpChg chg="del mod">
          <ac:chgData name="Manuj Agrawal" userId="8275e378daeca5b2" providerId="LiveId" clId="{4E7904EE-1E3D-44AA-8108-34F7CBA47241}" dt="2021-12-16T20:05:11.652" v="2124" actId="165"/>
          <ac:grpSpMkLst>
            <pc:docMk/>
            <pc:sldMk cId="1316161972" sldId="542"/>
            <ac:grpSpMk id="7" creationId="{174F8F44-8E42-4486-9BCA-9D65C35A2439}"/>
          </ac:grpSpMkLst>
        </pc:grpChg>
        <pc:grpChg chg="mod">
          <ac:chgData name="Manuj Agrawal" userId="8275e378daeca5b2" providerId="LiveId" clId="{4E7904EE-1E3D-44AA-8108-34F7CBA47241}" dt="2021-12-16T20:05:53.457" v="2127" actId="1076"/>
          <ac:grpSpMkLst>
            <pc:docMk/>
            <pc:sldMk cId="1316161972" sldId="542"/>
            <ac:grpSpMk id="8" creationId="{DE19F8ED-9058-485F-8470-A59F86347A05}"/>
          </ac:grpSpMkLst>
        </pc:grpChg>
        <pc:grpChg chg="mod">
          <ac:chgData name="Manuj Agrawal" userId="8275e378daeca5b2" providerId="LiveId" clId="{4E7904EE-1E3D-44AA-8108-34F7CBA47241}" dt="2021-12-16T20:05:53.457" v="2127" actId="1076"/>
          <ac:grpSpMkLst>
            <pc:docMk/>
            <pc:sldMk cId="1316161972" sldId="542"/>
            <ac:grpSpMk id="9" creationId="{A541A540-3811-4889-A84E-F36AAC11011C}"/>
          </ac:grpSpMkLst>
        </pc:grpChg>
        <pc:grpChg chg="mod">
          <ac:chgData name="Manuj Agrawal" userId="8275e378daeca5b2" providerId="LiveId" clId="{4E7904EE-1E3D-44AA-8108-34F7CBA47241}" dt="2021-12-16T20:05:53.457" v="2127" actId="1076"/>
          <ac:grpSpMkLst>
            <pc:docMk/>
            <pc:sldMk cId="1316161972" sldId="542"/>
            <ac:grpSpMk id="10" creationId="{B1A8A54C-4F2A-4320-8BE5-679417688481}"/>
          </ac:grpSpMkLst>
        </pc:grpChg>
        <pc:grpChg chg="del">
          <ac:chgData name="Manuj Agrawal" userId="8275e378daeca5b2" providerId="LiveId" clId="{4E7904EE-1E3D-44AA-8108-34F7CBA47241}" dt="2021-12-16T19:49:53.002" v="1961" actId="478"/>
          <ac:grpSpMkLst>
            <pc:docMk/>
            <pc:sldMk cId="1316161972" sldId="542"/>
            <ac:grpSpMk id="11" creationId="{1E674363-32D8-4B49-ABBD-9636FC027F11}"/>
          </ac:grpSpMkLst>
        </pc:grpChg>
        <pc:grpChg chg="mod">
          <ac:chgData name="Manuj Agrawal" userId="8275e378daeca5b2" providerId="LiveId" clId="{4E7904EE-1E3D-44AA-8108-34F7CBA47241}" dt="2021-12-16T20:05:11.652" v="2124" actId="165"/>
          <ac:grpSpMkLst>
            <pc:docMk/>
            <pc:sldMk cId="1316161972" sldId="542"/>
            <ac:grpSpMk id="45" creationId="{C8461DAF-B6E6-42FE-B17C-87440967E7AE}"/>
          </ac:grpSpMkLst>
        </pc:grpChg>
        <pc:grpChg chg="del">
          <ac:chgData name="Manuj Agrawal" userId="8275e378daeca5b2" providerId="LiveId" clId="{4E7904EE-1E3D-44AA-8108-34F7CBA47241}" dt="2021-12-16T20:21:25.273" v="2190" actId="478"/>
          <ac:grpSpMkLst>
            <pc:docMk/>
            <pc:sldMk cId="1316161972" sldId="542"/>
            <ac:grpSpMk id="63" creationId="{A76E6150-2ABD-4D71-A589-190D5A79182A}"/>
          </ac:grpSpMkLst>
        </pc:grpChg>
        <pc:picChg chg="mod">
          <ac:chgData name="Manuj Agrawal" userId="8275e378daeca5b2" providerId="LiveId" clId="{4E7904EE-1E3D-44AA-8108-34F7CBA47241}" dt="2021-12-16T20:05:11.652" v="2124" actId="165"/>
          <ac:picMkLst>
            <pc:docMk/>
            <pc:sldMk cId="1316161972" sldId="542"/>
            <ac:picMk id="47" creationId="{48693A62-9C39-47AE-AEE0-8DA693BDAE19}"/>
          </ac:picMkLst>
        </pc:picChg>
        <pc:picChg chg="mod">
          <ac:chgData name="Manuj Agrawal" userId="8275e378daeca5b2" providerId="LiveId" clId="{4E7904EE-1E3D-44AA-8108-34F7CBA47241}" dt="2021-12-16T20:03:54.721" v="2116" actId="1076"/>
          <ac:picMkLst>
            <pc:docMk/>
            <pc:sldMk cId="1316161972" sldId="542"/>
            <ac:picMk id="55" creationId="{30023E46-B853-4995-9E0B-98ADBB370F7A}"/>
          </ac:picMkLst>
        </pc:picChg>
        <pc:picChg chg="mod">
          <ac:chgData name="Manuj Agrawal" userId="8275e378daeca5b2" providerId="LiveId" clId="{4E7904EE-1E3D-44AA-8108-34F7CBA47241}" dt="2021-12-16T19:58:07.036" v="2063" actId="1076"/>
          <ac:picMkLst>
            <pc:docMk/>
            <pc:sldMk cId="1316161972" sldId="542"/>
            <ac:picMk id="61" creationId="{B0513404-43B9-43D7-8153-973AD2A1B52C}"/>
          </ac:picMkLst>
        </pc:picChg>
        <pc:picChg chg="del mod">
          <ac:chgData name="Manuj Agrawal" userId="8275e378daeca5b2" providerId="LiveId" clId="{4E7904EE-1E3D-44AA-8108-34F7CBA47241}" dt="2021-12-16T20:21:25.273" v="2190" actId="478"/>
          <ac:picMkLst>
            <pc:docMk/>
            <pc:sldMk cId="1316161972" sldId="542"/>
            <ac:picMk id="66" creationId="{C5BAC07C-A22E-4F9F-8426-1C122E812062}"/>
          </ac:picMkLst>
        </pc:picChg>
        <pc:cxnChg chg="add del mod">
          <ac:chgData name="Manuj Agrawal" userId="8275e378daeca5b2" providerId="LiveId" clId="{4E7904EE-1E3D-44AA-8108-34F7CBA47241}" dt="2021-12-16T20:01:11.523" v="2087" actId="478"/>
          <ac:cxnSpMkLst>
            <pc:docMk/>
            <pc:sldMk cId="1316161972" sldId="542"/>
            <ac:cxnSpMk id="4" creationId="{DA443F7D-2027-46FE-B9CC-2E47EC79D9A5}"/>
          </ac:cxnSpMkLst>
        </pc:cxnChg>
        <pc:cxnChg chg="add del mod">
          <ac:chgData name="Manuj Agrawal" userId="8275e378daeca5b2" providerId="LiveId" clId="{4E7904EE-1E3D-44AA-8108-34F7CBA47241}" dt="2021-12-16T20:07:09.249" v="2132" actId="478"/>
          <ac:cxnSpMkLst>
            <pc:docMk/>
            <pc:sldMk cId="1316161972" sldId="542"/>
            <ac:cxnSpMk id="13" creationId="{73A3A3BA-A806-454C-9A2F-BE1DD216E855}"/>
          </ac:cxnSpMkLst>
        </pc:cxnChg>
      </pc:sldChg>
    </pc:docChg>
  </pc:docChgLst>
  <pc:docChgLst>
    <pc:chgData name="Shyama" userId="S::shyama@webberec.com::6bc29e3b-d18d-4efe-9776-d232efa51d08" providerId="AD" clId="Web-{E91D7C8E-5CE4-3EE0-32BD-E72F6BC05404}"/>
    <pc:docChg chg="addSld modSld">
      <pc:chgData name="Shyama" userId="S::shyama@webberec.com::6bc29e3b-d18d-4efe-9776-d232efa51d08" providerId="AD" clId="Web-{E91D7C8E-5CE4-3EE0-32BD-E72F6BC05404}" dt="2023-04-22T09:37:20.697" v="592" actId="1076"/>
      <pc:docMkLst>
        <pc:docMk/>
      </pc:docMkLst>
      <pc:sldChg chg="addSp delSp modSp">
        <pc:chgData name="Shyama" userId="S::shyama@webberec.com::6bc29e3b-d18d-4efe-9776-d232efa51d08" providerId="AD" clId="Web-{E91D7C8E-5CE4-3EE0-32BD-E72F6BC05404}" dt="2023-04-22T08:15:23.740" v="528" actId="1076"/>
        <pc:sldMkLst>
          <pc:docMk/>
          <pc:sldMk cId="2719421991" sldId="565"/>
        </pc:sldMkLst>
        <pc:picChg chg="add del mod">
          <ac:chgData name="Shyama" userId="S::shyama@webberec.com::6bc29e3b-d18d-4efe-9776-d232efa51d08" providerId="AD" clId="Web-{E91D7C8E-5CE4-3EE0-32BD-E72F6BC05404}" dt="2023-04-22T08:14:28.628" v="523"/>
          <ac:picMkLst>
            <pc:docMk/>
            <pc:sldMk cId="2719421991" sldId="565"/>
            <ac:picMk id="2" creationId="{B63DEBB1-7BCB-3027-F0FD-F51BD644CC70}"/>
          </ac:picMkLst>
        </pc:picChg>
        <pc:picChg chg="add mod">
          <ac:chgData name="Shyama" userId="S::shyama@webberec.com::6bc29e3b-d18d-4efe-9776-d232efa51d08" providerId="AD" clId="Web-{E91D7C8E-5CE4-3EE0-32BD-E72F6BC05404}" dt="2023-04-22T08:14:51.817" v="525" actId="1076"/>
          <ac:picMkLst>
            <pc:docMk/>
            <pc:sldMk cId="2719421991" sldId="565"/>
            <ac:picMk id="3" creationId="{29B23E08-3C29-3521-D51A-DF1FAEB2E2C0}"/>
          </ac:picMkLst>
        </pc:picChg>
        <pc:picChg chg="add mod">
          <ac:chgData name="Shyama" userId="S::shyama@webberec.com::6bc29e3b-d18d-4efe-9776-d232efa51d08" providerId="AD" clId="Web-{E91D7C8E-5CE4-3EE0-32BD-E72F6BC05404}" dt="2023-04-22T08:15:23.740" v="528" actId="1076"/>
          <ac:picMkLst>
            <pc:docMk/>
            <pc:sldMk cId="2719421991" sldId="565"/>
            <ac:picMk id="4" creationId="{D742A6F0-1265-7707-E6EB-7EE91FD51EB4}"/>
          </ac:picMkLst>
        </pc:picChg>
        <pc:picChg chg="del mod">
          <ac:chgData name="Shyama" userId="S::shyama@webberec.com::6bc29e3b-d18d-4efe-9776-d232efa51d08" providerId="AD" clId="Web-{E91D7C8E-5CE4-3EE0-32BD-E72F6BC05404}" dt="2023-04-22T08:04:38.139" v="515"/>
          <ac:picMkLst>
            <pc:docMk/>
            <pc:sldMk cId="2719421991" sldId="565"/>
            <ac:picMk id="10" creationId="{3A62F19E-0BA6-6775-B0D4-F601FEAE1FA9}"/>
          </ac:picMkLst>
        </pc:picChg>
        <pc:picChg chg="del">
          <ac:chgData name="Shyama" userId="S::shyama@webberec.com::6bc29e3b-d18d-4efe-9776-d232efa51d08" providerId="AD" clId="Web-{E91D7C8E-5CE4-3EE0-32BD-E72F6BC05404}" dt="2023-04-22T08:04:34.170" v="514"/>
          <ac:picMkLst>
            <pc:docMk/>
            <pc:sldMk cId="2719421991" sldId="565"/>
            <ac:picMk id="14" creationId="{FFA39AB2-9D00-CDC4-DA76-79FC6646F249}"/>
          </ac:picMkLst>
        </pc:picChg>
      </pc:sldChg>
      <pc:sldChg chg="modSp">
        <pc:chgData name="Shyama" userId="S::shyama@webberec.com::6bc29e3b-d18d-4efe-9776-d232efa51d08" providerId="AD" clId="Web-{E91D7C8E-5CE4-3EE0-32BD-E72F6BC05404}" dt="2023-04-22T07:57:37.187" v="427" actId="20577"/>
        <pc:sldMkLst>
          <pc:docMk/>
          <pc:sldMk cId="2856650110" sldId="566"/>
        </pc:sldMkLst>
        <pc:spChg chg="mod">
          <ac:chgData name="Shyama" userId="S::shyama@webberec.com::6bc29e3b-d18d-4efe-9776-d232efa51d08" providerId="AD" clId="Web-{E91D7C8E-5CE4-3EE0-32BD-E72F6BC05404}" dt="2023-04-22T07:57:37.187" v="427" actId="20577"/>
          <ac:spMkLst>
            <pc:docMk/>
            <pc:sldMk cId="2856650110" sldId="566"/>
            <ac:spMk id="16" creationId="{406E45B0-1E65-8BF1-E0CB-5BE6FFC0905E}"/>
          </ac:spMkLst>
        </pc:spChg>
      </pc:sldChg>
      <pc:sldChg chg="addSp delSp modSp">
        <pc:chgData name="Shyama" userId="S::shyama@webberec.com::6bc29e3b-d18d-4efe-9776-d232efa51d08" providerId="AD" clId="Web-{E91D7C8E-5CE4-3EE0-32BD-E72F6BC05404}" dt="2023-04-22T09:37:20.697" v="592" actId="1076"/>
        <pc:sldMkLst>
          <pc:docMk/>
          <pc:sldMk cId="4106624454" sldId="569"/>
        </pc:sldMkLst>
        <pc:spChg chg="add mod">
          <ac:chgData name="Shyama" userId="S::shyama@webberec.com::6bc29e3b-d18d-4efe-9776-d232efa51d08" providerId="AD" clId="Web-{E91D7C8E-5CE4-3EE0-32BD-E72F6BC05404}" dt="2023-04-22T09:37:20.697" v="592" actId="1076"/>
          <ac:spMkLst>
            <pc:docMk/>
            <pc:sldMk cId="4106624454" sldId="569"/>
            <ac:spMk id="6" creationId="{02C2DA50-8EA9-4FD0-706D-E9692AA7B576}"/>
          </ac:spMkLst>
        </pc:spChg>
        <pc:spChg chg="mod">
          <ac:chgData name="Shyama" userId="S::shyama@webberec.com::6bc29e3b-d18d-4efe-9776-d232efa51d08" providerId="AD" clId="Web-{E91D7C8E-5CE4-3EE0-32BD-E72F6BC05404}" dt="2023-04-22T09:12:05.123" v="583" actId="1076"/>
          <ac:spMkLst>
            <pc:docMk/>
            <pc:sldMk cId="4106624454" sldId="569"/>
            <ac:spMk id="31" creationId="{EFF2202B-38B3-F644-D3CB-04E934DE27AA}"/>
          </ac:spMkLst>
        </pc:spChg>
        <pc:spChg chg="mod">
          <ac:chgData name="Shyama" userId="S::shyama@webberec.com::6bc29e3b-d18d-4efe-9776-d232efa51d08" providerId="AD" clId="Web-{E91D7C8E-5CE4-3EE0-32BD-E72F6BC05404}" dt="2023-04-22T09:05:54.109" v="570" actId="1076"/>
          <ac:spMkLst>
            <pc:docMk/>
            <pc:sldMk cId="4106624454" sldId="569"/>
            <ac:spMk id="36" creationId="{6DC82E8B-8F73-90A3-886C-F38604C0CFD3}"/>
          </ac:spMkLst>
        </pc:spChg>
        <pc:spChg chg="mod">
          <ac:chgData name="Shyama" userId="S::shyama@webberec.com::6bc29e3b-d18d-4efe-9776-d232efa51d08" providerId="AD" clId="Web-{E91D7C8E-5CE4-3EE0-32BD-E72F6BC05404}" dt="2023-04-22T09:05:34.671" v="567" actId="1076"/>
          <ac:spMkLst>
            <pc:docMk/>
            <pc:sldMk cId="4106624454" sldId="569"/>
            <ac:spMk id="37" creationId="{EA440857-2F5C-4B1C-EE54-097064919D0F}"/>
          </ac:spMkLst>
        </pc:spChg>
        <pc:picChg chg="del mod">
          <ac:chgData name="Shyama" userId="S::shyama@webberec.com::6bc29e3b-d18d-4efe-9776-d232efa51d08" providerId="AD" clId="Web-{E91D7C8E-5CE4-3EE0-32BD-E72F6BC05404}" dt="2023-04-22T09:36:58.790" v="586"/>
          <ac:picMkLst>
            <pc:docMk/>
            <pc:sldMk cId="4106624454" sldId="569"/>
            <ac:picMk id="3" creationId="{13C13A0A-D573-59C1-9E78-FA915D645E83}"/>
          </ac:picMkLst>
        </pc:picChg>
        <pc:picChg chg="mod">
          <ac:chgData name="Shyama" userId="S::shyama@webberec.com::6bc29e3b-d18d-4efe-9776-d232efa51d08" providerId="AD" clId="Web-{E91D7C8E-5CE4-3EE0-32BD-E72F6BC05404}" dt="2023-04-22T09:37:02.931" v="588" actId="1076"/>
          <ac:picMkLst>
            <pc:docMk/>
            <pc:sldMk cId="4106624454" sldId="569"/>
            <ac:picMk id="4" creationId="{8D2A9B9D-4093-EF61-13DC-B2E3A34B51D6}"/>
          </ac:picMkLst>
        </pc:picChg>
        <pc:picChg chg="add mod">
          <ac:chgData name="Shyama" userId="S::shyama@webberec.com::6bc29e3b-d18d-4efe-9776-d232efa51d08" providerId="AD" clId="Web-{E91D7C8E-5CE4-3EE0-32BD-E72F6BC05404}" dt="2023-04-22T09:37:17.541" v="591" actId="1076"/>
          <ac:picMkLst>
            <pc:docMk/>
            <pc:sldMk cId="4106624454" sldId="569"/>
            <ac:picMk id="5" creationId="{337E49A8-75D6-11F5-6ECB-5CBB853373EA}"/>
          </ac:picMkLst>
        </pc:picChg>
        <pc:picChg chg="add mod">
          <ac:chgData name="Shyama" userId="S::shyama@webberec.com::6bc29e3b-d18d-4efe-9776-d232efa51d08" providerId="AD" clId="Web-{E91D7C8E-5CE4-3EE0-32BD-E72F6BC05404}" dt="2023-04-22T09:07:45.223" v="579" actId="14100"/>
          <ac:picMkLst>
            <pc:docMk/>
            <pc:sldMk cId="4106624454" sldId="569"/>
            <ac:picMk id="7" creationId="{4AA39B48-756B-1908-175E-C227D78ECCE9}"/>
          </ac:picMkLst>
        </pc:picChg>
        <pc:picChg chg="mod">
          <ac:chgData name="Shyama" userId="S::shyama@webberec.com::6bc29e3b-d18d-4efe-9776-d232efa51d08" providerId="AD" clId="Web-{E91D7C8E-5CE4-3EE0-32BD-E72F6BC05404}" dt="2023-04-22T09:07:41.222" v="577" actId="1076"/>
          <ac:picMkLst>
            <pc:docMk/>
            <pc:sldMk cId="4106624454" sldId="569"/>
            <ac:picMk id="26" creationId="{5FEF198A-3B4F-7485-4425-FB5B85564E04}"/>
          </ac:picMkLst>
        </pc:picChg>
        <pc:picChg chg="mod">
          <ac:chgData name="Shyama" userId="S::shyama@webberec.com::6bc29e3b-d18d-4efe-9776-d232efa51d08" providerId="AD" clId="Web-{E91D7C8E-5CE4-3EE0-32BD-E72F6BC05404}" dt="2023-04-22T09:11:59.935" v="582" actId="1076"/>
          <ac:picMkLst>
            <pc:docMk/>
            <pc:sldMk cId="4106624454" sldId="569"/>
            <ac:picMk id="27" creationId="{293F7E13-880A-BEE7-A57D-90D9B01A8E16}"/>
          </ac:picMkLst>
        </pc:picChg>
        <pc:picChg chg="mod">
          <ac:chgData name="Shyama" userId="S::shyama@webberec.com::6bc29e3b-d18d-4efe-9776-d232efa51d08" providerId="AD" clId="Web-{E91D7C8E-5CE4-3EE0-32BD-E72F6BC05404}" dt="2023-04-22T09:37:13.541" v="590" actId="1076"/>
          <ac:picMkLst>
            <pc:docMk/>
            <pc:sldMk cId="4106624454" sldId="569"/>
            <ac:picMk id="28" creationId="{CFD032F3-1B3F-CB7D-638E-8F42A94B66AD}"/>
          </ac:picMkLst>
        </pc:picChg>
      </pc:sldChg>
      <pc:sldChg chg="addSp delSp modSp add replId">
        <pc:chgData name="Shyama" userId="S::shyama@webberec.com::6bc29e3b-d18d-4efe-9776-d232efa51d08" providerId="AD" clId="Web-{E91D7C8E-5CE4-3EE0-32BD-E72F6BC05404}" dt="2023-04-22T08:41:05.013" v="537" actId="1076"/>
        <pc:sldMkLst>
          <pc:docMk/>
          <pc:sldMk cId="2876836253" sldId="573"/>
        </pc:sldMkLst>
        <pc:spChg chg="mod">
          <ac:chgData name="Shyama" userId="S::shyama@webberec.com::6bc29e3b-d18d-4efe-9776-d232efa51d08" providerId="AD" clId="Web-{E91D7C8E-5CE4-3EE0-32BD-E72F6BC05404}" dt="2023-04-22T08:41:05.013" v="537" actId="1076"/>
          <ac:spMkLst>
            <pc:docMk/>
            <pc:sldMk cId="2876836253" sldId="573"/>
            <ac:spMk id="8" creationId="{FEF10653-88F6-403A-B3F7-56311D716540}"/>
          </ac:spMkLst>
        </pc:spChg>
        <pc:spChg chg="del">
          <ac:chgData name="Shyama" userId="S::shyama@webberec.com::6bc29e3b-d18d-4efe-9776-d232efa51d08" providerId="AD" clId="Web-{E91D7C8E-5CE4-3EE0-32BD-E72F6BC05404}" dt="2023-04-22T07:51:58.878" v="20"/>
          <ac:spMkLst>
            <pc:docMk/>
            <pc:sldMk cId="2876836253" sldId="573"/>
            <ac:spMk id="87" creationId="{5FCD3DEF-21D6-4EF9-B4D9-71828CA61DCB}"/>
          </ac:spMkLst>
        </pc:spChg>
        <pc:graphicFrameChg chg="add mod modGraphic">
          <ac:chgData name="Shyama" userId="S::shyama@webberec.com::6bc29e3b-d18d-4efe-9776-d232efa51d08" providerId="AD" clId="Web-{E91D7C8E-5CE4-3EE0-32BD-E72F6BC05404}" dt="2023-04-22T08:21:46.659" v="536"/>
          <ac:graphicFrameMkLst>
            <pc:docMk/>
            <pc:sldMk cId="2876836253" sldId="573"/>
            <ac:graphicFrameMk id="2" creationId="{58696F34-8374-A453-0DF8-2929E576A41C}"/>
          </ac:graphicFrameMkLst>
        </pc:graphicFrameChg>
        <pc:picChg chg="del">
          <ac:chgData name="Shyama" userId="S::shyama@webberec.com::6bc29e3b-d18d-4efe-9776-d232efa51d08" providerId="AD" clId="Web-{E91D7C8E-5CE4-3EE0-32BD-E72F6BC05404}" dt="2023-04-22T07:51:54.253" v="13"/>
          <ac:picMkLst>
            <pc:docMk/>
            <pc:sldMk cId="2876836253" sldId="573"/>
            <ac:picMk id="6" creationId="{04AA808B-B793-180B-9BB4-A4B62FAFFB57}"/>
          </ac:picMkLst>
        </pc:picChg>
        <pc:picChg chg="del">
          <ac:chgData name="Shyama" userId="S::shyama@webberec.com::6bc29e3b-d18d-4efe-9776-d232efa51d08" providerId="AD" clId="Web-{E91D7C8E-5CE4-3EE0-32BD-E72F6BC05404}" dt="2023-04-22T07:51:57.284" v="19"/>
          <ac:picMkLst>
            <pc:docMk/>
            <pc:sldMk cId="2876836253" sldId="573"/>
            <ac:picMk id="7" creationId="{2837DAAB-17DA-A547-6CC7-860C682C67B9}"/>
          </ac:picMkLst>
        </pc:picChg>
        <pc:picChg chg="del">
          <ac:chgData name="Shyama" userId="S::shyama@webberec.com::6bc29e3b-d18d-4efe-9776-d232efa51d08" providerId="AD" clId="Web-{E91D7C8E-5CE4-3EE0-32BD-E72F6BC05404}" dt="2023-04-22T07:51:56.347" v="17"/>
          <ac:picMkLst>
            <pc:docMk/>
            <pc:sldMk cId="2876836253" sldId="573"/>
            <ac:picMk id="10" creationId="{3A62F19E-0BA6-6775-B0D4-F601FEAE1FA9}"/>
          </ac:picMkLst>
        </pc:picChg>
        <pc:picChg chg="del">
          <ac:chgData name="Shyama" userId="S::shyama@webberec.com::6bc29e3b-d18d-4efe-9776-d232efa51d08" providerId="AD" clId="Web-{E91D7C8E-5CE4-3EE0-32BD-E72F6BC05404}" dt="2023-04-22T07:51:55.065" v="15"/>
          <ac:picMkLst>
            <pc:docMk/>
            <pc:sldMk cId="2876836253" sldId="573"/>
            <ac:picMk id="11" creationId="{5ADA492A-336D-FF34-6CBE-6CAAF22680FE}"/>
          </ac:picMkLst>
        </pc:picChg>
        <pc:picChg chg="del">
          <ac:chgData name="Shyama" userId="S::shyama@webberec.com::6bc29e3b-d18d-4efe-9776-d232efa51d08" providerId="AD" clId="Web-{E91D7C8E-5CE4-3EE0-32BD-E72F6BC05404}" dt="2023-04-22T07:51:55.768" v="16"/>
          <ac:picMkLst>
            <pc:docMk/>
            <pc:sldMk cId="2876836253" sldId="573"/>
            <ac:picMk id="14" creationId="{FFA39AB2-9D00-CDC4-DA76-79FC6646F249}"/>
          </ac:picMkLst>
        </pc:picChg>
        <pc:picChg chg="del">
          <ac:chgData name="Shyama" userId="S::shyama@webberec.com::6bc29e3b-d18d-4efe-9776-d232efa51d08" providerId="AD" clId="Web-{E91D7C8E-5CE4-3EE0-32BD-E72F6BC05404}" dt="2023-04-22T07:51:54.690" v="14"/>
          <ac:picMkLst>
            <pc:docMk/>
            <pc:sldMk cId="2876836253" sldId="573"/>
            <ac:picMk id="62" creationId="{E1DFED4A-6C3D-4410-B5CE-417A49A29228}"/>
          </ac:picMkLst>
        </pc:picChg>
        <pc:picChg chg="del">
          <ac:chgData name="Shyama" userId="S::shyama@webberec.com::6bc29e3b-d18d-4efe-9776-d232efa51d08" providerId="AD" clId="Web-{E91D7C8E-5CE4-3EE0-32BD-E72F6BC05404}" dt="2023-04-22T07:51:56.847" v="18"/>
          <ac:picMkLst>
            <pc:docMk/>
            <pc:sldMk cId="2876836253" sldId="573"/>
            <ac:picMk id="81" creationId="{1F1028D5-3355-4247-B8CE-7B15F1D478B2}"/>
          </ac:picMkLst>
        </pc:picChg>
        <pc:picChg chg="del">
          <ac:chgData name="Shyama" userId="S::shyama@webberec.com::6bc29e3b-d18d-4efe-9776-d232efa51d08" providerId="AD" clId="Web-{E91D7C8E-5CE4-3EE0-32BD-E72F6BC05404}" dt="2023-04-22T07:51:53.690" v="12"/>
          <ac:picMkLst>
            <pc:docMk/>
            <pc:sldMk cId="2876836253" sldId="573"/>
            <ac:picMk id="1026" creationId="{0AF0FB1A-F0C6-AEBA-3CBA-E9C89250D5A8}"/>
          </ac:picMkLst>
        </pc:picChg>
      </pc:sldChg>
    </pc:docChg>
  </pc:docChgLst>
  <pc:docChgLst>
    <pc:chgData name="Manuj Agrawal" userId="8275e378daeca5b2" providerId="LiveId" clId="{C56F8A50-AF4E-44BA-A7BB-2E87712B18B8}"/>
    <pc:docChg chg="undo custSel addSld delSld modSld sldOrd">
      <pc:chgData name="Manuj Agrawal" userId="8275e378daeca5b2" providerId="LiveId" clId="{C56F8A50-AF4E-44BA-A7BB-2E87712B18B8}" dt="2021-11-24T08:45:48.362" v="269" actId="47"/>
      <pc:docMkLst>
        <pc:docMk/>
      </pc:docMkLst>
      <pc:sldChg chg="addSp delSp modSp mod">
        <pc:chgData name="Manuj Agrawal" userId="8275e378daeca5b2" providerId="LiveId" clId="{C56F8A50-AF4E-44BA-A7BB-2E87712B18B8}" dt="2021-11-23T14:24:17.248" v="160" actId="108"/>
        <pc:sldMkLst>
          <pc:docMk/>
          <pc:sldMk cId="4132242691" sldId="439"/>
        </pc:sldMkLst>
        <pc:spChg chg="del">
          <ac:chgData name="Manuj Agrawal" userId="8275e378daeca5b2" providerId="LiveId" clId="{C56F8A50-AF4E-44BA-A7BB-2E87712B18B8}" dt="2021-11-23T14:21:18.582" v="12" actId="478"/>
          <ac:spMkLst>
            <pc:docMk/>
            <pc:sldMk cId="4132242691" sldId="439"/>
            <ac:spMk id="2" creationId="{57E7B16E-1D13-429A-AF75-D37144931EF5}"/>
          </ac:spMkLst>
        </pc:spChg>
        <pc:spChg chg="mod">
          <ac:chgData name="Manuj Agrawal" userId="8275e378daeca5b2" providerId="LiveId" clId="{C56F8A50-AF4E-44BA-A7BB-2E87712B18B8}" dt="2021-11-23T14:23:35.375" v="149" actId="1076"/>
          <ac:spMkLst>
            <pc:docMk/>
            <pc:sldMk cId="4132242691" sldId="439"/>
            <ac:spMk id="12" creationId="{91E15D53-0C95-4FC2-97D7-6E290CDF684C}"/>
          </ac:spMkLst>
        </pc:spChg>
        <pc:spChg chg="mod">
          <ac:chgData name="Manuj Agrawal" userId="8275e378daeca5b2" providerId="LiveId" clId="{C56F8A50-AF4E-44BA-A7BB-2E87712B18B8}" dt="2021-11-23T14:16:24.777" v="8" actId="20577"/>
          <ac:spMkLst>
            <pc:docMk/>
            <pc:sldMk cId="4132242691" sldId="439"/>
            <ac:spMk id="13" creationId="{66DA1652-CA6E-4F89-A0D8-A65E179044C6}"/>
          </ac:spMkLst>
        </pc:spChg>
        <pc:spChg chg="del">
          <ac:chgData name="Manuj Agrawal" userId="8275e378daeca5b2" providerId="LiveId" clId="{C56F8A50-AF4E-44BA-A7BB-2E87712B18B8}" dt="2021-11-23T14:21:19.742" v="13" actId="478"/>
          <ac:spMkLst>
            <pc:docMk/>
            <pc:sldMk cId="4132242691" sldId="439"/>
            <ac:spMk id="16" creationId="{B8934D81-E0E2-4C7E-A330-D2D4799B57B4}"/>
          </ac:spMkLst>
        </pc:spChg>
        <pc:spChg chg="del">
          <ac:chgData name="Manuj Agrawal" userId="8275e378daeca5b2" providerId="LiveId" clId="{C56F8A50-AF4E-44BA-A7BB-2E87712B18B8}" dt="2021-11-23T14:21:20.550" v="14" actId="478"/>
          <ac:spMkLst>
            <pc:docMk/>
            <pc:sldMk cId="4132242691" sldId="439"/>
            <ac:spMk id="18" creationId="{5A83C27D-6839-4448-AD11-8760A44B60BA}"/>
          </ac:spMkLst>
        </pc:spChg>
        <pc:spChg chg="mod">
          <ac:chgData name="Manuj Agrawal" userId="8275e378daeca5b2" providerId="LiveId" clId="{C56F8A50-AF4E-44BA-A7BB-2E87712B18B8}" dt="2021-11-23T14:23:58.968" v="157" actId="403"/>
          <ac:spMkLst>
            <pc:docMk/>
            <pc:sldMk cId="4132242691" sldId="439"/>
            <ac:spMk id="19" creationId="{22DEFD8C-454F-4F1C-84EE-470CD79A2125}"/>
          </ac:spMkLst>
        </pc:spChg>
        <pc:spChg chg="add mod">
          <ac:chgData name="Manuj Agrawal" userId="8275e378daeca5b2" providerId="LiveId" clId="{C56F8A50-AF4E-44BA-A7BB-2E87712B18B8}" dt="2021-11-23T14:24:08.125" v="158" actId="207"/>
          <ac:spMkLst>
            <pc:docMk/>
            <pc:sldMk cId="4132242691" sldId="439"/>
            <ac:spMk id="20" creationId="{31474A7D-84AF-46FD-9927-EF534E8F4AC0}"/>
          </ac:spMkLst>
        </pc:spChg>
        <pc:spChg chg="add mod">
          <ac:chgData name="Manuj Agrawal" userId="8275e378daeca5b2" providerId="LiveId" clId="{C56F8A50-AF4E-44BA-A7BB-2E87712B18B8}" dt="2021-11-23T14:24:17.248" v="160" actId="108"/>
          <ac:spMkLst>
            <pc:docMk/>
            <pc:sldMk cId="4132242691" sldId="439"/>
            <ac:spMk id="21" creationId="{F7FD0578-A9D5-4093-8310-DF82763A12AC}"/>
          </ac:spMkLst>
        </pc:spChg>
        <pc:spChg chg="add mod">
          <ac:chgData name="Manuj Agrawal" userId="8275e378daeca5b2" providerId="LiveId" clId="{C56F8A50-AF4E-44BA-A7BB-2E87712B18B8}" dt="2021-11-23T14:24:13.241" v="159" actId="108"/>
          <ac:spMkLst>
            <pc:docMk/>
            <pc:sldMk cId="4132242691" sldId="439"/>
            <ac:spMk id="22" creationId="{CD35668E-8E0D-405C-8DD0-B008F582FF87}"/>
          </ac:spMkLst>
        </pc:spChg>
        <pc:spChg chg="add del mod">
          <ac:chgData name="Manuj Agrawal" userId="8275e378daeca5b2" providerId="LiveId" clId="{C56F8A50-AF4E-44BA-A7BB-2E87712B18B8}" dt="2021-11-23T14:23:52.356" v="154" actId="478"/>
          <ac:spMkLst>
            <pc:docMk/>
            <pc:sldMk cId="4132242691" sldId="439"/>
            <ac:spMk id="23" creationId="{2A7390F5-2B6C-46A1-96AB-5DAE71774D08}"/>
          </ac:spMkLst>
        </pc:spChg>
        <pc:picChg chg="mod">
          <ac:chgData name="Manuj Agrawal" userId="8275e378daeca5b2" providerId="LiveId" clId="{C56F8A50-AF4E-44BA-A7BB-2E87712B18B8}" dt="2021-11-23T14:21:40.755" v="21" actId="1076"/>
          <ac:picMkLst>
            <pc:docMk/>
            <pc:sldMk cId="4132242691" sldId="439"/>
            <ac:picMk id="11" creationId="{0549BD24-E4D0-45A8-9773-670EFBA56E4D}"/>
          </ac:picMkLst>
        </pc:picChg>
        <pc:picChg chg="mod">
          <ac:chgData name="Manuj Agrawal" userId="8275e378daeca5b2" providerId="LiveId" clId="{C56F8A50-AF4E-44BA-A7BB-2E87712B18B8}" dt="2021-11-23T14:21:33.439" v="18" actId="1076"/>
          <ac:picMkLst>
            <pc:docMk/>
            <pc:sldMk cId="4132242691" sldId="439"/>
            <ac:picMk id="14" creationId="{5DDA7663-7ABB-46BB-BEFA-E76D5AF57AAA}"/>
          </ac:picMkLst>
        </pc:picChg>
        <pc:picChg chg="mod">
          <ac:chgData name="Manuj Agrawal" userId="8275e378daeca5b2" providerId="LiveId" clId="{C56F8A50-AF4E-44BA-A7BB-2E87712B18B8}" dt="2021-11-23T14:21:35.680" v="19" actId="14100"/>
          <ac:picMkLst>
            <pc:docMk/>
            <pc:sldMk cId="4132242691" sldId="439"/>
            <ac:picMk id="15" creationId="{AE1E27EC-7B7E-475D-9FB3-049287FE31D0}"/>
          </ac:picMkLst>
        </pc:picChg>
      </pc:sldChg>
      <pc:sldChg chg="modSp mod">
        <pc:chgData name="Manuj Agrawal" userId="8275e378daeca5b2" providerId="LiveId" clId="{C56F8A50-AF4E-44BA-A7BB-2E87712B18B8}" dt="2021-11-23T14:23:45.399" v="152" actId="1076"/>
        <pc:sldMkLst>
          <pc:docMk/>
          <pc:sldMk cId="1449667408" sldId="482"/>
        </pc:sldMkLst>
        <pc:spChg chg="mod">
          <ac:chgData name="Manuj Agrawal" userId="8275e378daeca5b2" providerId="LiveId" clId="{C56F8A50-AF4E-44BA-A7BB-2E87712B18B8}" dt="2021-11-23T14:23:45.399" v="152" actId="1076"/>
          <ac:spMkLst>
            <pc:docMk/>
            <pc:sldMk cId="1449667408" sldId="482"/>
            <ac:spMk id="11" creationId="{3DD0CDFE-6C00-40E9-A860-597561B96649}"/>
          </ac:spMkLst>
        </pc:spChg>
      </pc:sldChg>
      <pc:sldChg chg="modSp mod">
        <pc:chgData name="Manuj Agrawal" userId="8275e378daeca5b2" providerId="LiveId" clId="{C56F8A50-AF4E-44BA-A7BB-2E87712B18B8}" dt="2021-11-23T14:24:58.616" v="165" actId="1076"/>
        <pc:sldMkLst>
          <pc:docMk/>
          <pc:sldMk cId="2413752973" sldId="486"/>
        </pc:sldMkLst>
        <pc:spChg chg="mod">
          <ac:chgData name="Manuj Agrawal" userId="8275e378daeca5b2" providerId="LiveId" clId="{C56F8A50-AF4E-44BA-A7BB-2E87712B18B8}" dt="2021-11-23T14:24:58.616" v="165" actId="1076"/>
          <ac:spMkLst>
            <pc:docMk/>
            <pc:sldMk cId="2413752973" sldId="486"/>
            <ac:spMk id="17" creationId="{B5C1152F-7231-435A-B06E-64C56434D480}"/>
          </ac:spMkLst>
        </pc:spChg>
      </pc:sldChg>
      <pc:sldChg chg="modSp mod ord">
        <pc:chgData name="Manuj Agrawal" userId="8275e378daeca5b2" providerId="LiveId" clId="{C56F8A50-AF4E-44BA-A7BB-2E87712B18B8}" dt="2021-11-23T14:25:20.426" v="168" actId="207"/>
        <pc:sldMkLst>
          <pc:docMk/>
          <pc:sldMk cId="1954424249" sldId="487"/>
        </pc:sldMkLst>
        <pc:spChg chg="mod">
          <ac:chgData name="Manuj Agrawal" userId="8275e378daeca5b2" providerId="LiveId" clId="{C56F8A50-AF4E-44BA-A7BB-2E87712B18B8}" dt="2021-11-23T14:25:16.548" v="167" actId="207"/>
          <ac:spMkLst>
            <pc:docMk/>
            <pc:sldMk cId="1954424249" sldId="487"/>
            <ac:spMk id="16" creationId="{549CB9A6-E893-47E7-8E85-EE649B535FA3}"/>
          </ac:spMkLst>
        </pc:spChg>
        <pc:spChg chg="mod">
          <ac:chgData name="Manuj Agrawal" userId="8275e378daeca5b2" providerId="LiveId" clId="{C56F8A50-AF4E-44BA-A7BB-2E87712B18B8}" dt="2021-11-23T14:25:20.426" v="168" actId="207"/>
          <ac:spMkLst>
            <pc:docMk/>
            <pc:sldMk cId="1954424249" sldId="487"/>
            <ac:spMk id="17" creationId="{B629B683-1759-4886-84E9-3B6EEC34C4A2}"/>
          </ac:spMkLst>
        </pc:spChg>
      </pc:sldChg>
      <pc:sldChg chg="del">
        <pc:chgData name="Manuj Agrawal" userId="8275e378daeca5b2" providerId="LiveId" clId="{C56F8A50-AF4E-44BA-A7BB-2E87712B18B8}" dt="2021-11-23T14:25:01.780" v="166" actId="47"/>
        <pc:sldMkLst>
          <pc:docMk/>
          <pc:sldMk cId="2113138783" sldId="496"/>
        </pc:sldMkLst>
      </pc:sldChg>
      <pc:sldChg chg="addSp delSp modSp del mod">
        <pc:chgData name="Manuj Agrawal" userId="8275e378daeca5b2" providerId="LiveId" clId="{C56F8A50-AF4E-44BA-A7BB-2E87712B18B8}" dt="2021-11-24T08:45:48.362" v="269" actId="47"/>
        <pc:sldMkLst>
          <pc:docMk/>
          <pc:sldMk cId="3249574173" sldId="499"/>
        </pc:sldMkLst>
        <pc:spChg chg="mod">
          <ac:chgData name="Manuj Agrawal" userId="8275e378daeca5b2" providerId="LiveId" clId="{C56F8A50-AF4E-44BA-A7BB-2E87712B18B8}" dt="2021-11-23T19:26:02.701" v="170"/>
          <ac:spMkLst>
            <pc:docMk/>
            <pc:sldMk cId="3249574173" sldId="499"/>
            <ac:spMk id="9" creationId="{639BCB54-F343-41C5-BF71-82ABBE725D78}"/>
          </ac:spMkLst>
        </pc:spChg>
        <pc:spChg chg="mod">
          <ac:chgData name="Manuj Agrawal" userId="8275e378daeca5b2" providerId="LiveId" clId="{C56F8A50-AF4E-44BA-A7BB-2E87712B18B8}" dt="2021-11-24T08:20:51.252" v="184"/>
          <ac:spMkLst>
            <pc:docMk/>
            <pc:sldMk cId="3249574173" sldId="499"/>
            <ac:spMk id="10" creationId="{69521D3E-BB76-4F85-BE99-DFE68E7B5A7D}"/>
          </ac:spMkLst>
        </pc:spChg>
        <pc:spChg chg="del">
          <ac:chgData name="Manuj Agrawal" userId="8275e378daeca5b2" providerId="LiveId" clId="{C56F8A50-AF4E-44BA-A7BB-2E87712B18B8}" dt="2021-11-23T19:26:13.307" v="172" actId="478"/>
          <ac:spMkLst>
            <pc:docMk/>
            <pc:sldMk cId="3249574173" sldId="499"/>
            <ac:spMk id="22" creationId="{D1E139BA-6B24-4B0E-8BBA-F065137632C4}"/>
          </ac:spMkLst>
        </pc:spChg>
        <pc:spChg chg="mod">
          <ac:chgData name="Manuj Agrawal" userId="8275e378daeca5b2" providerId="LiveId" clId="{C56F8A50-AF4E-44BA-A7BB-2E87712B18B8}" dt="2021-11-23T19:26:21.464" v="174" actId="1076"/>
          <ac:spMkLst>
            <pc:docMk/>
            <pc:sldMk cId="3249574173" sldId="499"/>
            <ac:spMk id="26" creationId="{3D0F8EAD-9E1A-4BD1-8F5C-53F33B2B42C0}"/>
          </ac:spMkLst>
        </pc:spChg>
        <pc:spChg chg="del">
          <ac:chgData name="Manuj Agrawal" userId="8275e378daeca5b2" providerId="LiveId" clId="{C56F8A50-AF4E-44BA-A7BB-2E87712B18B8}" dt="2021-11-23T14:45:31.850" v="169" actId="478"/>
          <ac:spMkLst>
            <pc:docMk/>
            <pc:sldMk cId="3249574173" sldId="499"/>
            <ac:spMk id="27" creationId="{3A75B7F7-A62A-47C3-9DF9-504A55ACCA09}"/>
          </ac:spMkLst>
        </pc:spChg>
        <pc:grpChg chg="add mod">
          <ac:chgData name="Manuj Agrawal" userId="8275e378daeca5b2" providerId="LiveId" clId="{C56F8A50-AF4E-44BA-A7BB-2E87712B18B8}" dt="2021-11-23T19:26:24.137" v="175" actId="1076"/>
          <ac:grpSpMkLst>
            <pc:docMk/>
            <pc:sldMk cId="3249574173" sldId="499"/>
            <ac:grpSpMk id="8" creationId="{436E1E4B-0059-4867-92B4-E970B9ACF647}"/>
          </ac:grpSpMkLst>
        </pc:grpChg>
      </pc:sldChg>
      <pc:sldChg chg="addSp delSp modSp mod">
        <pc:chgData name="Manuj Agrawal" userId="8275e378daeca5b2" providerId="LiveId" clId="{C56F8A50-AF4E-44BA-A7BB-2E87712B18B8}" dt="2021-11-24T08:28:17.690" v="255" actId="403"/>
        <pc:sldMkLst>
          <pc:docMk/>
          <pc:sldMk cId="3329350431" sldId="502"/>
        </pc:sldMkLst>
        <pc:spChg chg="mod">
          <ac:chgData name="Manuj Agrawal" userId="8275e378daeca5b2" providerId="LiveId" clId="{C56F8A50-AF4E-44BA-A7BB-2E87712B18B8}" dt="2021-11-24T08:28:17.690" v="255" actId="403"/>
          <ac:spMkLst>
            <pc:docMk/>
            <pc:sldMk cId="3329350431" sldId="502"/>
            <ac:spMk id="25" creationId="{7F1E5F4F-26CA-4511-ADAE-EF46BB8C1F9E}"/>
          </ac:spMkLst>
        </pc:spChg>
        <pc:spChg chg="mod">
          <ac:chgData name="Manuj Agrawal" userId="8275e378daeca5b2" providerId="LiveId" clId="{C56F8A50-AF4E-44BA-A7BB-2E87712B18B8}" dt="2021-11-24T08:26:07.233" v="201" actId="1076"/>
          <ac:spMkLst>
            <pc:docMk/>
            <pc:sldMk cId="3329350431" sldId="502"/>
            <ac:spMk id="28" creationId="{9495699C-987C-4480-8B56-B6C978DBF31A}"/>
          </ac:spMkLst>
        </pc:spChg>
        <pc:spChg chg="mod topLvl">
          <ac:chgData name="Manuj Agrawal" userId="8275e378daeca5b2" providerId="LiveId" clId="{C56F8A50-AF4E-44BA-A7BB-2E87712B18B8}" dt="2021-11-24T08:26:07.233" v="201" actId="1076"/>
          <ac:spMkLst>
            <pc:docMk/>
            <pc:sldMk cId="3329350431" sldId="502"/>
            <ac:spMk id="35" creationId="{DA5E8DF1-DFF1-4272-ADD0-215C857F2473}"/>
          </ac:spMkLst>
        </pc:spChg>
        <pc:spChg chg="mod">
          <ac:chgData name="Manuj Agrawal" userId="8275e378daeca5b2" providerId="LiveId" clId="{C56F8A50-AF4E-44BA-A7BB-2E87712B18B8}" dt="2021-11-24T08:22:02.539" v="189" actId="165"/>
          <ac:spMkLst>
            <pc:docMk/>
            <pc:sldMk cId="3329350431" sldId="502"/>
            <ac:spMk id="37" creationId="{F74C19DC-E276-41AA-AC93-5C1E2E93B9A0}"/>
          </ac:spMkLst>
        </pc:spChg>
        <pc:spChg chg="mod">
          <ac:chgData name="Manuj Agrawal" userId="8275e378daeca5b2" providerId="LiveId" clId="{C56F8A50-AF4E-44BA-A7BB-2E87712B18B8}" dt="2021-11-24T08:22:02.539" v="189" actId="165"/>
          <ac:spMkLst>
            <pc:docMk/>
            <pc:sldMk cId="3329350431" sldId="502"/>
            <ac:spMk id="38" creationId="{D1491898-9B6D-446C-B145-9F42E6D52A4A}"/>
          </ac:spMkLst>
        </pc:spChg>
        <pc:spChg chg="mod">
          <ac:chgData name="Manuj Agrawal" userId="8275e378daeca5b2" providerId="LiveId" clId="{C56F8A50-AF4E-44BA-A7BB-2E87712B18B8}" dt="2021-11-24T08:22:02.539" v="189" actId="165"/>
          <ac:spMkLst>
            <pc:docMk/>
            <pc:sldMk cId="3329350431" sldId="502"/>
            <ac:spMk id="40" creationId="{47404DF8-225D-4F6E-BF1A-6F9824CDA862}"/>
          </ac:spMkLst>
        </pc:spChg>
        <pc:spChg chg="mod">
          <ac:chgData name="Manuj Agrawal" userId="8275e378daeca5b2" providerId="LiveId" clId="{C56F8A50-AF4E-44BA-A7BB-2E87712B18B8}" dt="2021-11-24T08:22:02.539" v="189" actId="165"/>
          <ac:spMkLst>
            <pc:docMk/>
            <pc:sldMk cId="3329350431" sldId="502"/>
            <ac:spMk id="41" creationId="{E73D86FD-1EE5-46D2-A71A-CE2C6F55D7CD}"/>
          </ac:spMkLst>
        </pc:spChg>
        <pc:spChg chg="mod">
          <ac:chgData name="Manuj Agrawal" userId="8275e378daeca5b2" providerId="LiveId" clId="{C56F8A50-AF4E-44BA-A7BB-2E87712B18B8}" dt="2021-11-24T08:22:02.539" v="189" actId="165"/>
          <ac:spMkLst>
            <pc:docMk/>
            <pc:sldMk cId="3329350431" sldId="502"/>
            <ac:spMk id="43" creationId="{A469B9AC-DF11-4B5E-B8EE-D2D5353C0A64}"/>
          </ac:spMkLst>
        </pc:spChg>
        <pc:spChg chg="mod">
          <ac:chgData name="Manuj Agrawal" userId="8275e378daeca5b2" providerId="LiveId" clId="{C56F8A50-AF4E-44BA-A7BB-2E87712B18B8}" dt="2021-11-24T08:22:02.539" v="189" actId="165"/>
          <ac:spMkLst>
            <pc:docMk/>
            <pc:sldMk cId="3329350431" sldId="502"/>
            <ac:spMk id="44" creationId="{BD74F75C-DDCD-42D2-8034-A36976ECCB8B}"/>
          </ac:spMkLst>
        </pc:spChg>
        <pc:spChg chg="add mod">
          <ac:chgData name="Manuj Agrawal" userId="8275e378daeca5b2" providerId="LiveId" clId="{C56F8A50-AF4E-44BA-A7BB-2E87712B18B8}" dt="2021-11-24T08:26:07.233" v="201" actId="1076"/>
          <ac:spMkLst>
            <pc:docMk/>
            <pc:sldMk cId="3329350431" sldId="502"/>
            <ac:spMk id="45" creationId="{EC5ABE69-7C12-4A63-9910-9FCDB8D56F5D}"/>
          </ac:spMkLst>
        </pc:spChg>
        <pc:spChg chg="mod">
          <ac:chgData name="Manuj Agrawal" userId="8275e378daeca5b2" providerId="LiveId" clId="{C56F8A50-AF4E-44BA-A7BB-2E87712B18B8}" dt="2021-11-24T08:20:59.270" v="185"/>
          <ac:spMkLst>
            <pc:docMk/>
            <pc:sldMk cId="3329350431" sldId="502"/>
            <ac:spMk id="47" creationId="{590FB9E6-A04C-4F27-9A58-905A9992AA4D}"/>
          </ac:spMkLst>
        </pc:spChg>
        <pc:spChg chg="mod topLvl">
          <ac:chgData name="Manuj Agrawal" userId="8275e378daeca5b2" providerId="LiveId" clId="{C56F8A50-AF4E-44BA-A7BB-2E87712B18B8}" dt="2021-11-24T08:26:07.233" v="201" actId="1076"/>
          <ac:spMkLst>
            <pc:docMk/>
            <pc:sldMk cId="3329350431" sldId="502"/>
            <ac:spMk id="48" creationId="{E81CB46A-C215-495E-94F0-472F253D4C3F}"/>
          </ac:spMkLst>
        </pc:spChg>
        <pc:spChg chg="mod">
          <ac:chgData name="Manuj Agrawal" userId="8275e378daeca5b2" providerId="LiveId" clId="{C56F8A50-AF4E-44BA-A7BB-2E87712B18B8}" dt="2021-11-24T08:21:58.368" v="188" actId="165"/>
          <ac:spMkLst>
            <pc:docMk/>
            <pc:sldMk cId="3329350431" sldId="502"/>
            <ac:spMk id="50" creationId="{712C39E5-1CB4-40E6-8441-F9433EB600A9}"/>
          </ac:spMkLst>
        </pc:spChg>
        <pc:spChg chg="mod">
          <ac:chgData name="Manuj Agrawal" userId="8275e378daeca5b2" providerId="LiveId" clId="{C56F8A50-AF4E-44BA-A7BB-2E87712B18B8}" dt="2021-11-24T08:21:58.368" v="188" actId="165"/>
          <ac:spMkLst>
            <pc:docMk/>
            <pc:sldMk cId="3329350431" sldId="502"/>
            <ac:spMk id="51" creationId="{8EF49E7E-D12C-48BD-89BB-9546E74C2E60}"/>
          </ac:spMkLst>
        </pc:spChg>
        <pc:spChg chg="mod">
          <ac:chgData name="Manuj Agrawal" userId="8275e378daeca5b2" providerId="LiveId" clId="{C56F8A50-AF4E-44BA-A7BB-2E87712B18B8}" dt="2021-11-24T08:21:58.368" v="188" actId="165"/>
          <ac:spMkLst>
            <pc:docMk/>
            <pc:sldMk cId="3329350431" sldId="502"/>
            <ac:spMk id="53" creationId="{CFE94B47-DD2D-4499-BB4B-FD0D8945E652}"/>
          </ac:spMkLst>
        </pc:spChg>
        <pc:spChg chg="mod">
          <ac:chgData name="Manuj Agrawal" userId="8275e378daeca5b2" providerId="LiveId" clId="{C56F8A50-AF4E-44BA-A7BB-2E87712B18B8}" dt="2021-11-24T08:21:58.368" v="188" actId="165"/>
          <ac:spMkLst>
            <pc:docMk/>
            <pc:sldMk cId="3329350431" sldId="502"/>
            <ac:spMk id="54" creationId="{EFA51C53-E8AE-4C19-88C4-9B5576E99C89}"/>
          </ac:spMkLst>
        </pc:spChg>
        <pc:spChg chg="mod">
          <ac:chgData name="Manuj Agrawal" userId="8275e378daeca5b2" providerId="LiveId" clId="{C56F8A50-AF4E-44BA-A7BB-2E87712B18B8}" dt="2021-11-24T08:20:59.270" v="185"/>
          <ac:spMkLst>
            <pc:docMk/>
            <pc:sldMk cId="3329350431" sldId="502"/>
            <ac:spMk id="55" creationId="{CFA0E5C0-06BA-4319-9FF3-2DF91D8B0762}"/>
          </ac:spMkLst>
        </pc:spChg>
        <pc:spChg chg="mod">
          <ac:chgData name="Manuj Agrawal" userId="8275e378daeca5b2" providerId="LiveId" clId="{C56F8A50-AF4E-44BA-A7BB-2E87712B18B8}" dt="2021-11-24T08:21:58.368" v="188" actId="165"/>
          <ac:spMkLst>
            <pc:docMk/>
            <pc:sldMk cId="3329350431" sldId="502"/>
            <ac:spMk id="59" creationId="{F3489B98-9851-4B87-B388-68095825AA81}"/>
          </ac:spMkLst>
        </pc:spChg>
        <pc:spChg chg="mod">
          <ac:chgData name="Manuj Agrawal" userId="8275e378daeca5b2" providerId="LiveId" clId="{C56F8A50-AF4E-44BA-A7BB-2E87712B18B8}" dt="2021-11-24T08:21:58.368" v="188" actId="165"/>
          <ac:spMkLst>
            <pc:docMk/>
            <pc:sldMk cId="3329350431" sldId="502"/>
            <ac:spMk id="60" creationId="{E0F758DB-8E3A-4D77-A322-2066F0B914B4}"/>
          </ac:spMkLst>
        </pc:spChg>
        <pc:grpChg chg="mod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2" creationId="{6CB2FEE1-44A7-4D43-A27D-A82FCDD05CC8}"/>
          </ac:grpSpMkLst>
        </pc:grpChg>
        <pc:grpChg chg="add del mod">
          <ac:chgData name="Manuj Agrawal" userId="8275e378daeca5b2" providerId="LiveId" clId="{C56F8A50-AF4E-44BA-A7BB-2E87712B18B8}" dt="2021-11-24T08:21:58.368" v="188" actId="165"/>
          <ac:grpSpMkLst>
            <pc:docMk/>
            <pc:sldMk cId="3329350431" sldId="502"/>
            <ac:grpSpMk id="3" creationId="{FB558261-855C-4127-844C-5300E676B2E6}"/>
          </ac:grpSpMkLst>
        </pc:grpChg>
        <pc:grpChg chg="add del mod">
          <ac:chgData name="Manuj Agrawal" userId="8275e378daeca5b2" providerId="LiveId" clId="{C56F8A50-AF4E-44BA-A7BB-2E87712B18B8}" dt="2021-11-24T08:22:02.539" v="189" actId="165"/>
          <ac:grpSpMkLst>
            <pc:docMk/>
            <pc:sldMk cId="3329350431" sldId="502"/>
            <ac:grpSpMk id="4" creationId="{B3824097-4E36-4DBF-B723-7E55CBBBC29F}"/>
          </ac:grpSpMkLst>
        </pc:grpChg>
        <pc:grpChg chg="mod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21" creationId="{FEA16168-7901-4366-AA59-9A9B8C0DDCBC}"/>
          </ac:grpSpMkLst>
        </pc:grpChg>
        <pc:grpChg chg="mod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26" creationId="{FF62D83C-7C82-413E-8608-ED1181028B2E}"/>
          </ac:grpSpMkLst>
        </pc:grpChg>
        <pc:grpChg chg="mod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32" creationId="{0BFE91C9-CCF0-442E-A525-E3315640A23F}"/>
          </ac:grpSpMkLst>
        </pc:grpChg>
        <pc:grpChg chg="mod topLvl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36" creationId="{649380A8-A0DF-443C-B878-782DADA6A8FF}"/>
          </ac:grpSpMkLst>
        </pc:grpChg>
        <pc:grpChg chg="mod topLvl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39" creationId="{6592E0E7-0E14-4979-94B3-02312549ED4F}"/>
          </ac:grpSpMkLst>
        </pc:grpChg>
        <pc:grpChg chg="mod topLvl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42" creationId="{7E1872CC-D5A3-475B-AF31-B935ED88E172}"/>
          </ac:grpSpMkLst>
        </pc:grpChg>
        <pc:grpChg chg="add mod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46" creationId="{9C4BE7C5-6239-48B7-B301-45469A0A64E8}"/>
          </ac:grpSpMkLst>
        </pc:grpChg>
        <pc:grpChg chg="mod topLvl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49" creationId="{5B0287DC-3ED4-4540-A3D0-4B32DE7BDCFD}"/>
          </ac:grpSpMkLst>
        </pc:grpChg>
        <pc:grpChg chg="del mod topLvl">
          <ac:chgData name="Manuj Agrawal" userId="8275e378daeca5b2" providerId="LiveId" clId="{C56F8A50-AF4E-44BA-A7BB-2E87712B18B8}" dt="2021-11-24T08:25:39.340" v="198" actId="478"/>
          <ac:grpSpMkLst>
            <pc:docMk/>
            <pc:sldMk cId="3329350431" sldId="502"/>
            <ac:grpSpMk id="52" creationId="{2E7CB0BA-2BE8-4676-A624-A0B29DFC1362}"/>
          </ac:grpSpMkLst>
        </pc:grpChg>
        <pc:grpChg chg="mod topLvl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58" creationId="{312A7C37-B69E-4FD9-B04A-F88E02CD1751}"/>
          </ac:grpSpMkLst>
        </pc:grpChg>
      </pc:sldChg>
      <pc:sldChg chg="add del">
        <pc:chgData name="Manuj Agrawal" userId="8275e378daeca5b2" providerId="LiveId" clId="{C56F8A50-AF4E-44BA-A7BB-2E87712B18B8}" dt="2021-11-24T08:45:46.992" v="268" actId="47"/>
        <pc:sldMkLst>
          <pc:docMk/>
          <pc:sldMk cId="2244462000" sldId="503"/>
        </pc:sldMkLst>
      </pc:sldChg>
      <pc:sldChg chg="add del">
        <pc:chgData name="Manuj Agrawal" userId="8275e378daeca5b2" providerId="LiveId" clId="{C56F8A50-AF4E-44BA-A7BB-2E87712B18B8}" dt="2021-11-23T14:24:27.277" v="161" actId="47"/>
        <pc:sldMkLst>
          <pc:docMk/>
          <pc:sldMk cId="2730939112" sldId="503"/>
        </pc:sldMkLst>
      </pc:sldChg>
      <pc:sldChg chg="modSp add del mod">
        <pc:chgData name="Manuj Agrawal" userId="8275e378daeca5b2" providerId="LiveId" clId="{C56F8A50-AF4E-44BA-A7BB-2E87712B18B8}" dt="2021-11-24T08:45:45.588" v="267" actId="47"/>
        <pc:sldMkLst>
          <pc:docMk/>
          <pc:sldMk cId="831098944" sldId="504"/>
        </pc:sldMkLst>
        <pc:spChg chg="mod">
          <ac:chgData name="Manuj Agrawal" userId="8275e378daeca5b2" providerId="LiveId" clId="{C56F8A50-AF4E-44BA-A7BB-2E87712B18B8}" dt="2021-11-24T08:35:11.495" v="258" actId="1076"/>
          <ac:spMkLst>
            <pc:docMk/>
            <pc:sldMk cId="831098944" sldId="504"/>
            <ac:spMk id="45" creationId="{EC5ABE69-7C12-4A63-9910-9FCDB8D56F5D}"/>
          </ac:spMkLst>
        </pc:spChg>
        <pc:grpChg chg="mod">
          <ac:chgData name="Manuj Agrawal" userId="8275e378daeca5b2" providerId="LiveId" clId="{C56F8A50-AF4E-44BA-A7BB-2E87712B18B8}" dt="2021-11-24T08:35:37.163" v="264" actId="1076"/>
          <ac:grpSpMkLst>
            <pc:docMk/>
            <pc:sldMk cId="831098944" sldId="504"/>
            <ac:grpSpMk id="2" creationId="{6CB2FEE1-44A7-4D43-A27D-A82FCDD05CC8}"/>
          </ac:grpSpMkLst>
        </pc:grpChg>
        <pc:grpChg chg="mod">
          <ac:chgData name="Manuj Agrawal" userId="8275e378daeca5b2" providerId="LiveId" clId="{C56F8A50-AF4E-44BA-A7BB-2E87712B18B8}" dt="2021-11-24T08:35:36.798" v="263" actId="1076"/>
          <ac:grpSpMkLst>
            <pc:docMk/>
            <pc:sldMk cId="831098944" sldId="504"/>
            <ac:grpSpMk id="39" creationId="{6592E0E7-0E14-4979-94B3-02312549ED4F}"/>
          </ac:grpSpMkLst>
        </pc:grpChg>
        <pc:grpChg chg="mod">
          <ac:chgData name="Manuj Agrawal" userId="8275e378daeca5b2" providerId="LiveId" clId="{C56F8A50-AF4E-44BA-A7BB-2E87712B18B8}" dt="2021-11-24T08:35:37.859" v="266" actId="1076"/>
          <ac:grpSpMkLst>
            <pc:docMk/>
            <pc:sldMk cId="831098944" sldId="504"/>
            <ac:grpSpMk id="46" creationId="{9C4BE7C5-6239-48B7-B301-45469A0A64E8}"/>
          </ac:grpSpMkLst>
        </pc:grpChg>
        <pc:grpChg chg="mod">
          <ac:chgData name="Manuj Agrawal" userId="8275e378daeca5b2" providerId="LiveId" clId="{C56F8A50-AF4E-44BA-A7BB-2E87712B18B8}" dt="2021-11-24T08:35:37.501" v="265" actId="1076"/>
          <ac:grpSpMkLst>
            <pc:docMk/>
            <pc:sldMk cId="831098944" sldId="504"/>
            <ac:grpSpMk id="49" creationId="{5B0287DC-3ED4-4540-A3D0-4B32DE7BDCFD}"/>
          </ac:grpSpMkLst>
        </pc:grpChg>
      </pc:sldChg>
    </pc:docChg>
  </pc:docChgLst>
  <pc:docChgLst>
    <pc:chgData name="Manuj Agrawal" userId="8275e378daeca5b2" providerId="LiveId" clId="{6C5FEE81-405C-4CA2-B89A-E496C4A0925C}"/>
    <pc:docChg chg="undo custSel modSld">
      <pc:chgData name="Manuj Agrawal" userId="8275e378daeca5b2" providerId="LiveId" clId="{6C5FEE81-405C-4CA2-B89A-E496C4A0925C}" dt="2021-12-26T18:56:44.266" v="95" actId="403"/>
      <pc:docMkLst>
        <pc:docMk/>
      </pc:docMkLst>
      <pc:sldChg chg="modSp mod">
        <pc:chgData name="Manuj Agrawal" userId="8275e378daeca5b2" providerId="LiveId" clId="{6C5FEE81-405C-4CA2-B89A-E496C4A0925C}" dt="2021-12-26T18:53:58.502" v="76" actId="403"/>
        <pc:sldMkLst>
          <pc:docMk/>
          <pc:sldMk cId="3922207980" sldId="506"/>
        </pc:sldMkLst>
        <pc:spChg chg="mod">
          <ac:chgData name="Manuj Agrawal" userId="8275e378daeca5b2" providerId="LiveId" clId="{6C5FEE81-405C-4CA2-B89A-E496C4A0925C}" dt="2021-12-26T18:53:36.664" v="70" actId="403"/>
          <ac:spMkLst>
            <pc:docMk/>
            <pc:sldMk cId="3922207980" sldId="506"/>
            <ac:spMk id="38" creationId="{B06B8DF5-A48F-46F1-8FE6-577F5BB61FE2}"/>
          </ac:spMkLst>
        </pc:spChg>
        <pc:spChg chg="mod">
          <ac:chgData name="Manuj Agrawal" userId="8275e378daeca5b2" providerId="LiveId" clId="{6C5FEE81-405C-4CA2-B89A-E496C4A0925C}" dt="2021-12-26T18:53:58.025" v="75" actId="403"/>
          <ac:spMkLst>
            <pc:docMk/>
            <pc:sldMk cId="3922207980" sldId="506"/>
            <ac:spMk id="48" creationId="{07A46A93-7AD0-4D68-B818-26632908A698}"/>
          </ac:spMkLst>
        </pc:spChg>
        <pc:spChg chg="mod">
          <ac:chgData name="Manuj Agrawal" userId="8275e378daeca5b2" providerId="LiveId" clId="{6C5FEE81-405C-4CA2-B89A-E496C4A0925C}" dt="2021-12-26T18:53:57.415" v="74" actId="403"/>
          <ac:spMkLst>
            <pc:docMk/>
            <pc:sldMk cId="3922207980" sldId="506"/>
            <ac:spMk id="54" creationId="{560FB32C-3B60-4F89-8FE1-B0E9999FA560}"/>
          </ac:spMkLst>
        </pc:spChg>
        <pc:spChg chg="mod">
          <ac:chgData name="Manuj Agrawal" userId="8275e378daeca5b2" providerId="LiveId" clId="{6C5FEE81-405C-4CA2-B89A-E496C4A0925C}" dt="2021-12-26T18:53:58.502" v="76" actId="403"/>
          <ac:spMkLst>
            <pc:docMk/>
            <pc:sldMk cId="3922207980" sldId="506"/>
            <ac:spMk id="59" creationId="{0CB50AB1-ED75-406B-BE0B-B6F99F0727EF}"/>
          </ac:spMkLst>
        </pc:spChg>
        <pc:spChg chg="mod">
          <ac:chgData name="Manuj Agrawal" userId="8275e378daeca5b2" providerId="LiveId" clId="{6C5FEE81-405C-4CA2-B89A-E496C4A0925C}" dt="2021-12-26T18:52:58.416" v="58" actId="1076"/>
          <ac:spMkLst>
            <pc:docMk/>
            <pc:sldMk cId="3922207980" sldId="506"/>
            <ac:spMk id="67" creationId="{94E64F28-29E4-4A49-BA01-D3717058AA3E}"/>
          </ac:spMkLst>
        </pc:spChg>
        <pc:spChg chg="mod">
          <ac:chgData name="Manuj Agrawal" userId="8275e378daeca5b2" providerId="LiveId" clId="{6C5FEE81-405C-4CA2-B89A-E496C4A0925C}" dt="2021-12-26T18:53:03.890" v="59" actId="403"/>
          <ac:spMkLst>
            <pc:docMk/>
            <pc:sldMk cId="3922207980" sldId="506"/>
            <ac:spMk id="68" creationId="{5BE7B6A3-79F6-470F-89AC-7BA31B7B6379}"/>
          </ac:spMkLst>
        </pc:spChg>
        <pc:spChg chg="mod">
          <ac:chgData name="Manuj Agrawal" userId="8275e378daeca5b2" providerId="LiveId" clId="{6C5FEE81-405C-4CA2-B89A-E496C4A0925C}" dt="2021-12-26T18:52:31.710" v="55" actId="1076"/>
          <ac:spMkLst>
            <pc:docMk/>
            <pc:sldMk cId="3922207980" sldId="506"/>
            <ac:spMk id="69" creationId="{A7E7E804-C497-43D7-88C6-AE98C0F3B89C}"/>
          </ac:spMkLst>
        </pc:spChg>
        <pc:spChg chg="mod">
          <ac:chgData name="Manuj Agrawal" userId="8275e378daeca5b2" providerId="LiveId" clId="{6C5FEE81-405C-4CA2-B89A-E496C4A0925C}" dt="2021-12-26T18:53:25.330" v="69" actId="20577"/>
          <ac:spMkLst>
            <pc:docMk/>
            <pc:sldMk cId="3922207980" sldId="506"/>
            <ac:spMk id="70" creationId="{4E2ED473-7EC3-400B-B8F3-848D7908ED7D}"/>
          </ac:spMkLst>
        </pc:spChg>
      </pc:sldChg>
      <pc:sldChg chg="modSp mod">
        <pc:chgData name="Manuj Agrawal" userId="8275e378daeca5b2" providerId="LiveId" clId="{6C5FEE81-405C-4CA2-B89A-E496C4A0925C}" dt="2021-12-26T18:50:31.167" v="29" actId="20577"/>
        <pc:sldMkLst>
          <pc:docMk/>
          <pc:sldMk cId="1316161972" sldId="542"/>
        </pc:sldMkLst>
        <pc:spChg chg="mod">
          <ac:chgData name="Manuj Agrawal" userId="8275e378daeca5b2" providerId="LiveId" clId="{6C5FEE81-405C-4CA2-B89A-E496C4A0925C}" dt="2021-12-26T18:49:24.101" v="7" actId="20577"/>
          <ac:spMkLst>
            <pc:docMk/>
            <pc:sldMk cId="1316161972" sldId="542"/>
            <ac:spMk id="67" creationId="{94E64F28-29E4-4A49-BA01-D3717058AA3E}"/>
          </ac:spMkLst>
        </pc:spChg>
        <pc:spChg chg="mod">
          <ac:chgData name="Manuj Agrawal" userId="8275e378daeca5b2" providerId="LiveId" clId="{6C5FEE81-405C-4CA2-B89A-E496C4A0925C}" dt="2021-12-26T18:49:53.610" v="13" actId="20577"/>
          <ac:spMkLst>
            <pc:docMk/>
            <pc:sldMk cId="1316161972" sldId="542"/>
            <ac:spMk id="68" creationId="{5BE7B6A3-79F6-470F-89AC-7BA31B7B6379}"/>
          </ac:spMkLst>
        </pc:spChg>
        <pc:spChg chg="mod">
          <ac:chgData name="Manuj Agrawal" userId="8275e378daeca5b2" providerId="LiveId" clId="{6C5FEE81-405C-4CA2-B89A-E496C4A0925C}" dt="2021-12-26T18:50:31.167" v="29" actId="20577"/>
          <ac:spMkLst>
            <pc:docMk/>
            <pc:sldMk cId="1316161972" sldId="542"/>
            <ac:spMk id="69" creationId="{A7E7E804-C497-43D7-88C6-AE98C0F3B89C}"/>
          </ac:spMkLst>
        </pc:spChg>
        <pc:spChg chg="mod">
          <ac:chgData name="Manuj Agrawal" userId="8275e378daeca5b2" providerId="LiveId" clId="{6C5FEE81-405C-4CA2-B89A-E496C4A0925C}" dt="2021-12-26T18:50:19.954" v="23" actId="20577"/>
          <ac:spMkLst>
            <pc:docMk/>
            <pc:sldMk cId="1316161972" sldId="542"/>
            <ac:spMk id="70" creationId="{4E2ED473-7EC3-400B-B8F3-848D7908ED7D}"/>
          </ac:spMkLst>
        </pc:spChg>
      </pc:sldChg>
      <pc:sldChg chg="modSp mod">
        <pc:chgData name="Manuj Agrawal" userId="8275e378daeca5b2" providerId="LiveId" clId="{6C5FEE81-405C-4CA2-B89A-E496C4A0925C}" dt="2021-12-26T18:56:44.266" v="95" actId="403"/>
        <pc:sldMkLst>
          <pc:docMk/>
          <pc:sldMk cId="492392778" sldId="559"/>
        </pc:sldMkLst>
        <pc:spChg chg="mod">
          <ac:chgData name="Manuj Agrawal" userId="8275e378daeca5b2" providerId="LiveId" clId="{6C5FEE81-405C-4CA2-B89A-E496C4A0925C}" dt="2021-12-26T18:56:40.601" v="94" actId="1076"/>
          <ac:spMkLst>
            <pc:docMk/>
            <pc:sldMk cId="492392778" sldId="559"/>
            <ac:spMk id="57" creationId="{6E1493FB-C886-4A47-91BB-E761C4E16835}"/>
          </ac:spMkLst>
        </pc:spChg>
        <pc:spChg chg="mod">
          <ac:chgData name="Manuj Agrawal" userId="8275e378daeca5b2" providerId="LiveId" clId="{6C5FEE81-405C-4CA2-B89A-E496C4A0925C}" dt="2021-12-26T18:56:44.266" v="95" actId="403"/>
          <ac:spMkLst>
            <pc:docMk/>
            <pc:sldMk cId="492392778" sldId="559"/>
            <ac:spMk id="87" creationId="{5FCD3DEF-21D6-4EF9-B4D9-71828CA61DCB}"/>
          </ac:spMkLst>
        </pc:spChg>
      </pc:sldChg>
    </pc:docChg>
  </pc:docChgLst>
  <pc:docChgLst>
    <pc:chgData name="Manuj Agrawal" userId="8275e378daeca5b2" providerId="LiveId" clId="{2F60D5BF-92F3-42BD-887B-00C76973D974}"/>
    <pc:docChg chg="undo custSel addSld delSld modSld sldOrd">
      <pc:chgData name="Manuj Agrawal" userId="8275e378daeca5b2" providerId="LiveId" clId="{2F60D5BF-92F3-42BD-887B-00C76973D974}" dt="2021-12-16T14:22:54.111" v="5087" actId="1076"/>
      <pc:docMkLst>
        <pc:docMk/>
      </pc:docMkLst>
      <pc:sldChg chg="del">
        <pc:chgData name="Manuj Agrawal" userId="8275e378daeca5b2" providerId="LiveId" clId="{2F60D5BF-92F3-42BD-887B-00C76973D974}" dt="2021-12-15T13:12:57.119" v="437" actId="47"/>
        <pc:sldMkLst>
          <pc:docMk/>
          <pc:sldMk cId="4132242691" sldId="439"/>
        </pc:sldMkLst>
      </pc:sldChg>
      <pc:sldChg chg="del">
        <pc:chgData name="Manuj Agrawal" userId="8275e378daeca5b2" providerId="LiveId" clId="{2F60D5BF-92F3-42BD-887B-00C76973D974}" dt="2021-12-15T13:35:44.622" v="628" actId="47"/>
        <pc:sldMkLst>
          <pc:docMk/>
          <pc:sldMk cId="2924652405" sldId="446"/>
        </pc:sldMkLst>
      </pc:sldChg>
      <pc:sldChg chg="modSp mod">
        <pc:chgData name="Manuj Agrawal" userId="8275e378daeca5b2" providerId="LiveId" clId="{2F60D5BF-92F3-42BD-887B-00C76973D974}" dt="2021-12-16T13:22:47.901" v="4876" actId="20577"/>
        <pc:sldMkLst>
          <pc:docMk/>
          <pc:sldMk cId="1886868575" sldId="452"/>
        </pc:sldMkLst>
        <pc:spChg chg="mod">
          <ac:chgData name="Manuj Agrawal" userId="8275e378daeca5b2" providerId="LiveId" clId="{2F60D5BF-92F3-42BD-887B-00C76973D974}" dt="2021-12-16T13:22:47.901" v="4876" actId="20577"/>
          <ac:spMkLst>
            <pc:docMk/>
            <pc:sldMk cId="1886868575" sldId="452"/>
            <ac:spMk id="7" creationId="{964AF775-7BD1-4261-B095-0BBC8FB51428}"/>
          </ac:spMkLst>
        </pc:spChg>
      </pc:sldChg>
      <pc:sldChg chg="addSp modSp mod">
        <pc:chgData name="Manuj Agrawal" userId="8275e378daeca5b2" providerId="LiveId" clId="{2F60D5BF-92F3-42BD-887B-00C76973D974}" dt="2021-12-16T09:13:13.475" v="1502" actId="1076"/>
        <pc:sldMkLst>
          <pc:docMk/>
          <pc:sldMk cId="2654572283" sldId="456"/>
        </pc:sldMkLst>
        <pc:spChg chg="add mod">
          <ac:chgData name="Manuj Agrawal" userId="8275e378daeca5b2" providerId="LiveId" clId="{2F60D5BF-92F3-42BD-887B-00C76973D974}" dt="2021-12-16T09:13:13.475" v="1502" actId="1076"/>
          <ac:spMkLst>
            <pc:docMk/>
            <pc:sldMk cId="2654572283" sldId="456"/>
            <ac:spMk id="4" creationId="{5F8197BA-A7A5-47AE-963D-56CA14DDF98A}"/>
          </ac:spMkLst>
        </pc:spChg>
        <pc:spChg chg="mod">
          <ac:chgData name="Manuj Agrawal" userId="8275e378daeca5b2" providerId="LiveId" clId="{2F60D5BF-92F3-42BD-887B-00C76973D974}" dt="2021-12-16T08:32:37.901" v="1331" actId="1076"/>
          <ac:spMkLst>
            <pc:docMk/>
            <pc:sldMk cId="2654572283" sldId="456"/>
            <ac:spMk id="17" creationId="{00000000-0000-0000-0000-000000000000}"/>
          </ac:spMkLst>
        </pc:spChg>
      </pc:sldChg>
      <pc:sldChg chg="del">
        <pc:chgData name="Manuj Agrawal" userId="8275e378daeca5b2" providerId="LiveId" clId="{2F60D5BF-92F3-42BD-887B-00C76973D974}" dt="2021-12-15T13:35:40.375" v="626" actId="47"/>
        <pc:sldMkLst>
          <pc:docMk/>
          <pc:sldMk cId="3706521388" sldId="468"/>
        </pc:sldMkLst>
      </pc:sldChg>
      <pc:sldChg chg="del">
        <pc:chgData name="Manuj Agrawal" userId="8275e378daeca5b2" providerId="LiveId" clId="{2F60D5BF-92F3-42BD-887B-00C76973D974}" dt="2021-12-15T13:28:29.513" v="577" actId="47"/>
        <pc:sldMkLst>
          <pc:docMk/>
          <pc:sldMk cId="4070165547" sldId="472"/>
        </pc:sldMkLst>
      </pc:sldChg>
      <pc:sldChg chg="addSp delSp modSp mod ord setBg">
        <pc:chgData name="Manuj Agrawal" userId="8275e378daeca5b2" providerId="LiveId" clId="{2F60D5BF-92F3-42BD-887B-00C76973D974}" dt="2021-12-16T12:22:29.756" v="4342"/>
        <pc:sldMkLst>
          <pc:docMk/>
          <pc:sldMk cId="722639226" sldId="481"/>
        </pc:sldMkLst>
        <pc:spChg chg="del">
          <ac:chgData name="Manuj Agrawal" userId="8275e378daeca5b2" providerId="LiveId" clId="{2F60D5BF-92F3-42BD-887B-00C76973D974}" dt="2021-12-16T09:54:38.571" v="2514" actId="478"/>
          <ac:spMkLst>
            <pc:docMk/>
            <pc:sldMk cId="722639226" sldId="481"/>
            <ac:spMk id="5" creationId="{A5BD22F3-7B36-4846-8424-0B843BEB896F}"/>
          </ac:spMkLst>
        </pc:spChg>
        <pc:spChg chg="del">
          <ac:chgData name="Manuj Agrawal" userId="8275e378daeca5b2" providerId="LiveId" clId="{2F60D5BF-92F3-42BD-887B-00C76973D974}" dt="2021-12-16T09:54:38.571" v="2514" actId="478"/>
          <ac:spMkLst>
            <pc:docMk/>
            <pc:sldMk cId="722639226" sldId="481"/>
            <ac:spMk id="9" creationId="{8FD0F4BC-33A6-494F-9F9A-8670F70B87DC}"/>
          </ac:spMkLst>
        </pc:spChg>
        <pc:spChg chg="mod">
          <ac:chgData name="Manuj Agrawal" userId="8275e378daeca5b2" providerId="LiveId" clId="{2F60D5BF-92F3-42BD-887B-00C76973D974}" dt="2021-12-16T11:53:15.108" v="4335" actId="6549"/>
          <ac:spMkLst>
            <pc:docMk/>
            <pc:sldMk cId="722639226" sldId="481"/>
            <ac:spMk id="11" creationId="{FF1098FB-68F5-4566-8FF9-44B8794DE334}"/>
          </ac:spMkLst>
        </pc:spChg>
        <pc:spChg chg="mod">
          <ac:chgData name="Manuj Agrawal" userId="8275e378daeca5b2" providerId="LiveId" clId="{2F60D5BF-92F3-42BD-887B-00C76973D974}" dt="2021-12-16T11:52:39.778" v="4334" actId="20577"/>
          <ac:spMkLst>
            <pc:docMk/>
            <pc:sldMk cId="722639226" sldId="481"/>
            <ac:spMk id="13" creationId="{5FEA3B4D-CFF3-467B-BE94-65D1F327CFBB}"/>
          </ac:spMkLst>
        </pc:spChg>
        <pc:spChg chg="mod">
          <ac:chgData name="Manuj Agrawal" userId="8275e378daeca5b2" providerId="LiveId" clId="{2F60D5BF-92F3-42BD-887B-00C76973D974}" dt="2021-12-15T13:39:17.985" v="663" actId="1076"/>
          <ac:spMkLst>
            <pc:docMk/>
            <pc:sldMk cId="722639226" sldId="481"/>
            <ac:spMk id="17" creationId="{00000000-0000-0000-0000-000000000000}"/>
          </ac:spMkLst>
        </pc:spChg>
        <pc:picChg chg="add del mod">
          <ac:chgData name="Manuj Agrawal" userId="8275e378daeca5b2" providerId="LiveId" clId="{2F60D5BF-92F3-42BD-887B-00C76973D974}" dt="2021-12-16T09:10:21.711" v="1335" actId="21"/>
          <ac:picMkLst>
            <pc:docMk/>
            <pc:sldMk cId="722639226" sldId="481"/>
            <ac:picMk id="4" creationId="{45D6088C-9BBA-4E45-A667-1ECE84A701B7}"/>
          </ac:picMkLst>
        </pc:picChg>
      </pc:sldChg>
      <pc:sldChg chg="add del">
        <pc:chgData name="Manuj Agrawal" userId="8275e378daeca5b2" providerId="LiveId" clId="{2F60D5BF-92F3-42BD-887B-00C76973D974}" dt="2021-12-16T09:54:02.958" v="2504" actId="47"/>
        <pc:sldMkLst>
          <pc:docMk/>
          <pc:sldMk cId="321808071" sldId="485"/>
        </pc:sldMkLst>
      </pc:sldChg>
      <pc:sldChg chg="modSp mod setBg">
        <pc:chgData name="Manuj Agrawal" userId="8275e378daeca5b2" providerId="LiveId" clId="{2F60D5BF-92F3-42BD-887B-00C76973D974}" dt="2021-12-16T12:49:51.734" v="4843" actId="1076"/>
        <pc:sldMkLst>
          <pc:docMk/>
          <pc:sldMk cId="2413752973" sldId="486"/>
        </pc:sldMkLst>
        <pc:spChg chg="mod">
          <ac:chgData name="Manuj Agrawal" userId="8275e378daeca5b2" providerId="LiveId" clId="{2F60D5BF-92F3-42BD-887B-00C76973D974}" dt="2021-12-15T13:23:17.730" v="541" actId="1076"/>
          <ac:spMkLst>
            <pc:docMk/>
            <pc:sldMk cId="2413752973" sldId="486"/>
            <ac:spMk id="17" creationId="{B5C1152F-7231-435A-B06E-64C56434D480}"/>
          </ac:spMkLst>
        </pc:spChg>
        <pc:spChg chg="mod">
          <ac:chgData name="Manuj Agrawal" userId="8275e378daeca5b2" providerId="LiveId" clId="{2F60D5BF-92F3-42BD-887B-00C76973D974}" dt="2021-12-16T12:49:49.689" v="4842" actId="1076"/>
          <ac:spMkLst>
            <pc:docMk/>
            <pc:sldMk cId="2413752973" sldId="486"/>
            <ac:spMk id="29" creationId="{6C46D106-05B3-4330-B887-EA65161653D3}"/>
          </ac:spMkLst>
        </pc:spChg>
        <pc:spChg chg="mod">
          <ac:chgData name="Manuj Agrawal" userId="8275e378daeca5b2" providerId="LiveId" clId="{2F60D5BF-92F3-42BD-887B-00C76973D974}" dt="2021-12-15T13:23:03.787" v="538" actId="1076"/>
          <ac:spMkLst>
            <pc:docMk/>
            <pc:sldMk cId="2413752973" sldId="486"/>
            <ac:spMk id="31" creationId="{196CB89C-8F98-48F6-9156-EE851111F03A}"/>
          </ac:spMkLst>
        </pc:spChg>
        <pc:spChg chg="mod">
          <ac:chgData name="Manuj Agrawal" userId="8275e378daeca5b2" providerId="LiveId" clId="{2F60D5BF-92F3-42BD-887B-00C76973D974}" dt="2021-12-15T13:23:03.787" v="538" actId="1076"/>
          <ac:spMkLst>
            <pc:docMk/>
            <pc:sldMk cId="2413752973" sldId="486"/>
            <ac:spMk id="32" creationId="{780EB21B-F0EC-4757-A452-54687AE8F55B}"/>
          </ac:spMkLst>
        </pc:spChg>
        <pc:spChg chg="mod">
          <ac:chgData name="Manuj Agrawal" userId="8275e378daeca5b2" providerId="LiveId" clId="{2F60D5BF-92F3-42BD-887B-00C76973D974}" dt="2021-12-16T12:49:51.734" v="4843" actId="1076"/>
          <ac:spMkLst>
            <pc:docMk/>
            <pc:sldMk cId="2413752973" sldId="486"/>
            <ac:spMk id="46" creationId="{3123FE44-D10D-4CA1-A2AD-232055C2AA6A}"/>
          </ac:spMkLst>
        </pc:spChg>
        <pc:spChg chg="mod">
          <ac:chgData name="Manuj Agrawal" userId="8275e378daeca5b2" providerId="LiveId" clId="{2F60D5BF-92F3-42BD-887B-00C76973D974}" dt="2021-12-15T13:23:03.787" v="538" actId="1076"/>
          <ac:spMkLst>
            <pc:docMk/>
            <pc:sldMk cId="2413752973" sldId="486"/>
            <ac:spMk id="47" creationId="{18EDD0B6-D3CC-42FD-AADA-D0B98EEED4C1}"/>
          </ac:spMkLst>
        </pc:spChg>
        <pc:spChg chg="mod">
          <ac:chgData name="Manuj Agrawal" userId="8275e378daeca5b2" providerId="LiveId" clId="{2F60D5BF-92F3-42BD-887B-00C76973D974}" dt="2021-12-15T13:23:08.066" v="539" actId="1076"/>
          <ac:spMkLst>
            <pc:docMk/>
            <pc:sldMk cId="2413752973" sldId="486"/>
            <ac:spMk id="48" creationId="{EFF30D0D-D1AB-4521-98C6-32436893A1F4}"/>
          </ac:spMkLst>
        </pc:spChg>
        <pc:spChg chg="mod">
          <ac:chgData name="Manuj Agrawal" userId="8275e378daeca5b2" providerId="LiveId" clId="{2F60D5BF-92F3-42BD-887B-00C76973D974}" dt="2021-12-16T12:49:42.405" v="4837" actId="1076"/>
          <ac:spMkLst>
            <pc:docMk/>
            <pc:sldMk cId="2413752973" sldId="486"/>
            <ac:spMk id="49" creationId="{9CE07388-E382-4920-97B0-D1124EF8BC44}"/>
          </ac:spMkLst>
        </pc:spChg>
        <pc:spChg chg="mod">
          <ac:chgData name="Manuj Agrawal" userId="8275e378daeca5b2" providerId="LiveId" clId="{2F60D5BF-92F3-42BD-887B-00C76973D974}" dt="2021-12-15T13:23:03.787" v="538" actId="1076"/>
          <ac:spMkLst>
            <pc:docMk/>
            <pc:sldMk cId="2413752973" sldId="486"/>
            <ac:spMk id="50" creationId="{91B00B65-E049-456F-83A1-17EAF570563B}"/>
          </ac:spMkLst>
        </pc:spChg>
        <pc:spChg chg="mod">
          <ac:chgData name="Manuj Agrawal" userId="8275e378daeca5b2" providerId="LiveId" clId="{2F60D5BF-92F3-42BD-887B-00C76973D974}" dt="2021-12-16T12:49:40.342" v="4836" actId="1076"/>
          <ac:spMkLst>
            <pc:docMk/>
            <pc:sldMk cId="2413752973" sldId="486"/>
            <ac:spMk id="51" creationId="{D87CECE4-DDF5-476A-8F0D-519A3DE95FA2}"/>
          </ac:spMkLst>
        </pc:spChg>
        <pc:spChg chg="mod">
          <ac:chgData name="Manuj Agrawal" userId="8275e378daeca5b2" providerId="LiveId" clId="{2F60D5BF-92F3-42BD-887B-00C76973D974}" dt="2021-12-15T13:23:03.787" v="538" actId="1076"/>
          <ac:spMkLst>
            <pc:docMk/>
            <pc:sldMk cId="2413752973" sldId="486"/>
            <ac:spMk id="52" creationId="{EA3E0325-FF03-43EC-A9B7-660F8090FAFD}"/>
          </ac:spMkLst>
        </pc:spChg>
        <pc:spChg chg="mod">
          <ac:chgData name="Manuj Agrawal" userId="8275e378daeca5b2" providerId="LiveId" clId="{2F60D5BF-92F3-42BD-887B-00C76973D974}" dt="2021-12-15T13:23:03.787" v="538" actId="1076"/>
          <ac:spMkLst>
            <pc:docMk/>
            <pc:sldMk cId="2413752973" sldId="486"/>
            <ac:spMk id="54" creationId="{9593B379-BF2A-47F1-A6E2-F74A1BA3659A}"/>
          </ac:spMkLst>
        </pc:spChg>
        <pc:spChg chg="mod">
          <ac:chgData name="Manuj Agrawal" userId="8275e378daeca5b2" providerId="LiveId" clId="{2F60D5BF-92F3-42BD-887B-00C76973D974}" dt="2021-12-15T13:23:03.787" v="538" actId="1076"/>
          <ac:spMkLst>
            <pc:docMk/>
            <pc:sldMk cId="2413752973" sldId="486"/>
            <ac:spMk id="55" creationId="{9989DF12-25B1-4DA4-B4F3-D0186598CC39}"/>
          </ac:spMkLst>
        </pc:spChg>
      </pc:sldChg>
      <pc:sldChg chg="addSp modSp del mod setBg">
        <pc:chgData name="Manuj Agrawal" userId="8275e378daeca5b2" providerId="LiveId" clId="{2F60D5BF-92F3-42BD-887B-00C76973D974}" dt="2021-12-16T09:54:06.946" v="2505" actId="47"/>
        <pc:sldMkLst>
          <pc:docMk/>
          <pc:sldMk cId="1954424249" sldId="487"/>
        </pc:sldMkLst>
        <pc:spChg chg="mod">
          <ac:chgData name="Manuj Agrawal" userId="8275e378daeca5b2" providerId="LiveId" clId="{2F60D5BF-92F3-42BD-887B-00C76973D974}" dt="2021-12-15T13:51:25.687" v="863" actId="1076"/>
          <ac:spMkLst>
            <pc:docMk/>
            <pc:sldMk cId="1954424249" sldId="487"/>
            <ac:spMk id="8" creationId="{FEF10653-88F6-403A-B3F7-56311D716540}"/>
          </ac:spMkLst>
        </pc:spChg>
        <pc:spChg chg="mod">
          <ac:chgData name="Manuj Agrawal" userId="8275e378daeca5b2" providerId="LiveId" clId="{2F60D5BF-92F3-42BD-887B-00C76973D974}" dt="2021-12-15T14:24:00.533" v="919" actId="1076"/>
          <ac:spMkLst>
            <pc:docMk/>
            <pc:sldMk cId="1954424249" sldId="487"/>
            <ac:spMk id="10" creationId="{7FCF759E-7CF2-4CD0-A287-26183E1F6A7A}"/>
          </ac:spMkLst>
        </pc:spChg>
        <pc:spChg chg="mod">
          <ac:chgData name="Manuj Agrawal" userId="8275e378daeca5b2" providerId="LiveId" clId="{2F60D5BF-92F3-42BD-887B-00C76973D974}" dt="2021-12-15T14:24:00.533" v="919" actId="1076"/>
          <ac:spMkLst>
            <pc:docMk/>
            <pc:sldMk cId="1954424249" sldId="487"/>
            <ac:spMk id="11" creationId="{F91F8435-B5ED-4081-8A93-CF4DE5953CAB}"/>
          </ac:spMkLst>
        </pc:spChg>
        <pc:spChg chg="mod">
          <ac:chgData name="Manuj Agrawal" userId="8275e378daeca5b2" providerId="LiveId" clId="{2F60D5BF-92F3-42BD-887B-00C76973D974}" dt="2021-12-15T14:24:00.533" v="919" actId="1076"/>
          <ac:spMkLst>
            <pc:docMk/>
            <pc:sldMk cId="1954424249" sldId="487"/>
            <ac:spMk id="13" creationId="{65F50D7C-DBA2-4C8C-8761-A4492F1216FE}"/>
          </ac:spMkLst>
        </pc:spChg>
        <pc:spChg chg="mod">
          <ac:chgData name="Manuj Agrawal" userId="8275e378daeca5b2" providerId="LiveId" clId="{2F60D5BF-92F3-42BD-887B-00C76973D974}" dt="2021-12-15T14:24:00.533" v="919" actId="1076"/>
          <ac:spMkLst>
            <pc:docMk/>
            <pc:sldMk cId="1954424249" sldId="487"/>
            <ac:spMk id="15" creationId="{F8606FC4-8676-4DF9-BC88-EB1B2C18393C}"/>
          </ac:spMkLst>
        </pc:spChg>
        <pc:spChg chg="mod">
          <ac:chgData name="Manuj Agrawal" userId="8275e378daeca5b2" providerId="LiveId" clId="{2F60D5BF-92F3-42BD-887B-00C76973D974}" dt="2021-12-15T14:24:00.533" v="919" actId="1076"/>
          <ac:spMkLst>
            <pc:docMk/>
            <pc:sldMk cId="1954424249" sldId="487"/>
            <ac:spMk id="16" creationId="{549CB9A6-E893-47E7-8E85-EE649B535FA3}"/>
          </ac:spMkLst>
        </pc:spChg>
        <pc:spChg chg="mod">
          <ac:chgData name="Manuj Agrawal" userId="8275e378daeca5b2" providerId="LiveId" clId="{2F60D5BF-92F3-42BD-887B-00C76973D974}" dt="2021-12-15T14:24:05.845" v="920" actId="1076"/>
          <ac:spMkLst>
            <pc:docMk/>
            <pc:sldMk cId="1954424249" sldId="487"/>
            <ac:spMk id="17" creationId="{B629B683-1759-4886-84E9-3B6EEC34C4A2}"/>
          </ac:spMkLst>
        </pc:spChg>
        <pc:spChg chg="mod">
          <ac:chgData name="Manuj Agrawal" userId="8275e378daeca5b2" providerId="LiveId" clId="{2F60D5BF-92F3-42BD-887B-00C76973D974}" dt="2021-12-15T14:24:00.533" v="919" actId="1076"/>
          <ac:spMkLst>
            <pc:docMk/>
            <pc:sldMk cId="1954424249" sldId="487"/>
            <ac:spMk id="20" creationId="{6C5A1991-2AD6-4E4F-A2E4-47C017FCCF60}"/>
          </ac:spMkLst>
        </pc:spChg>
        <pc:spChg chg="mod">
          <ac:chgData name="Manuj Agrawal" userId="8275e378daeca5b2" providerId="LiveId" clId="{2F60D5BF-92F3-42BD-887B-00C76973D974}" dt="2021-12-15T14:24:00.533" v="919" actId="1076"/>
          <ac:spMkLst>
            <pc:docMk/>
            <pc:sldMk cId="1954424249" sldId="487"/>
            <ac:spMk id="22" creationId="{D721AD63-D130-43BB-93E5-D6FE3967FF89}"/>
          </ac:spMkLst>
        </pc:spChg>
        <pc:spChg chg="add mod">
          <ac:chgData name="Manuj Agrawal" userId="8275e378daeca5b2" providerId="LiveId" clId="{2F60D5BF-92F3-42BD-887B-00C76973D974}" dt="2021-12-15T14:24:00.533" v="919" actId="1076"/>
          <ac:spMkLst>
            <pc:docMk/>
            <pc:sldMk cId="1954424249" sldId="487"/>
            <ac:spMk id="23" creationId="{20942F9E-453D-4EF2-A74B-FE0B14B12C8A}"/>
          </ac:spMkLst>
        </pc:spChg>
        <pc:picChg chg="mod">
          <ac:chgData name="Manuj Agrawal" userId="8275e378daeca5b2" providerId="LiveId" clId="{2F60D5BF-92F3-42BD-887B-00C76973D974}" dt="2021-12-15T14:24:00.533" v="919" actId="1076"/>
          <ac:picMkLst>
            <pc:docMk/>
            <pc:sldMk cId="1954424249" sldId="487"/>
            <ac:picMk id="3" creationId="{856896EA-45EE-42E3-B458-D16DE8819EEA}"/>
          </ac:picMkLst>
        </pc:picChg>
        <pc:picChg chg="mod">
          <ac:chgData name="Manuj Agrawal" userId="8275e378daeca5b2" providerId="LiveId" clId="{2F60D5BF-92F3-42BD-887B-00C76973D974}" dt="2021-12-15T14:24:00.533" v="919" actId="1076"/>
          <ac:picMkLst>
            <pc:docMk/>
            <pc:sldMk cId="1954424249" sldId="487"/>
            <ac:picMk id="4" creationId="{51949C5B-16CF-43DA-8492-3D0E711F40C7}"/>
          </ac:picMkLst>
        </pc:picChg>
        <pc:picChg chg="add mod">
          <ac:chgData name="Manuj Agrawal" userId="8275e378daeca5b2" providerId="LiveId" clId="{2F60D5BF-92F3-42BD-887B-00C76973D974}" dt="2021-12-15T14:24:00.533" v="919" actId="1076"/>
          <ac:picMkLst>
            <pc:docMk/>
            <pc:sldMk cId="1954424249" sldId="487"/>
            <ac:picMk id="5" creationId="{C022A346-99E3-44CB-84E0-77C45562E83B}"/>
          </ac:picMkLst>
        </pc:picChg>
        <pc:picChg chg="mod">
          <ac:chgData name="Manuj Agrawal" userId="8275e378daeca5b2" providerId="LiveId" clId="{2F60D5BF-92F3-42BD-887B-00C76973D974}" dt="2021-12-15T14:24:05.845" v="920" actId="1076"/>
          <ac:picMkLst>
            <pc:docMk/>
            <pc:sldMk cId="1954424249" sldId="487"/>
            <ac:picMk id="6" creationId="{651B39D3-3EEC-4259-A305-D28AFC10A94F}"/>
          </ac:picMkLst>
        </pc:picChg>
        <pc:picChg chg="mod modCrop">
          <ac:chgData name="Manuj Agrawal" userId="8275e378daeca5b2" providerId="LiveId" clId="{2F60D5BF-92F3-42BD-887B-00C76973D974}" dt="2021-12-15T14:24:00.533" v="919" actId="1076"/>
          <ac:picMkLst>
            <pc:docMk/>
            <pc:sldMk cId="1954424249" sldId="487"/>
            <ac:picMk id="7" creationId="{0E6147DC-64E1-4129-9D9B-96C40D5E8EF0}"/>
          </ac:picMkLst>
        </pc:picChg>
        <pc:picChg chg="mod">
          <ac:chgData name="Manuj Agrawal" userId="8275e378daeca5b2" providerId="LiveId" clId="{2F60D5BF-92F3-42BD-887B-00C76973D974}" dt="2021-12-15T14:24:05.845" v="920" actId="1076"/>
          <ac:picMkLst>
            <pc:docMk/>
            <pc:sldMk cId="1954424249" sldId="487"/>
            <ac:picMk id="9" creationId="{21022D17-0E85-4E38-899A-4F98B3183853}"/>
          </ac:picMkLst>
        </pc:picChg>
        <pc:picChg chg="mod">
          <ac:chgData name="Manuj Agrawal" userId="8275e378daeca5b2" providerId="LiveId" clId="{2F60D5BF-92F3-42BD-887B-00C76973D974}" dt="2021-12-15T14:24:00.533" v="919" actId="1076"/>
          <ac:picMkLst>
            <pc:docMk/>
            <pc:sldMk cId="1954424249" sldId="487"/>
            <ac:picMk id="12" creationId="{A4253AAC-235A-4863-956D-3C923407ADF6}"/>
          </ac:picMkLst>
        </pc:picChg>
        <pc:picChg chg="mod modCrop">
          <ac:chgData name="Manuj Agrawal" userId="8275e378daeca5b2" providerId="LiveId" clId="{2F60D5BF-92F3-42BD-887B-00C76973D974}" dt="2021-12-15T14:24:00.533" v="919" actId="1076"/>
          <ac:picMkLst>
            <pc:docMk/>
            <pc:sldMk cId="1954424249" sldId="487"/>
            <ac:picMk id="14" creationId="{19060B3B-F349-47E3-9406-7415E8F11272}"/>
          </ac:picMkLst>
        </pc:picChg>
        <pc:picChg chg="mod">
          <ac:chgData name="Manuj Agrawal" userId="8275e378daeca5b2" providerId="LiveId" clId="{2F60D5BF-92F3-42BD-887B-00C76973D974}" dt="2021-12-15T14:24:00.533" v="919" actId="1076"/>
          <ac:picMkLst>
            <pc:docMk/>
            <pc:sldMk cId="1954424249" sldId="487"/>
            <ac:picMk id="18" creationId="{79545B10-F37C-467E-B5CA-362E403A4F0D}"/>
          </ac:picMkLst>
        </pc:picChg>
        <pc:picChg chg="mod">
          <ac:chgData name="Manuj Agrawal" userId="8275e378daeca5b2" providerId="LiveId" clId="{2F60D5BF-92F3-42BD-887B-00C76973D974}" dt="2021-12-15T14:24:05.845" v="920" actId="1076"/>
          <ac:picMkLst>
            <pc:docMk/>
            <pc:sldMk cId="1954424249" sldId="487"/>
            <ac:picMk id="21" creationId="{2DE93E62-FB1F-442E-8C0D-E0DEC6BADB83}"/>
          </ac:picMkLst>
        </pc:picChg>
        <pc:picChg chg="add mod">
          <ac:chgData name="Manuj Agrawal" userId="8275e378daeca5b2" providerId="LiveId" clId="{2F60D5BF-92F3-42BD-887B-00C76973D974}" dt="2021-12-16T09:44:36.891" v="2139" actId="571"/>
          <ac:picMkLst>
            <pc:docMk/>
            <pc:sldMk cId="1954424249" sldId="487"/>
            <ac:picMk id="24" creationId="{BDA5A12D-3519-41C2-85BE-8FEA29404712}"/>
          </ac:picMkLst>
        </pc:picChg>
        <pc:picChg chg="add mod">
          <ac:chgData name="Manuj Agrawal" userId="8275e378daeca5b2" providerId="LiveId" clId="{2F60D5BF-92F3-42BD-887B-00C76973D974}" dt="2021-12-16T09:44:36.891" v="2139" actId="571"/>
          <ac:picMkLst>
            <pc:docMk/>
            <pc:sldMk cId="1954424249" sldId="487"/>
            <ac:picMk id="25" creationId="{EC038F25-410C-402D-A12E-97F83B765E73}"/>
          </ac:picMkLst>
        </pc:picChg>
        <pc:picChg chg="add mod">
          <ac:chgData name="Manuj Agrawal" userId="8275e378daeca5b2" providerId="LiveId" clId="{2F60D5BF-92F3-42BD-887B-00C76973D974}" dt="2021-12-16T09:44:36.891" v="2139" actId="571"/>
          <ac:picMkLst>
            <pc:docMk/>
            <pc:sldMk cId="1954424249" sldId="487"/>
            <ac:picMk id="26" creationId="{EA0ED3EC-4F8A-4109-9764-3E74A6E7D646}"/>
          </ac:picMkLst>
        </pc:picChg>
        <pc:picChg chg="add mod">
          <ac:chgData name="Manuj Agrawal" userId="8275e378daeca5b2" providerId="LiveId" clId="{2F60D5BF-92F3-42BD-887B-00C76973D974}" dt="2021-12-16T09:44:36.891" v="2139" actId="571"/>
          <ac:picMkLst>
            <pc:docMk/>
            <pc:sldMk cId="1954424249" sldId="487"/>
            <ac:picMk id="27" creationId="{C50C6ECB-CB8D-45B9-BAB4-F9997DC9996F}"/>
          </ac:picMkLst>
        </pc:picChg>
        <pc:picChg chg="add mod">
          <ac:chgData name="Manuj Agrawal" userId="8275e378daeca5b2" providerId="LiveId" clId="{2F60D5BF-92F3-42BD-887B-00C76973D974}" dt="2021-12-16T09:44:36.891" v="2139" actId="571"/>
          <ac:picMkLst>
            <pc:docMk/>
            <pc:sldMk cId="1954424249" sldId="487"/>
            <ac:picMk id="28" creationId="{407BCD88-C67C-4BFE-A6BE-E8A1FA526AC8}"/>
          </ac:picMkLst>
        </pc:picChg>
      </pc:sldChg>
      <pc:sldChg chg="delSp modSp del mod setBg">
        <pc:chgData name="Manuj Agrawal" userId="8275e378daeca5b2" providerId="LiveId" clId="{2F60D5BF-92F3-42BD-887B-00C76973D974}" dt="2021-12-16T12:44:59.991" v="4833" actId="47"/>
        <pc:sldMkLst>
          <pc:docMk/>
          <pc:sldMk cId="57572407" sldId="488"/>
        </pc:sldMkLst>
        <pc:spChg chg="mod">
          <ac:chgData name="Manuj Agrawal" userId="8275e378daeca5b2" providerId="LiveId" clId="{2F60D5BF-92F3-42BD-887B-00C76973D974}" dt="2021-12-15T13:34:49.361" v="621" actId="1076"/>
          <ac:spMkLst>
            <pc:docMk/>
            <pc:sldMk cId="57572407" sldId="488"/>
            <ac:spMk id="17" creationId="{B5C1152F-7231-435A-B06E-64C56434D480}"/>
          </ac:spMkLst>
        </pc:spChg>
        <pc:spChg chg="mod">
          <ac:chgData name="Manuj Agrawal" userId="8275e378daeca5b2" providerId="LiveId" clId="{2F60D5BF-92F3-42BD-887B-00C76973D974}" dt="2021-12-15T13:35:02.016" v="623" actId="1076"/>
          <ac:spMkLst>
            <pc:docMk/>
            <pc:sldMk cId="57572407" sldId="488"/>
            <ac:spMk id="23" creationId="{1DBFF062-90D5-4E69-BF06-12FD9FD5AE74}"/>
          </ac:spMkLst>
        </pc:spChg>
        <pc:spChg chg="del mod">
          <ac:chgData name="Manuj Agrawal" userId="8275e378daeca5b2" providerId="LiveId" clId="{2F60D5BF-92F3-42BD-887B-00C76973D974}" dt="2021-12-16T12:43:00.397" v="4810" actId="21"/>
          <ac:spMkLst>
            <pc:docMk/>
            <pc:sldMk cId="57572407" sldId="488"/>
            <ac:spMk id="24" creationId="{21967740-B934-4B85-849E-036D9A078BD8}"/>
          </ac:spMkLst>
        </pc:spChg>
        <pc:spChg chg="mod">
          <ac:chgData name="Manuj Agrawal" userId="8275e378daeca5b2" providerId="LiveId" clId="{2F60D5BF-92F3-42BD-887B-00C76973D974}" dt="2021-12-15T13:34:20.042" v="616" actId="1076"/>
          <ac:spMkLst>
            <pc:docMk/>
            <pc:sldMk cId="57572407" sldId="488"/>
            <ac:spMk id="25" creationId="{A62C0748-E5C5-462F-BF7C-8F770D41222F}"/>
          </ac:spMkLst>
        </pc:spChg>
        <pc:graphicFrameChg chg="mod">
          <ac:chgData name="Manuj Agrawal" userId="8275e378daeca5b2" providerId="LiveId" clId="{2F60D5BF-92F3-42BD-887B-00C76973D974}" dt="2021-12-15T13:34:56.200" v="622" actId="1076"/>
          <ac:graphicFrameMkLst>
            <pc:docMk/>
            <pc:sldMk cId="57572407" sldId="488"/>
            <ac:graphicFrameMk id="4" creationId="{EEDD7073-AA63-4152-8A36-085D8561013C}"/>
          </ac:graphicFrameMkLst>
        </pc:graphicFrameChg>
        <pc:graphicFrameChg chg="mod">
          <ac:chgData name="Manuj Agrawal" userId="8275e378daeca5b2" providerId="LiveId" clId="{2F60D5BF-92F3-42BD-887B-00C76973D974}" dt="2021-12-16T12:37:30.371" v="4696" actId="1076"/>
          <ac:graphicFrameMkLst>
            <pc:docMk/>
            <pc:sldMk cId="57572407" sldId="488"/>
            <ac:graphicFrameMk id="12" creationId="{9BF9477A-DD6E-46C3-9484-707E90C0D77F}"/>
          </ac:graphicFrameMkLst>
        </pc:graphicFrameChg>
        <pc:graphicFrameChg chg="del mod">
          <ac:chgData name="Manuj Agrawal" userId="8275e378daeca5b2" providerId="LiveId" clId="{2F60D5BF-92F3-42BD-887B-00C76973D974}" dt="2021-12-16T12:39:47.059" v="4718" actId="21"/>
          <ac:graphicFrameMkLst>
            <pc:docMk/>
            <pc:sldMk cId="57572407" sldId="488"/>
            <ac:graphicFrameMk id="13" creationId="{A09CE727-89F5-4B94-803C-B5D4C08D703D}"/>
          </ac:graphicFrameMkLst>
        </pc:graphicFrameChg>
      </pc:sldChg>
      <pc:sldChg chg="del">
        <pc:chgData name="Manuj Agrawal" userId="8275e378daeca5b2" providerId="LiveId" clId="{2F60D5BF-92F3-42BD-887B-00C76973D974}" dt="2021-12-15T13:35:41.526" v="627" actId="47"/>
        <pc:sldMkLst>
          <pc:docMk/>
          <pc:sldMk cId="3773446992" sldId="490"/>
        </pc:sldMkLst>
      </pc:sldChg>
      <pc:sldChg chg="addSp delSp modSp mod ord setBg">
        <pc:chgData name="Manuj Agrawal" userId="8275e378daeca5b2" providerId="LiveId" clId="{2F60D5BF-92F3-42BD-887B-00C76973D974}" dt="2021-12-16T13:32:52.450" v="4991" actId="1076"/>
        <pc:sldMkLst>
          <pc:docMk/>
          <pc:sldMk cId="2332114638" sldId="503"/>
        </pc:sldMkLst>
        <pc:spChg chg="mod">
          <ac:chgData name="Manuj Agrawal" userId="8275e378daeca5b2" providerId="LiveId" clId="{2F60D5BF-92F3-42BD-887B-00C76973D974}" dt="2021-12-16T07:16:52.593" v="1167"/>
          <ac:spMkLst>
            <pc:docMk/>
            <pc:sldMk cId="2332114638" sldId="503"/>
            <ac:spMk id="12" creationId="{6910D99F-D37F-46FC-B94D-97CD736F58B7}"/>
          </ac:spMkLst>
        </pc:spChg>
        <pc:spChg chg="add mod">
          <ac:chgData name="Manuj Agrawal" userId="8275e378daeca5b2" providerId="LiveId" clId="{2F60D5BF-92F3-42BD-887B-00C76973D974}" dt="2021-12-16T10:05:45.864" v="2672" actId="1076"/>
          <ac:spMkLst>
            <pc:docMk/>
            <pc:sldMk cId="2332114638" sldId="503"/>
            <ac:spMk id="13" creationId="{192F8E95-4B45-4ECB-A86E-457CD75C6455}"/>
          </ac:spMkLst>
        </pc:spChg>
        <pc:spChg chg="add mod">
          <ac:chgData name="Manuj Agrawal" userId="8275e378daeca5b2" providerId="LiveId" clId="{2F60D5BF-92F3-42BD-887B-00C76973D974}" dt="2021-12-16T13:32:52.450" v="4991" actId="1076"/>
          <ac:spMkLst>
            <pc:docMk/>
            <pc:sldMk cId="2332114638" sldId="503"/>
            <ac:spMk id="14" creationId="{B8286B88-3298-4AB9-B982-88FFF5F5FDAD}"/>
          </ac:spMkLst>
        </pc:spChg>
        <pc:spChg chg="add mod">
          <ac:chgData name="Manuj Agrawal" userId="8275e378daeca5b2" providerId="LiveId" clId="{2F60D5BF-92F3-42BD-887B-00C76973D974}" dt="2021-12-16T10:05:28.880" v="2667" actId="1076"/>
          <ac:spMkLst>
            <pc:docMk/>
            <pc:sldMk cId="2332114638" sldId="503"/>
            <ac:spMk id="15" creationId="{9E5FA417-848A-489B-80DF-D6319DAD3C53}"/>
          </ac:spMkLst>
        </pc:spChg>
        <pc:spChg chg="add mod">
          <ac:chgData name="Manuj Agrawal" userId="8275e378daeca5b2" providerId="LiveId" clId="{2F60D5BF-92F3-42BD-887B-00C76973D974}" dt="2021-12-16T10:05:33.121" v="2669" actId="1076"/>
          <ac:spMkLst>
            <pc:docMk/>
            <pc:sldMk cId="2332114638" sldId="503"/>
            <ac:spMk id="16" creationId="{CD2B4FA5-D2E3-48A1-ACA8-0D833BC9C112}"/>
          </ac:spMkLst>
        </pc:spChg>
        <pc:spChg chg="mod">
          <ac:chgData name="Manuj Agrawal" userId="8275e378daeca5b2" providerId="LiveId" clId="{2F60D5BF-92F3-42BD-887B-00C76973D974}" dt="2021-12-16T11:43:59.053" v="4203" actId="20577"/>
          <ac:spMkLst>
            <pc:docMk/>
            <pc:sldMk cId="2332114638" sldId="503"/>
            <ac:spMk id="17" creationId="{00000000-0000-0000-0000-000000000000}"/>
          </ac:spMkLst>
        </pc:spChg>
        <pc:spChg chg="mod">
          <ac:chgData name="Manuj Agrawal" userId="8275e378daeca5b2" providerId="LiveId" clId="{2F60D5BF-92F3-42BD-887B-00C76973D974}" dt="2021-12-15T12:57:30.397" v="154" actId="207"/>
          <ac:spMkLst>
            <pc:docMk/>
            <pc:sldMk cId="2332114638" sldId="503"/>
            <ac:spMk id="37" creationId="{42B42F82-AEC2-4464-889B-1A93FAE34CFE}"/>
          </ac:spMkLst>
        </pc:spChg>
        <pc:grpChg chg="del">
          <ac:chgData name="Manuj Agrawal" userId="8275e378daeca5b2" providerId="LiveId" clId="{2F60D5BF-92F3-42BD-887B-00C76973D974}" dt="2021-12-15T12:10:17.933" v="17" actId="478"/>
          <ac:grpSpMkLst>
            <pc:docMk/>
            <pc:sldMk cId="2332114638" sldId="503"/>
            <ac:grpSpMk id="2" creationId="{3038267E-A62A-4D64-85A5-0B139A56E17F}"/>
          </ac:grpSpMkLst>
        </pc:grpChg>
        <pc:grpChg chg="add mod">
          <ac:chgData name="Manuj Agrawal" userId="8275e378daeca5b2" providerId="LiveId" clId="{2F60D5BF-92F3-42BD-887B-00C76973D974}" dt="2021-12-16T10:05:26.984" v="2666" actId="1076"/>
          <ac:grpSpMkLst>
            <pc:docMk/>
            <pc:sldMk cId="2332114638" sldId="503"/>
            <ac:grpSpMk id="10" creationId="{C55365AD-5A61-412C-B21B-C8E9FC6C65A7}"/>
          </ac:grpSpMkLst>
        </pc:grpChg>
        <pc:graphicFrameChg chg="mod modGraphic">
          <ac:chgData name="Manuj Agrawal" userId="8275e378daeca5b2" providerId="LiveId" clId="{2F60D5BF-92F3-42BD-887B-00C76973D974}" dt="2021-12-15T12:59:22.685" v="209" actId="1076"/>
          <ac:graphicFrameMkLst>
            <pc:docMk/>
            <pc:sldMk cId="2332114638" sldId="503"/>
            <ac:graphicFrameMk id="9" creationId="{26E5A1B9-A8D1-47DB-A261-8C73C3BA00CF}"/>
          </ac:graphicFrameMkLst>
        </pc:graphicFrameChg>
        <pc:picChg chg="add mod">
          <ac:chgData name="Manuj Agrawal" userId="8275e378daeca5b2" providerId="LiveId" clId="{2F60D5BF-92F3-42BD-887B-00C76973D974}" dt="2021-12-16T10:05:31.113" v="2668" actId="1076"/>
          <ac:picMkLst>
            <pc:docMk/>
            <pc:sldMk cId="2332114638" sldId="503"/>
            <ac:picMk id="4" creationId="{011CC322-0458-4822-9425-2DDEF4FFB5DA}"/>
          </ac:picMkLst>
        </pc:picChg>
        <pc:picChg chg="del mod">
          <ac:chgData name="Manuj Agrawal" userId="8275e378daeca5b2" providerId="LiveId" clId="{2F60D5BF-92F3-42BD-887B-00C76973D974}" dt="2021-12-15T12:13:28.853" v="33" actId="478"/>
          <ac:picMkLst>
            <pc:docMk/>
            <pc:sldMk cId="2332114638" sldId="503"/>
            <ac:picMk id="6" creationId="{3055712A-4118-41C5-ADDF-3E3656C75C29}"/>
          </ac:picMkLst>
        </pc:picChg>
        <pc:picChg chg="del">
          <ac:chgData name="Manuj Agrawal" userId="8275e378daeca5b2" providerId="LiveId" clId="{2F60D5BF-92F3-42BD-887B-00C76973D974}" dt="2021-12-15T12:21:02.932" v="46" actId="478"/>
          <ac:picMkLst>
            <pc:docMk/>
            <pc:sldMk cId="2332114638" sldId="503"/>
            <ac:picMk id="7" creationId="{5AB8910A-7B68-4CFC-93A9-1CA4F2667EF9}"/>
          </ac:picMkLst>
        </pc:picChg>
        <pc:picChg chg="del">
          <ac:chgData name="Manuj Agrawal" userId="8275e378daeca5b2" providerId="LiveId" clId="{2F60D5BF-92F3-42BD-887B-00C76973D974}" dt="2021-12-15T12:27:48.664" v="54" actId="478"/>
          <ac:picMkLst>
            <pc:docMk/>
            <pc:sldMk cId="2332114638" sldId="503"/>
            <ac:picMk id="8" creationId="{262640BD-9051-4B5D-99C2-174AC81C6C29}"/>
          </ac:picMkLst>
        </pc:picChg>
        <pc:picChg chg="mod">
          <ac:chgData name="Manuj Agrawal" userId="8275e378daeca5b2" providerId="LiveId" clId="{2F60D5BF-92F3-42BD-887B-00C76973D974}" dt="2021-12-16T07:16:52.593" v="1167"/>
          <ac:picMkLst>
            <pc:docMk/>
            <pc:sldMk cId="2332114638" sldId="503"/>
            <ac:picMk id="11" creationId="{C822C461-CB94-42E8-8A81-0135AE01AE75}"/>
          </ac:picMkLst>
        </pc:picChg>
        <pc:picChg chg="add del mod modCrop">
          <ac:chgData name="Manuj Agrawal" userId="8275e378daeca5b2" providerId="LiveId" clId="{2F60D5BF-92F3-42BD-887B-00C76973D974}" dt="2021-12-16T07:16:51.584" v="1166" actId="478"/>
          <ac:picMkLst>
            <pc:docMk/>
            <pc:sldMk cId="2332114638" sldId="503"/>
            <ac:picMk id="24" creationId="{9441F307-3DDA-466A-86BF-75828322B6FC}"/>
          </ac:picMkLst>
        </pc:picChg>
        <pc:picChg chg="add mod">
          <ac:chgData name="Manuj Agrawal" userId="8275e378daeca5b2" providerId="LiveId" clId="{2F60D5BF-92F3-42BD-887B-00C76973D974}" dt="2021-12-16T13:32:52.450" v="4991" actId="1076"/>
          <ac:picMkLst>
            <pc:docMk/>
            <pc:sldMk cId="2332114638" sldId="503"/>
            <ac:picMk id="25" creationId="{1C54A1A4-1356-40AE-A051-9D3169453ECA}"/>
          </ac:picMkLst>
        </pc:picChg>
        <pc:picChg chg="add mod">
          <ac:chgData name="Manuj Agrawal" userId="8275e378daeca5b2" providerId="LiveId" clId="{2F60D5BF-92F3-42BD-887B-00C76973D974}" dt="2021-12-16T11:31:42.164" v="4168" actId="1076"/>
          <ac:picMkLst>
            <pc:docMk/>
            <pc:sldMk cId="2332114638" sldId="503"/>
            <ac:picMk id="27" creationId="{9FFB78D9-0CB0-4524-826D-A80602BFB69B}"/>
          </ac:picMkLst>
        </pc:picChg>
      </pc:sldChg>
      <pc:sldChg chg="addSp delSp modSp del mod ord setBg">
        <pc:chgData name="Manuj Agrawal" userId="8275e378daeca5b2" providerId="LiveId" clId="{2F60D5BF-92F3-42BD-887B-00C76973D974}" dt="2021-12-16T13:55:49.209" v="5077" actId="47"/>
        <pc:sldMkLst>
          <pc:docMk/>
          <pc:sldMk cId="1614889212" sldId="505"/>
        </pc:sldMkLst>
        <pc:spChg chg="add mod">
          <ac:chgData name="Manuj Agrawal" userId="8275e378daeca5b2" providerId="LiveId" clId="{2F60D5BF-92F3-42BD-887B-00C76973D974}" dt="2021-12-16T11:14:43.760" v="3931" actId="115"/>
          <ac:spMkLst>
            <pc:docMk/>
            <pc:sldMk cId="1614889212" sldId="505"/>
            <ac:spMk id="7" creationId="{CEF5092C-0C6E-42AA-BA33-28BFEB4D686E}"/>
          </ac:spMkLst>
        </pc:spChg>
        <pc:spChg chg="mod">
          <ac:chgData name="Manuj Agrawal" userId="8275e378daeca5b2" providerId="LiveId" clId="{2F60D5BF-92F3-42BD-887B-00C76973D974}" dt="2021-12-15T13:00:44.519" v="258" actId="113"/>
          <ac:spMkLst>
            <pc:docMk/>
            <pc:sldMk cId="1614889212" sldId="505"/>
            <ac:spMk id="17" creationId="{B5C1152F-7231-435A-B06E-64C56434D480}"/>
          </ac:spMkLst>
        </pc:spChg>
        <pc:spChg chg="add mod">
          <ac:chgData name="Manuj Agrawal" userId="8275e378daeca5b2" providerId="LiveId" clId="{2F60D5BF-92F3-42BD-887B-00C76973D974}" dt="2021-12-16T13:55:15.229" v="5067" actId="115"/>
          <ac:spMkLst>
            <pc:docMk/>
            <pc:sldMk cId="1614889212" sldId="505"/>
            <ac:spMk id="23" creationId="{31F97383-42DD-454C-A1EC-15B653DD6CEE}"/>
          </ac:spMkLst>
        </pc:spChg>
        <pc:spChg chg="del">
          <ac:chgData name="Manuj Agrawal" userId="8275e378daeca5b2" providerId="LiveId" clId="{2F60D5BF-92F3-42BD-887B-00C76973D974}" dt="2021-12-15T12:49:14.373" v="66" actId="478"/>
          <ac:spMkLst>
            <pc:docMk/>
            <pc:sldMk cId="1614889212" sldId="505"/>
            <ac:spMk id="25" creationId="{A3F3A4B3-FEAB-4F1E-B47B-1E44CFF94FAF}"/>
          </ac:spMkLst>
        </pc:spChg>
        <pc:spChg chg="del">
          <ac:chgData name="Manuj Agrawal" userId="8275e378daeca5b2" providerId="LiveId" clId="{2F60D5BF-92F3-42BD-887B-00C76973D974}" dt="2021-12-15T12:49:14.373" v="66" actId="478"/>
          <ac:spMkLst>
            <pc:docMk/>
            <pc:sldMk cId="1614889212" sldId="505"/>
            <ac:spMk id="26" creationId="{20A74619-AD9A-4012-8DA5-BB46317214BC}"/>
          </ac:spMkLst>
        </pc:spChg>
        <pc:spChg chg="del">
          <ac:chgData name="Manuj Agrawal" userId="8275e378daeca5b2" providerId="LiveId" clId="{2F60D5BF-92F3-42BD-887B-00C76973D974}" dt="2021-12-15T12:49:14.373" v="66" actId="478"/>
          <ac:spMkLst>
            <pc:docMk/>
            <pc:sldMk cId="1614889212" sldId="505"/>
            <ac:spMk id="28" creationId="{DAF93030-C30D-4420-B37A-55E33783817D}"/>
          </ac:spMkLst>
        </pc:spChg>
        <pc:spChg chg="del">
          <ac:chgData name="Manuj Agrawal" userId="8275e378daeca5b2" providerId="LiveId" clId="{2F60D5BF-92F3-42BD-887B-00C76973D974}" dt="2021-12-15T12:49:14.373" v="66" actId="478"/>
          <ac:spMkLst>
            <pc:docMk/>
            <pc:sldMk cId="1614889212" sldId="505"/>
            <ac:spMk id="29" creationId="{6C46D106-05B3-4330-B887-EA65161653D3}"/>
          </ac:spMkLst>
        </pc:spChg>
        <pc:spChg chg="add mod">
          <ac:chgData name="Manuj Agrawal" userId="8275e378daeca5b2" providerId="LiveId" clId="{2F60D5BF-92F3-42BD-887B-00C76973D974}" dt="2021-12-16T13:55:01.531" v="5065" actId="115"/>
          <ac:spMkLst>
            <pc:docMk/>
            <pc:sldMk cId="1614889212" sldId="505"/>
            <ac:spMk id="30" creationId="{AB167060-FEEB-4FFB-A251-DF3091DEEBBF}"/>
          </ac:spMkLst>
        </pc:spChg>
        <pc:spChg chg="del">
          <ac:chgData name="Manuj Agrawal" userId="8275e378daeca5b2" providerId="LiveId" clId="{2F60D5BF-92F3-42BD-887B-00C76973D974}" dt="2021-12-15T12:49:14.373" v="66" actId="478"/>
          <ac:spMkLst>
            <pc:docMk/>
            <pc:sldMk cId="1614889212" sldId="505"/>
            <ac:spMk id="31" creationId="{196CB89C-8F98-48F6-9156-EE851111F03A}"/>
          </ac:spMkLst>
        </pc:spChg>
        <pc:spChg chg="add mod">
          <ac:chgData name="Manuj Agrawal" userId="8275e378daeca5b2" providerId="LiveId" clId="{2F60D5BF-92F3-42BD-887B-00C76973D974}" dt="2021-12-16T10:11:19.887" v="2862" actId="1076"/>
          <ac:spMkLst>
            <pc:docMk/>
            <pc:sldMk cId="1614889212" sldId="505"/>
            <ac:spMk id="33" creationId="{BFE2E1D2-8CC4-43CB-A6BD-B6249E952A6A}"/>
          </ac:spMkLst>
        </pc:spChg>
        <pc:spChg chg="add mod">
          <ac:chgData name="Manuj Agrawal" userId="8275e378daeca5b2" providerId="LiveId" clId="{2F60D5BF-92F3-42BD-887B-00C76973D974}" dt="2021-12-16T10:09:18.287" v="2700" actId="1076"/>
          <ac:spMkLst>
            <pc:docMk/>
            <pc:sldMk cId="1614889212" sldId="505"/>
            <ac:spMk id="34" creationId="{E8747200-3F36-4707-8938-BEE37C1C1868}"/>
          </ac:spMkLst>
        </pc:spChg>
        <pc:spChg chg="del">
          <ac:chgData name="Manuj Agrawal" userId="8275e378daeca5b2" providerId="LiveId" clId="{2F60D5BF-92F3-42BD-887B-00C76973D974}" dt="2021-12-15T12:49:14.373" v="66" actId="478"/>
          <ac:spMkLst>
            <pc:docMk/>
            <pc:sldMk cId="1614889212" sldId="505"/>
            <ac:spMk id="46" creationId="{3123FE44-D10D-4CA1-A2AD-232055C2AA6A}"/>
          </ac:spMkLst>
        </pc:spChg>
        <pc:spChg chg="del">
          <ac:chgData name="Manuj Agrawal" userId="8275e378daeca5b2" providerId="LiveId" clId="{2F60D5BF-92F3-42BD-887B-00C76973D974}" dt="2021-12-15T12:49:14.373" v="66" actId="478"/>
          <ac:spMkLst>
            <pc:docMk/>
            <pc:sldMk cId="1614889212" sldId="505"/>
            <ac:spMk id="47" creationId="{18EDD0B6-D3CC-42FD-AADA-D0B98EEED4C1}"/>
          </ac:spMkLst>
        </pc:spChg>
        <pc:spChg chg="del">
          <ac:chgData name="Manuj Agrawal" userId="8275e378daeca5b2" providerId="LiveId" clId="{2F60D5BF-92F3-42BD-887B-00C76973D974}" dt="2021-12-15T12:49:14.373" v="66" actId="478"/>
          <ac:spMkLst>
            <pc:docMk/>
            <pc:sldMk cId="1614889212" sldId="505"/>
            <ac:spMk id="49" creationId="{9CE07388-E382-4920-97B0-D1124EF8BC44}"/>
          </ac:spMkLst>
        </pc:spChg>
        <pc:grpChg chg="del">
          <ac:chgData name="Manuj Agrawal" userId="8275e378daeca5b2" providerId="LiveId" clId="{2F60D5BF-92F3-42BD-887B-00C76973D974}" dt="2021-12-15T12:49:14.373" v="66" actId="478"/>
          <ac:grpSpMkLst>
            <pc:docMk/>
            <pc:sldMk cId="1614889212" sldId="505"/>
            <ac:grpSpMk id="4" creationId="{23D7197B-112D-46E3-B34D-0F922DC66EA6}"/>
          </ac:grpSpMkLst>
        </pc:grpChg>
        <pc:grpChg chg="del">
          <ac:chgData name="Manuj Agrawal" userId="8275e378daeca5b2" providerId="LiveId" clId="{2F60D5BF-92F3-42BD-887B-00C76973D974}" dt="2021-12-15T12:49:14.373" v="66" actId="478"/>
          <ac:grpSpMkLst>
            <pc:docMk/>
            <pc:sldMk cId="1614889212" sldId="505"/>
            <ac:grpSpMk id="8" creationId="{BFCB86D0-BC3B-4F63-A585-CF3F4563BCA6}"/>
          </ac:grpSpMkLst>
        </pc:grpChg>
        <pc:grpChg chg="del">
          <ac:chgData name="Manuj Agrawal" userId="8275e378daeca5b2" providerId="LiveId" clId="{2F60D5BF-92F3-42BD-887B-00C76973D974}" dt="2021-12-15T12:49:14.373" v="66" actId="478"/>
          <ac:grpSpMkLst>
            <pc:docMk/>
            <pc:sldMk cId="1614889212" sldId="505"/>
            <ac:grpSpMk id="10" creationId="{774D7826-453D-4083-8E40-D967935D7EA9}"/>
          </ac:grpSpMkLst>
        </pc:grpChg>
        <pc:grpChg chg="del">
          <ac:chgData name="Manuj Agrawal" userId="8275e378daeca5b2" providerId="LiveId" clId="{2F60D5BF-92F3-42BD-887B-00C76973D974}" dt="2021-12-15T12:49:14.373" v="66" actId="478"/>
          <ac:grpSpMkLst>
            <pc:docMk/>
            <pc:sldMk cId="1614889212" sldId="505"/>
            <ac:grpSpMk id="11" creationId="{686F6DF5-460D-4FAD-842B-4A26DC9A1C4F}"/>
          </ac:grpSpMkLst>
        </pc:grpChg>
      </pc:sldChg>
      <pc:sldChg chg="addSp delSp modSp mod setBg">
        <pc:chgData name="Manuj Agrawal" userId="8275e378daeca5b2" providerId="LiveId" clId="{2F60D5BF-92F3-42BD-887B-00C76973D974}" dt="2021-12-16T13:52:01.545" v="5059" actId="1076"/>
        <pc:sldMkLst>
          <pc:docMk/>
          <pc:sldMk cId="3922207980" sldId="506"/>
        </pc:sldMkLst>
        <pc:spChg chg="add mod">
          <ac:chgData name="Manuj Agrawal" userId="8275e378daeca5b2" providerId="LiveId" clId="{2F60D5BF-92F3-42BD-887B-00C76973D974}" dt="2021-12-16T07:20:57.990" v="1182" actId="571"/>
          <ac:spMkLst>
            <pc:docMk/>
            <pc:sldMk cId="3922207980" sldId="506"/>
            <ac:spMk id="30" creationId="{7E60D2AF-0179-4CA1-8290-3755C8D8F93A}"/>
          </ac:spMkLst>
        </pc:spChg>
        <pc:spChg chg="mod">
          <ac:chgData name="Manuj Agrawal" userId="8275e378daeca5b2" providerId="LiveId" clId="{2F60D5BF-92F3-42BD-887B-00C76973D974}" dt="2021-12-16T11:45:05.421" v="4214" actId="20577"/>
          <ac:spMkLst>
            <pc:docMk/>
            <pc:sldMk cId="3922207980" sldId="506"/>
            <ac:spMk id="38" creationId="{B06B8DF5-A48F-46F1-8FE6-577F5BB61FE2}"/>
          </ac:spMkLst>
        </pc:spChg>
        <pc:spChg chg="mod">
          <ac:chgData name="Manuj Agrawal" userId="8275e378daeca5b2" providerId="LiveId" clId="{2F60D5BF-92F3-42BD-887B-00C76973D974}" dt="2021-12-16T11:28:32.948" v="4152" actId="1076"/>
          <ac:spMkLst>
            <pc:docMk/>
            <pc:sldMk cId="3922207980" sldId="506"/>
            <ac:spMk id="40" creationId="{E5C80C85-47EA-4790-BB82-FA8E7FAB35EE}"/>
          </ac:spMkLst>
        </pc:spChg>
        <pc:spChg chg="mod">
          <ac:chgData name="Manuj Agrawal" userId="8275e378daeca5b2" providerId="LiveId" clId="{2F60D5BF-92F3-42BD-887B-00C76973D974}" dt="2021-12-16T11:23:15.931" v="3967"/>
          <ac:spMkLst>
            <pc:docMk/>
            <pc:sldMk cId="3922207980" sldId="506"/>
            <ac:spMk id="41" creationId="{6A7F6C55-6F12-4769-8714-A1471F28D0D6}"/>
          </ac:spMkLst>
        </pc:spChg>
        <pc:spChg chg="del">
          <ac:chgData name="Manuj Agrawal" userId="8275e378daeca5b2" providerId="LiveId" clId="{2F60D5BF-92F3-42BD-887B-00C76973D974}" dt="2021-12-15T13:13:15.396" v="439" actId="478"/>
          <ac:spMkLst>
            <pc:docMk/>
            <pc:sldMk cId="3922207980" sldId="506"/>
            <ac:spMk id="41" creationId="{87BE44FD-8929-4227-8A23-D7A78BEAB6DE}"/>
          </ac:spMkLst>
        </pc:spChg>
        <pc:spChg chg="del">
          <ac:chgData name="Manuj Agrawal" userId="8275e378daeca5b2" providerId="LiveId" clId="{2F60D5BF-92F3-42BD-887B-00C76973D974}" dt="2021-12-15T13:13:15.396" v="439" actId="478"/>
          <ac:spMkLst>
            <pc:docMk/>
            <pc:sldMk cId="3922207980" sldId="506"/>
            <ac:spMk id="42" creationId="{E94F7367-2F63-40FB-8D06-A75A45AB118A}"/>
          </ac:spMkLst>
        </pc:spChg>
        <pc:spChg chg="del">
          <ac:chgData name="Manuj Agrawal" userId="8275e378daeca5b2" providerId="LiveId" clId="{2F60D5BF-92F3-42BD-887B-00C76973D974}" dt="2021-12-15T13:13:15.396" v="439" actId="478"/>
          <ac:spMkLst>
            <pc:docMk/>
            <pc:sldMk cId="3922207980" sldId="506"/>
            <ac:spMk id="43" creationId="{40802156-2A7E-4464-ABDE-6933A33EDD13}"/>
          </ac:spMkLst>
        </pc:spChg>
        <pc:spChg chg="mod">
          <ac:chgData name="Manuj Agrawal" userId="8275e378daeca5b2" providerId="LiveId" clId="{2F60D5BF-92F3-42BD-887B-00C76973D974}" dt="2021-12-16T07:32:24.333" v="1309" actId="403"/>
          <ac:spMkLst>
            <pc:docMk/>
            <pc:sldMk cId="3922207980" sldId="506"/>
            <ac:spMk id="48" creationId="{07A46A93-7AD0-4D68-B818-26632908A698}"/>
          </ac:spMkLst>
        </pc:spChg>
        <pc:spChg chg="mod">
          <ac:chgData name="Manuj Agrawal" userId="8275e378daeca5b2" providerId="LiveId" clId="{2F60D5BF-92F3-42BD-887B-00C76973D974}" dt="2021-12-15T13:13:31.353" v="443"/>
          <ac:spMkLst>
            <pc:docMk/>
            <pc:sldMk cId="3922207980" sldId="506"/>
            <ac:spMk id="53" creationId="{5DF48541-2872-4431-9E18-448881EAB458}"/>
          </ac:spMkLst>
        </pc:spChg>
        <pc:spChg chg="mod">
          <ac:chgData name="Manuj Agrawal" userId="8275e378daeca5b2" providerId="LiveId" clId="{2F60D5BF-92F3-42BD-887B-00C76973D974}" dt="2021-12-16T11:19:54.765" v="3949" actId="1076"/>
          <ac:spMkLst>
            <pc:docMk/>
            <pc:sldMk cId="3922207980" sldId="506"/>
            <ac:spMk id="54" creationId="{560FB32C-3B60-4F89-8FE1-B0E9999FA560}"/>
          </ac:spMkLst>
        </pc:spChg>
        <pc:spChg chg="mod">
          <ac:chgData name="Manuj Agrawal" userId="8275e378daeca5b2" providerId="LiveId" clId="{2F60D5BF-92F3-42BD-887B-00C76973D974}" dt="2021-12-15T13:16:08.603" v="480" actId="1076"/>
          <ac:spMkLst>
            <pc:docMk/>
            <pc:sldMk cId="3922207980" sldId="506"/>
            <ac:spMk id="56" creationId="{00F44435-6633-4363-981D-E07255351B53}"/>
          </ac:spMkLst>
        </pc:spChg>
        <pc:spChg chg="mod">
          <ac:chgData name="Manuj Agrawal" userId="8275e378daeca5b2" providerId="LiveId" clId="{2F60D5BF-92F3-42BD-887B-00C76973D974}" dt="2021-12-16T11:19:59.469" v="3950" actId="1076"/>
          <ac:spMkLst>
            <pc:docMk/>
            <pc:sldMk cId="3922207980" sldId="506"/>
            <ac:spMk id="59" creationId="{0CB50AB1-ED75-406B-BE0B-B6F99F0727EF}"/>
          </ac:spMkLst>
        </pc:spChg>
        <pc:spChg chg="mod">
          <ac:chgData name="Manuj Agrawal" userId="8275e378daeca5b2" providerId="LiveId" clId="{2F60D5BF-92F3-42BD-887B-00C76973D974}" dt="2021-12-16T11:20:06.237" v="3952" actId="1076"/>
          <ac:spMkLst>
            <pc:docMk/>
            <pc:sldMk cId="3922207980" sldId="506"/>
            <ac:spMk id="60" creationId="{91303CD3-62FD-4D70-9375-3611F9F11ECC}"/>
          </ac:spMkLst>
        </pc:spChg>
        <pc:spChg chg="mod">
          <ac:chgData name="Manuj Agrawal" userId="8275e378daeca5b2" providerId="LiveId" clId="{2F60D5BF-92F3-42BD-887B-00C76973D974}" dt="2021-12-16T11:20:39.269" v="3957" actId="1076"/>
          <ac:spMkLst>
            <pc:docMk/>
            <pc:sldMk cId="3922207980" sldId="506"/>
            <ac:spMk id="64" creationId="{8FDBB07F-92FE-4874-A085-2862B65B52DA}"/>
          </ac:spMkLst>
        </pc:spChg>
        <pc:spChg chg="mod">
          <ac:chgData name="Manuj Agrawal" userId="8275e378daeca5b2" providerId="LiveId" clId="{2F60D5BF-92F3-42BD-887B-00C76973D974}" dt="2021-12-16T11:20:17.520" v="3955" actId="1076"/>
          <ac:spMkLst>
            <pc:docMk/>
            <pc:sldMk cId="3922207980" sldId="506"/>
            <ac:spMk id="65" creationId="{B4F605A6-CA08-47F2-B0A6-8FEA14B15CF5}"/>
          </ac:spMkLst>
        </pc:spChg>
        <pc:spChg chg="add mod">
          <ac:chgData name="Manuj Agrawal" userId="8275e378daeca5b2" providerId="LiveId" clId="{2F60D5BF-92F3-42BD-887B-00C76973D974}" dt="2021-12-16T11:24:57.541" v="4018" actId="1076"/>
          <ac:spMkLst>
            <pc:docMk/>
            <pc:sldMk cId="3922207980" sldId="506"/>
            <ac:spMk id="67" creationId="{94E64F28-29E4-4A49-BA01-D3717058AA3E}"/>
          </ac:spMkLst>
        </pc:spChg>
        <pc:spChg chg="add mod">
          <ac:chgData name="Manuj Agrawal" userId="8275e378daeca5b2" providerId="LiveId" clId="{2F60D5BF-92F3-42BD-887B-00C76973D974}" dt="2021-12-16T11:27:58.597" v="4140" actId="20577"/>
          <ac:spMkLst>
            <pc:docMk/>
            <pc:sldMk cId="3922207980" sldId="506"/>
            <ac:spMk id="68" creationId="{5BE7B6A3-79F6-470F-89AC-7BA31B7B6379}"/>
          </ac:spMkLst>
        </pc:spChg>
        <pc:spChg chg="add mod">
          <ac:chgData name="Manuj Agrawal" userId="8275e378daeca5b2" providerId="LiveId" clId="{2F60D5BF-92F3-42BD-887B-00C76973D974}" dt="2021-12-16T11:25:33.760" v="4028" actId="255"/>
          <ac:spMkLst>
            <pc:docMk/>
            <pc:sldMk cId="3922207980" sldId="506"/>
            <ac:spMk id="69" creationId="{A7E7E804-C497-43D7-88C6-AE98C0F3B89C}"/>
          </ac:spMkLst>
        </pc:spChg>
        <pc:spChg chg="add mod">
          <ac:chgData name="Manuj Agrawal" userId="8275e378daeca5b2" providerId="LiveId" clId="{2F60D5BF-92F3-42BD-887B-00C76973D974}" dt="2021-12-16T13:33:52.043" v="4999" actId="20577"/>
          <ac:spMkLst>
            <pc:docMk/>
            <pc:sldMk cId="3922207980" sldId="506"/>
            <ac:spMk id="70" creationId="{4E2ED473-7EC3-400B-B8F3-848D7908ED7D}"/>
          </ac:spMkLst>
        </pc:spChg>
        <pc:grpChg chg="add mod">
          <ac:chgData name="Manuj Agrawal" userId="8275e378daeca5b2" providerId="LiveId" clId="{2F60D5BF-92F3-42BD-887B-00C76973D974}" dt="2021-12-15T13:19:47.932" v="525" actId="164"/>
          <ac:grpSpMkLst>
            <pc:docMk/>
            <pc:sldMk cId="3922207980" sldId="506"/>
            <ac:grpSpMk id="2" creationId="{1ECD27B0-C4CE-4378-A7C5-BC9BF19E0590}"/>
          </ac:grpSpMkLst>
        </pc:grpChg>
        <pc:grpChg chg="add mod">
          <ac:chgData name="Manuj Agrawal" userId="8275e378daeca5b2" providerId="LiveId" clId="{2F60D5BF-92F3-42BD-887B-00C76973D974}" dt="2021-12-16T11:44:23.243" v="4204" actId="1076"/>
          <ac:grpSpMkLst>
            <pc:docMk/>
            <pc:sldMk cId="3922207980" sldId="506"/>
            <ac:grpSpMk id="7" creationId="{174F8F44-8E42-4486-9BCA-9D65C35A2439}"/>
          </ac:grpSpMkLst>
        </pc:grpChg>
        <pc:grpChg chg="add mod">
          <ac:chgData name="Manuj Agrawal" userId="8275e378daeca5b2" providerId="LiveId" clId="{2F60D5BF-92F3-42BD-887B-00C76973D974}" dt="2021-12-16T11:44:23.243" v="4204" actId="1076"/>
          <ac:grpSpMkLst>
            <pc:docMk/>
            <pc:sldMk cId="3922207980" sldId="506"/>
            <ac:grpSpMk id="8" creationId="{DE19F8ED-9058-485F-8470-A59F86347A05}"/>
          </ac:grpSpMkLst>
        </pc:grpChg>
        <pc:grpChg chg="add mod">
          <ac:chgData name="Manuj Agrawal" userId="8275e378daeca5b2" providerId="LiveId" clId="{2F60D5BF-92F3-42BD-887B-00C76973D974}" dt="2021-12-16T11:44:23.243" v="4204" actId="1076"/>
          <ac:grpSpMkLst>
            <pc:docMk/>
            <pc:sldMk cId="3922207980" sldId="506"/>
            <ac:grpSpMk id="9" creationId="{A541A540-3811-4889-A84E-F36AAC11011C}"/>
          </ac:grpSpMkLst>
        </pc:grpChg>
        <pc:grpChg chg="add mod">
          <ac:chgData name="Manuj Agrawal" userId="8275e378daeca5b2" providerId="LiveId" clId="{2F60D5BF-92F3-42BD-887B-00C76973D974}" dt="2021-12-16T11:44:23.243" v="4204" actId="1076"/>
          <ac:grpSpMkLst>
            <pc:docMk/>
            <pc:sldMk cId="3922207980" sldId="506"/>
            <ac:grpSpMk id="10" creationId="{B1A8A54C-4F2A-4320-8BE5-679417688481}"/>
          </ac:grpSpMkLst>
        </pc:grpChg>
        <pc:grpChg chg="add mod">
          <ac:chgData name="Manuj Agrawal" userId="8275e378daeca5b2" providerId="LiveId" clId="{2F60D5BF-92F3-42BD-887B-00C76973D974}" dt="2021-12-16T11:44:23.243" v="4204" actId="1076"/>
          <ac:grpSpMkLst>
            <pc:docMk/>
            <pc:sldMk cId="3922207980" sldId="506"/>
            <ac:grpSpMk id="11" creationId="{1E674363-32D8-4B49-ABBD-9636FC027F11}"/>
          </ac:grpSpMkLst>
        </pc:grpChg>
        <pc:grpChg chg="add mod">
          <ac:chgData name="Manuj Agrawal" userId="8275e378daeca5b2" providerId="LiveId" clId="{2F60D5BF-92F3-42BD-887B-00C76973D974}" dt="2021-12-16T11:23:48.889" v="4007" actId="164"/>
          <ac:grpSpMkLst>
            <pc:docMk/>
            <pc:sldMk cId="3922207980" sldId="506"/>
            <ac:grpSpMk id="36" creationId="{A603B2F4-9A48-4991-8CF3-E0BD6F223E9B}"/>
          </ac:grpSpMkLst>
        </pc:grpChg>
        <pc:grpChg chg="mod">
          <ac:chgData name="Manuj Agrawal" userId="8275e378daeca5b2" providerId="LiveId" clId="{2F60D5BF-92F3-42BD-887B-00C76973D974}" dt="2021-12-16T11:23:15.931" v="3967"/>
          <ac:grpSpMkLst>
            <pc:docMk/>
            <pc:sldMk cId="3922207980" sldId="506"/>
            <ac:grpSpMk id="37" creationId="{D3215F4D-48B9-465D-8978-99809C1E91A6}"/>
          </ac:grpSpMkLst>
        </pc:grpChg>
        <pc:grpChg chg="del mod">
          <ac:chgData name="Manuj Agrawal" userId="8275e378daeca5b2" providerId="LiveId" clId="{2F60D5BF-92F3-42BD-887B-00C76973D974}" dt="2021-12-16T11:23:25.494" v="3971" actId="478"/>
          <ac:grpSpMkLst>
            <pc:docMk/>
            <pc:sldMk cId="3922207980" sldId="506"/>
            <ac:grpSpMk id="39" creationId="{08167109-87B7-45B4-BCEA-65E18E8D7FA1}"/>
          </ac:grpSpMkLst>
        </pc:grpChg>
        <pc:grpChg chg="del">
          <ac:chgData name="Manuj Agrawal" userId="8275e378daeca5b2" providerId="LiveId" clId="{2F60D5BF-92F3-42BD-887B-00C76973D974}" dt="2021-12-15T13:13:18.123" v="440" actId="478"/>
          <ac:grpSpMkLst>
            <pc:docMk/>
            <pc:sldMk cId="3922207980" sldId="506"/>
            <ac:grpSpMk id="44" creationId="{6844AB0A-7872-4D13-8E24-97A874C24D53}"/>
          </ac:grpSpMkLst>
        </pc:grpChg>
        <pc:grpChg chg="mod">
          <ac:chgData name="Manuj Agrawal" userId="8275e378daeca5b2" providerId="LiveId" clId="{2F60D5BF-92F3-42BD-887B-00C76973D974}" dt="2021-12-15T13:13:39.945" v="446" actId="164"/>
          <ac:grpSpMkLst>
            <pc:docMk/>
            <pc:sldMk cId="3922207980" sldId="506"/>
            <ac:grpSpMk id="45" creationId="{C8461DAF-B6E6-42FE-B17C-87440967E7AE}"/>
          </ac:grpSpMkLst>
        </pc:grpChg>
        <pc:grpChg chg="del">
          <ac:chgData name="Manuj Agrawal" userId="8275e378daeca5b2" providerId="LiveId" clId="{2F60D5BF-92F3-42BD-887B-00C76973D974}" dt="2021-12-15T13:13:15.396" v="439" actId="478"/>
          <ac:grpSpMkLst>
            <pc:docMk/>
            <pc:sldMk cId="3922207980" sldId="506"/>
            <ac:grpSpMk id="49" creationId="{8761D1F9-D9CB-417A-A2CE-9DDEDF0C204D}"/>
          </ac:grpSpMkLst>
        </pc:grpChg>
        <pc:grpChg chg="add mod">
          <ac:chgData name="Manuj Agrawal" userId="8275e378daeca5b2" providerId="LiveId" clId="{2F60D5BF-92F3-42BD-887B-00C76973D974}" dt="2021-12-15T13:19:53.427" v="526" actId="164"/>
          <ac:grpSpMkLst>
            <pc:docMk/>
            <pc:sldMk cId="3922207980" sldId="506"/>
            <ac:grpSpMk id="52" creationId="{6C1AD37B-CC96-46B8-B8F5-BA22307D5E6D}"/>
          </ac:grpSpMkLst>
        </pc:grpChg>
        <pc:grpChg chg="add mod">
          <ac:chgData name="Manuj Agrawal" userId="8275e378daeca5b2" providerId="LiveId" clId="{2F60D5BF-92F3-42BD-887B-00C76973D974}" dt="2021-12-16T07:20:57.990" v="1182" actId="571"/>
          <ac:grpSpMkLst>
            <pc:docMk/>
            <pc:sldMk cId="3922207980" sldId="506"/>
            <ac:grpSpMk id="57" creationId="{36ED72E9-4256-48C4-8705-82158A3C8BD4}"/>
          </ac:grpSpMkLst>
        </pc:grpChg>
        <pc:grpChg chg="mod">
          <ac:chgData name="Manuj Agrawal" userId="8275e378daeca5b2" providerId="LiveId" clId="{2F60D5BF-92F3-42BD-887B-00C76973D974}" dt="2021-12-16T07:20:57.990" v="1182" actId="571"/>
          <ac:grpSpMkLst>
            <pc:docMk/>
            <pc:sldMk cId="3922207980" sldId="506"/>
            <ac:grpSpMk id="58" creationId="{1E169A29-D66E-4ADE-8B5E-2F2CE31B6589}"/>
          </ac:grpSpMkLst>
        </pc:grpChg>
        <pc:grpChg chg="add mod">
          <ac:chgData name="Manuj Agrawal" userId="8275e378daeca5b2" providerId="LiveId" clId="{2F60D5BF-92F3-42BD-887B-00C76973D974}" dt="2021-12-15T13:20:01.966" v="528" actId="164"/>
          <ac:grpSpMkLst>
            <pc:docMk/>
            <pc:sldMk cId="3922207980" sldId="506"/>
            <ac:grpSpMk id="62" creationId="{7765AF18-60DE-46C9-AB3A-0EF8FD0542B4}"/>
          </ac:grpSpMkLst>
        </pc:grpChg>
        <pc:grpChg chg="mod">
          <ac:chgData name="Manuj Agrawal" userId="8275e378daeca5b2" providerId="LiveId" clId="{2F60D5BF-92F3-42BD-887B-00C76973D974}" dt="2021-12-15T13:14:53.681" v="463"/>
          <ac:grpSpMkLst>
            <pc:docMk/>
            <pc:sldMk cId="3922207980" sldId="506"/>
            <ac:grpSpMk id="63" creationId="{A76E6150-2ABD-4D71-A589-190D5A79182A}"/>
          </ac:grpSpMkLst>
        </pc:grpChg>
        <pc:picChg chg="add mod ord">
          <ac:chgData name="Manuj Agrawal" userId="8275e378daeca5b2" providerId="LiveId" clId="{2F60D5BF-92F3-42BD-887B-00C76973D974}" dt="2021-12-16T13:52:01.545" v="5059" actId="1076"/>
          <ac:picMkLst>
            <pc:docMk/>
            <pc:sldMk cId="3922207980" sldId="506"/>
            <ac:picMk id="6" creationId="{AFD8F583-ECAA-419C-8F47-9D57FB1ABF21}"/>
          </ac:picMkLst>
        </pc:picChg>
        <pc:picChg chg="del">
          <ac:chgData name="Manuj Agrawal" userId="8275e378daeca5b2" providerId="LiveId" clId="{2F60D5BF-92F3-42BD-887B-00C76973D974}" dt="2021-12-15T13:13:15.396" v="439" actId="478"/>
          <ac:picMkLst>
            <pc:docMk/>
            <pc:sldMk cId="3922207980" sldId="506"/>
            <ac:picMk id="18" creationId="{6C966C46-CBE9-4BF2-A620-5D9139922A6B}"/>
          </ac:picMkLst>
        </pc:picChg>
        <pc:picChg chg="del">
          <ac:chgData name="Manuj Agrawal" userId="8275e378daeca5b2" providerId="LiveId" clId="{2F60D5BF-92F3-42BD-887B-00C76973D974}" dt="2021-12-15T13:13:15.396" v="439" actId="478"/>
          <ac:picMkLst>
            <pc:docMk/>
            <pc:sldMk cId="3922207980" sldId="506"/>
            <ac:picMk id="40" creationId="{6E05DD6B-34B9-47A8-A8FD-66AA0A3C19D8}"/>
          </ac:picMkLst>
        </pc:picChg>
        <pc:picChg chg="del mod">
          <ac:chgData name="Manuj Agrawal" userId="8275e378daeca5b2" providerId="LiveId" clId="{2F60D5BF-92F3-42BD-887B-00C76973D974}" dt="2021-12-16T11:23:25.494" v="3971" actId="478"/>
          <ac:picMkLst>
            <pc:docMk/>
            <pc:sldMk cId="3922207980" sldId="506"/>
            <ac:picMk id="42" creationId="{5D2E4230-6506-4431-BE79-EF1318FDF794}"/>
          </ac:picMkLst>
        </pc:picChg>
        <pc:picChg chg="mod">
          <ac:chgData name="Manuj Agrawal" userId="8275e378daeca5b2" providerId="LiveId" clId="{2F60D5BF-92F3-42BD-887B-00C76973D974}" dt="2021-12-15T13:13:31.353" v="443"/>
          <ac:picMkLst>
            <pc:docMk/>
            <pc:sldMk cId="3922207980" sldId="506"/>
            <ac:picMk id="55" creationId="{30023E46-B853-4995-9E0B-98ADBB370F7A}"/>
          </ac:picMkLst>
        </pc:picChg>
        <pc:picChg chg="mod">
          <ac:chgData name="Manuj Agrawal" userId="8275e378daeca5b2" providerId="LiveId" clId="{2F60D5BF-92F3-42BD-887B-00C76973D974}" dt="2021-12-16T11:20:00.766" v="3951" actId="1076"/>
          <ac:picMkLst>
            <pc:docMk/>
            <pc:sldMk cId="3922207980" sldId="506"/>
            <ac:picMk id="61" creationId="{B0513404-43B9-43D7-8153-973AD2A1B52C}"/>
          </ac:picMkLst>
        </pc:picChg>
        <pc:picChg chg="mod">
          <ac:chgData name="Manuj Agrawal" userId="8275e378daeca5b2" providerId="LiveId" clId="{2F60D5BF-92F3-42BD-887B-00C76973D974}" dt="2021-12-16T07:21:43.868" v="1193" actId="1076"/>
          <ac:picMkLst>
            <pc:docMk/>
            <pc:sldMk cId="3922207980" sldId="506"/>
            <ac:picMk id="66" creationId="{C5BAC07C-A22E-4F9F-8426-1C122E812062}"/>
          </ac:picMkLst>
        </pc:picChg>
        <pc:picChg chg="add del">
          <ac:chgData name="Manuj Agrawal" userId="8275e378daeca5b2" providerId="LiveId" clId="{2F60D5BF-92F3-42BD-887B-00C76973D974}" dt="2021-12-16T11:22:31.861" v="3959" actId="478"/>
          <ac:picMkLst>
            <pc:docMk/>
            <pc:sldMk cId="3922207980" sldId="506"/>
            <ac:picMk id="1026" creationId="{7855CB05-3971-42C3-949A-841CAFC2272D}"/>
          </ac:picMkLst>
        </pc:picChg>
        <pc:cxnChg chg="add del mod">
          <ac:chgData name="Manuj Agrawal" userId="8275e378daeca5b2" providerId="LiveId" clId="{2F60D5BF-92F3-42BD-887B-00C76973D974}" dt="2021-12-16T07:34:17.987" v="1328" actId="478"/>
          <ac:cxnSpMkLst>
            <pc:docMk/>
            <pc:sldMk cId="3922207980" sldId="506"/>
            <ac:cxnSpMk id="4" creationId="{5C5B63BB-EA6D-4149-9E5C-171BC2D5D9B0}"/>
          </ac:cxnSpMkLst>
        </pc:cxnChg>
        <pc:cxnChg chg="add del mod">
          <ac:chgData name="Manuj Agrawal" userId="8275e378daeca5b2" providerId="LiveId" clId="{2F60D5BF-92F3-42BD-887B-00C76973D974}" dt="2021-12-16T11:28:41.712" v="4154" actId="478"/>
          <ac:cxnSpMkLst>
            <pc:docMk/>
            <pc:sldMk cId="3922207980" sldId="506"/>
            <ac:cxnSpMk id="13" creationId="{BFB1F84F-2084-4BC8-BE8A-34D713A19B7B}"/>
          </ac:cxnSpMkLst>
        </pc:cxnChg>
      </pc:sldChg>
      <pc:sldChg chg="modSp del mod">
        <pc:chgData name="Manuj Agrawal" userId="8275e378daeca5b2" providerId="LiveId" clId="{2F60D5BF-92F3-42BD-887B-00C76973D974}" dt="2021-12-15T13:18:56.786" v="519" actId="47"/>
        <pc:sldMkLst>
          <pc:docMk/>
          <pc:sldMk cId="3558071778" sldId="508"/>
        </pc:sldMkLst>
        <pc:grpChg chg="mod">
          <ac:chgData name="Manuj Agrawal" userId="8275e378daeca5b2" providerId="LiveId" clId="{2F60D5BF-92F3-42BD-887B-00C76973D974}" dt="2021-12-15T13:13:29.014" v="442" actId="1076"/>
          <ac:grpSpMkLst>
            <pc:docMk/>
            <pc:sldMk cId="3558071778" sldId="508"/>
            <ac:grpSpMk id="5" creationId="{BCF52D7B-C193-4C96-A399-9411F8240ADD}"/>
          </ac:grpSpMkLst>
        </pc:grpChg>
      </pc:sldChg>
      <pc:sldChg chg="modSp mod setBg">
        <pc:chgData name="Manuj Agrawal" userId="8275e378daeca5b2" providerId="LiveId" clId="{2F60D5BF-92F3-42BD-887B-00C76973D974}" dt="2021-12-16T12:51:01.279" v="4844" actId="403"/>
        <pc:sldMkLst>
          <pc:docMk/>
          <pc:sldMk cId="779782093" sldId="509"/>
        </pc:sldMkLst>
        <pc:spChg chg="mod">
          <ac:chgData name="Manuj Agrawal" userId="8275e378daeca5b2" providerId="LiveId" clId="{2F60D5BF-92F3-42BD-887B-00C76973D974}" dt="2021-12-16T12:51:01.279" v="4844" actId="403"/>
          <ac:spMkLst>
            <pc:docMk/>
            <pc:sldMk cId="779782093" sldId="509"/>
            <ac:spMk id="12" creationId="{77BB407C-3743-4F18-91B5-B05E45CC47F0}"/>
          </ac:spMkLst>
        </pc:spChg>
        <pc:spChg chg="mod">
          <ac:chgData name="Manuj Agrawal" userId="8275e378daeca5b2" providerId="LiveId" clId="{2F60D5BF-92F3-42BD-887B-00C76973D974}" dt="2021-12-16T11:46:54.525" v="4226" actId="20577"/>
          <ac:spMkLst>
            <pc:docMk/>
            <pc:sldMk cId="779782093" sldId="509"/>
            <ac:spMk id="13" creationId="{3B06627D-B71F-420B-814C-D88D7DA54208}"/>
          </ac:spMkLst>
        </pc:spChg>
        <pc:spChg chg="mod">
          <ac:chgData name="Manuj Agrawal" userId="8275e378daeca5b2" providerId="LiveId" clId="{2F60D5BF-92F3-42BD-887B-00C76973D974}" dt="2021-12-16T11:18:33.590" v="3942" actId="20577"/>
          <ac:spMkLst>
            <pc:docMk/>
            <pc:sldMk cId="779782093" sldId="509"/>
            <ac:spMk id="16" creationId="{CCBF5BF0-3B8A-436E-99D6-A56580D2A253}"/>
          </ac:spMkLst>
        </pc:spChg>
        <pc:spChg chg="mod">
          <ac:chgData name="Manuj Agrawal" userId="8275e378daeca5b2" providerId="LiveId" clId="{2F60D5BF-92F3-42BD-887B-00C76973D974}" dt="2021-12-16T11:46:35.044" v="4222" actId="20577"/>
          <ac:spMkLst>
            <pc:docMk/>
            <pc:sldMk cId="779782093" sldId="509"/>
            <ac:spMk id="17" creationId="{7CB4278A-0FCB-48D5-A981-FAA2F5D21932}"/>
          </ac:spMkLst>
        </pc:spChg>
        <pc:spChg chg="mod">
          <ac:chgData name="Manuj Agrawal" userId="8275e378daeca5b2" providerId="LiveId" clId="{2F60D5BF-92F3-42BD-887B-00C76973D974}" dt="2021-12-15T13:19:14.330" v="523" actId="1076"/>
          <ac:spMkLst>
            <pc:docMk/>
            <pc:sldMk cId="779782093" sldId="509"/>
            <ac:spMk id="20" creationId="{31474A7D-84AF-46FD-9927-EF534E8F4AC0}"/>
          </ac:spMkLst>
        </pc:spChg>
      </pc:sldChg>
      <pc:sldChg chg="addSp delSp modSp del mod">
        <pc:chgData name="Manuj Agrawal" userId="8275e378daeca5b2" providerId="LiveId" clId="{2F60D5BF-92F3-42BD-887B-00C76973D974}" dt="2021-12-15T13:18:57.665" v="520" actId="47"/>
        <pc:sldMkLst>
          <pc:docMk/>
          <pc:sldMk cId="2864755014" sldId="510"/>
        </pc:sldMkLst>
        <pc:spChg chg="mod">
          <ac:chgData name="Manuj Agrawal" userId="8275e378daeca5b2" providerId="LiveId" clId="{2F60D5BF-92F3-42BD-887B-00C76973D974}" dt="2021-12-15T13:14:50.283" v="461" actId="164"/>
          <ac:spMkLst>
            <pc:docMk/>
            <pc:sldMk cId="2864755014" sldId="510"/>
            <ac:spMk id="9" creationId="{64680144-4EFE-4746-83A0-DFE661C34D68}"/>
          </ac:spMkLst>
        </pc:spChg>
        <pc:grpChg chg="add del mod">
          <ac:chgData name="Manuj Agrawal" userId="8275e378daeca5b2" providerId="LiveId" clId="{2F60D5BF-92F3-42BD-887B-00C76973D974}" dt="2021-12-15T13:14:51.972" v="462" actId="21"/>
          <ac:grpSpMkLst>
            <pc:docMk/>
            <pc:sldMk cId="2864755014" sldId="510"/>
            <ac:grpSpMk id="2" creationId="{E935794B-65D1-43BF-8935-D392E9F0C48A}"/>
          </ac:grpSpMkLst>
        </pc:grpChg>
        <pc:grpChg chg="mod">
          <ac:chgData name="Manuj Agrawal" userId="8275e378daeca5b2" providerId="LiveId" clId="{2F60D5BF-92F3-42BD-887B-00C76973D974}" dt="2021-12-15T13:14:50.283" v="461" actId="164"/>
          <ac:grpSpMkLst>
            <pc:docMk/>
            <pc:sldMk cId="2864755014" sldId="510"/>
            <ac:grpSpMk id="6" creationId="{962F2F96-2C99-46A1-BF9F-A72A48379F1F}"/>
          </ac:grpSpMkLst>
        </pc:grpChg>
      </pc:sldChg>
      <pc:sldChg chg="del">
        <pc:chgData name="Manuj Agrawal" userId="8275e378daeca5b2" providerId="LiveId" clId="{2F60D5BF-92F3-42BD-887B-00C76973D974}" dt="2021-12-15T13:28:30.535" v="578" actId="47"/>
        <pc:sldMkLst>
          <pc:docMk/>
          <pc:sldMk cId="2155742826" sldId="511"/>
        </pc:sldMkLst>
      </pc:sldChg>
      <pc:sldChg chg="del">
        <pc:chgData name="Manuj Agrawal" userId="8275e378daeca5b2" providerId="LiveId" clId="{2F60D5BF-92F3-42BD-887B-00C76973D974}" dt="2021-12-15T13:28:31.642" v="579" actId="47"/>
        <pc:sldMkLst>
          <pc:docMk/>
          <pc:sldMk cId="320115848" sldId="512"/>
        </pc:sldMkLst>
      </pc:sldChg>
      <pc:sldChg chg="del">
        <pc:chgData name="Manuj Agrawal" userId="8275e378daeca5b2" providerId="LiveId" clId="{2F60D5BF-92F3-42BD-887B-00C76973D974}" dt="2021-12-15T13:35:36.609" v="624" actId="47"/>
        <pc:sldMkLst>
          <pc:docMk/>
          <pc:sldMk cId="2864457999" sldId="513"/>
        </pc:sldMkLst>
      </pc:sldChg>
      <pc:sldChg chg="del">
        <pc:chgData name="Manuj Agrawal" userId="8275e378daeca5b2" providerId="LiveId" clId="{2F60D5BF-92F3-42BD-887B-00C76973D974}" dt="2021-12-15T13:12:54.873" v="436" actId="47"/>
        <pc:sldMkLst>
          <pc:docMk/>
          <pc:sldMk cId="3900484488" sldId="514"/>
        </pc:sldMkLst>
      </pc:sldChg>
      <pc:sldChg chg="del">
        <pc:chgData name="Manuj Agrawal" userId="8275e378daeca5b2" providerId="LiveId" clId="{2F60D5BF-92F3-42BD-887B-00C76973D974}" dt="2021-12-15T13:18:59.089" v="521" actId="47"/>
        <pc:sldMkLst>
          <pc:docMk/>
          <pc:sldMk cId="3398521564" sldId="516"/>
        </pc:sldMkLst>
      </pc:sldChg>
      <pc:sldChg chg="del">
        <pc:chgData name="Manuj Agrawal" userId="8275e378daeca5b2" providerId="LiveId" clId="{2F60D5BF-92F3-42BD-887B-00C76973D974}" dt="2021-12-15T13:35:38.917" v="625" actId="47"/>
        <pc:sldMkLst>
          <pc:docMk/>
          <pc:sldMk cId="3154999266" sldId="517"/>
        </pc:sldMkLst>
      </pc:sldChg>
      <pc:sldChg chg="addSp delSp modSp add del mod">
        <pc:chgData name="Manuj Agrawal" userId="8275e378daeca5b2" providerId="LiveId" clId="{2F60D5BF-92F3-42BD-887B-00C76973D974}" dt="2021-12-16T07:18:59.191" v="1174" actId="47"/>
        <pc:sldMkLst>
          <pc:docMk/>
          <pc:sldMk cId="1872303264" sldId="521"/>
        </pc:sldMkLst>
        <pc:spChg chg="del">
          <ac:chgData name="Manuj Agrawal" userId="8275e378daeca5b2" providerId="LiveId" clId="{2F60D5BF-92F3-42BD-887B-00C76973D974}" dt="2021-12-16T07:00:56.991" v="943" actId="478"/>
          <ac:spMkLst>
            <pc:docMk/>
            <pc:sldMk cId="1872303264" sldId="521"/>
            <ac:spMk id="35" creationId="{0B1CA89B-1B9A-4399-8387-71E5BB1A9415}"/>
          </ac:spMkLst>
        </pc:spChg>
        <pc:spChg chg="del">
          <ac:chgData name="Manuj Agrawal" userId="8275e378daeca5b2" providerId="LiveId" clId="{2F60D5BF-92F3-42BD-887B-00C76973D974}" dt="2021-12-16T07:09:30.707" v="1075" actId="478"/>
          <ac:spMkLst>
            <pc:docMk/>
            <pc:sldMk cId="1872303264" sldId="521"/>
            <ac:spMk id="37" creationId="{A4ABBBB9-6A39-4485-B6F1-12BD6CAC37DD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56" creationId="{1835E9D4-2F92-430A-96BF-FE4CD33E6415}"/>
          </ac:spMkLst>
        </pc:spChg>
        <pc:spChg chg="del">
          <ac:chgData name="Manuj Agrawal" userId="8275e378daeca5b2" providerId="LiveId" clId="{2F60D5BF-92F3-42BD-887B-00C76973D974}" dt="2021-12-16T07:00:58.472" v="944" actId="478"/>
          <ac:spMkLst>
            <pc:docMk/>
            <pc:sldMk cId="1872303264" sldId="521"/>
            <ac:spMk id="58" creationId="{00000000-0000-0000-0000-000000000000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61" creationId="{1004B370-5E8D-4B3E-8DFF-C2A3D97F0425}"/>
          </ac:spMkLst>
        </pc:spChg>
        <pc:spChg chg="del">
          <ac:chgData name="Manuj Agrawal" userId="8275e378daeca5b2" providerId="LiveId" clId="{2F60D5BF-92F3-42BD-887B-00C76973D974}" dt="2021-12-16T07:02:15.328" v="956" actId="478"/>
          <ac:spMkLst>
            <pc:docMk/>
            <pc:sldMk cId="1872303264" sldId="521"/>
            <ac:spMk id="62" creationId="{F988861E-74EA-4FCE-BBC0-AC409503177A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65" creationId="{68BF74A0-16CA-4C81-B146-5CF1B93C4236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66" creationId="{5B7275D1-8CAF-4FEA-BEAF-482C1BECD615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67" creationId="{4A69B432-201B-4ECB-9740-C528CDF4D9F0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68" creationId="{E450164D-D6F7-4759-BF44-49B5FDE5D61A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69" creationId="{342A3E29-B41E-41DC-8560-1D2E99170609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70" creationId="{6CD3EDE6-39CD-4FAB-B8C8-DBD50840A69D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71" creationId="{9E599B26-5F57-451C-BE3A-C4B58FBFF599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72" creationId="{2FDC465C-A534-4DC2-A8B1-9877A730446B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74" creationId="{4463A3C7-F6E8-4075-B54D-EBF169247B8F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75" creationId="{56F3E95A-F773-4A98-9724-E868FAFDA702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77" creationId="{D6101119-1A5F-47DD-9370-62D265ADEA7F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81" creationId="{5EAA67AD-0E81-43BA-8473-70A6DA0C1AB6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82" creationId="{93216D8E-800D-46E1-BDCA-757AF67C6DD6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83" creationId="{EA532180-D57E-41AA-A507-87EF29C0A1AE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86" creationId="{0761C987-669D-4B45-AB5B-91CF44396417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88" creationId="{1C2F7225-30AA-490C-8F3F-95E33A6C311A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89" creationId="{5BDBD705-4109-48F7-85D2-E658D1D5355F}"/>
          </ac:spMkLst>
        </pc:spChg>
        <pc:spChg chg="add 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93" creationId="{94667A91-887E-467E-8875-79E08AFCCE2F}"/>
          </ac:spMkLst>
        </pc:spChg>
        <pc:spChg chg="add 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98" creationId="{471610C0-830C-4E6D-A1D3-B9732217C174}"/>
          </ac:spMkLst>
        </pc:spChg>
        <pc:grpChg chg="del">
          <ac:chgData name="Manuj Agrawal" userId="8275e378daeca5b2" providerId="LiveId" clId="{2F60D5BF-92F3-42BD-887B-00C76973D974}" dt="2021-12-16T07:01:02.432" v="945" actId="478"/>
          <ac:grpSpMkLst>
            <pc:docMk/>
            <pc:sldMk cId="1872303264" sldId="521"/>
            <ac:grpSpMk id="5" creationId="{4BE8B746-BB28-4173-8D8E-01CB45BDAE3D}"/>
          </ac:grpSpMkLst>
        </pc:grpChg>
        <pc:grpChg chg="add 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44" creationId="{F3B25487-3D99-40A5-BF56-135F9CA5CBE1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46" creationId="{F5519487-52DE-45BC-A96D-BE5F9D37583C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52" creationId="{5417E4E8-2BA7-413B-BB97-43F021AA8F3A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54" creationId="{7FF35A1B-D4A6-4FE0-98C7-AAB020172CEC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55" creationId="{5641D2EB-1B38-4C88-9113-980CEA0AEA58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57" creationId="{1DA41128-45F1-476A-8890-3790ABA0BF99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59" creationId="{F2F56CB1-65BB-4FFB-BB2B-031BDFE46599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64" creationId="{27252E06-B3EE-44DB-BDBB-44DB5B54EC4D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80" creationId="{2390626E-9F96-4C65-AEE5-EA078461386F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85" creationId="{DD55054B-D7A2-4531-BD84-283D752EA1CD}"/>
          </ac:grpSpMkLst>
        </pc:grpChg>
        <pc:picChg chg="mod">
          <ac:chgData name="Manuj Agrawal" userId="8275e378daeca5b2" providerId="LiveId" clId="{2F60D5BF-92F3-42BD-887B-00C76973D974}" dt="2021-12-16T07:13:23.492" v="1113" actId="1076"/>
          <ac:picMkLst>
            <pc:docMk/>
            <pc:sldMk cId="1872303264" sldId="521"/>
            <ac:picMk id="79" creationId="{6B44FE31-685F-4E4F-9B9F-02703CD4B15F}"/>
          </ac:picMkLst>
        </pc:picChg>
        <pc:picChg chg="mod">
          <ac:chgData name="Manuj Agrawal" userId="8275e378daeca5b2" providerId="LiveId" clId="{2F60D5BF-92F3-42BD-887B-00C76973D974}" dt="2021-12-16T07:13:23.492" v="1113" actId="1076"/>
          <ac:picMkLst>
            <pc:docMk/>
            <pc:sldMk cId="1872303264" sldId="521"/>
            <ac:picMk id="84" creationId="{3995B7AE-C89D-4CFE-AF71-DA85C6E93142}"/>
          </ac:picMkLst>
        </pc:picChg>
        <pc:picChg chg="mod">
          <ac:chgData name="Manuj Agrawal" userId="8275e378daeca5b2" providerId="LiveId" clId="{2F60D5BF-92F3-42BD-887B-00C76973D974}" dt="2021-12-16T07:13:23.492" v="1113" actId="1076"/>
          <ac:picMkLst>
            <pc:docMk/>
            <pc:sldMk cId="1872303264" sldId="521"/>
            <ac:picMk id="87" creationId="{8152CC44-A468-4323-A418-0E0E79484038}"/>
          </ac:picMkLst>
        </pc:picChg>
        <pc:picChg chg="mod">
          <ac:chgData name="Manuj Agrawal" userId="8275e378daeca5b2" providerId="LiveId" clId="{2F60D5BF-92F3-42BD-887B-00C76973D974}" dt="2021-12-16T07:13:23.492" v="1113" actId="1076"/>
          <ac:picMkLst>
            <pc:docMk/>
            <pc:sldMk cId="1872303264" sldId="521"/>
            <ac:picMk id="92" creationId="{C72B0718-20DF-4658-BCB9-3DA30BB7B471}"/>
          </ac:picMkLst>
        </pc:picChg>
        <pc:picChg chg="add mod">
          <ac:chgData name="Manuj Agrawal" userId="8275e378daeca5b2" providerId="LiveId" clId="{2F60D5BF-92F3-42BD-887B-00C76973D974}" dt="2021-12-16T07:13:40.827" v="1118" actId="14100"/>
          <ac:picMkLst>
            <pc:docMk/>
            <pc:sldMk cId="1872303264" sldId="521"/>
            <ac:picMk id="94" creationId="{EF3E9733-362E-4E1A-9BEA-B6197BF74DB4}"/>
          </ac:picMkLst>
        </pc:picChg>
        <pc:picChg chg="add mod">
          <ac:chgData name="Manuj Agrawal" userId="8275e378daeca5b2" providerId="LiveId" clId="{2F60D5BF-92F3-42BD-887B-00C76973D974}" dt="2021-12-16T07:13:45.538" v="1119" actId="14100"/>
          <ac:picMkLst>
            <pc:docMk/>
            <pc:sldMk cId="1872303264" sldId="521"/>
            <ac:picMk id="95" creationId="{2ED26186-9924-46F0-943F-95467E3C4D5C}"/>
          </ac:picMkLst>
        </pc:picChg>
        <pc:picChg chg="add mod">
          <ac:chgData name="Manuj Agrawal" userId="8275e378daeca5b2" providerId="LiveId" clId="{2F60D5BF-92F3-42BD-887B-00C76973D974}" dt="2021-12-16T07:13:31.835" v="1117" actId="1076"/>
          <ac:picMkLst>
            <pc:docMk/>
            <pc:sldMk cId="1872303264" sldId="521"/>
            <ac:picMk id="96" creationId="{03025456-1F12-49D2-89A2-E7F9FEC00687}"/>
          </ac:picMkLst>
        </pc:picChg>
        <pc:picChg chg="add mod">
          <ac:chgData name="Manuj Agrawal" userId="8275e378daeca5b2" providerId="LiveId" clId="{2F60D5BF-92F3-42BD-887B-00C76973D974}" dt="2021-12-16T07:13:54.155" v="1123" actId="1076"/>
          <ac:picMkLst>
            <pc:docMk/>
            <pc:sldMk cId="1872303264" sldId="521"/>
            <ac:picMk id="97" creationId="{C2094BDA-8D6C-403E-85B1-1BE8D729127D}"/>
          </ac:picMkLst>
        </pc:picChg>
        <pc:cxnChg chg="mod">
          <ac:chgData name="Manuj Agrawal" userId="8275e378daeca5b2" providerId="LiveId" clId="{2F60D5BF-92F3-42BD-887B-00C76973D974}" dt="2021-12-16T07:13:23.492" v="1113" actId="1076"/>
          <ac:cxnSpMkLst>
            <pc:docMk/>
            <pc:sldMk cId="1872303264" sldId="521"/>
            <ac:cxnSpMk id="90" creationId="{B03587A8-C6C8-4EF9-8B28-40545EE32A86}"/>
          </ac:cxnSpMkLst>
        </pc:cxnChg>
        <pc:cxnChg chg="mod">
          <ac:chgData name="Manuj Agrawal" userId="8275e378daeca5b2" providerId="LiveId" clId="{2F60D5BF-92F3-42BD-887B-00C76973D974}" dt="2021-12-16T07:13:23.492" v="1113" actId="1076"/>
          <ac:cxnSpMkLst>
            <pc:docMk/>
            <pc:sldMk cId="1872303264" sldId="521"/>
            <ac:cxnSpMk id="91" creationId="{AAF94E5F-3FF2-48A0-A9D8-B6D31C793290}"/>
          </ac:cxnSpMkLst>
        </pc:cxnChg>
      </pc:sldChg>
      <pc:sldChg chg="modSp del mod setBg">
        <pc:chgData name="Manuj Agrawal" userId="8275e378daeca5b2" providerId="LiveId" clId="{2F60D5BF-92F3-42BD-887B-00C76973D974}" dt="2021-12-16T11:28:51.741" v="4155" actId="47"/>
        <pc:sldMkLst>
          <pc:docMk/>
          <pc:sldMk cId="4275699470" sldId="522"/>
        </pc:sldMkLst>
        <pc:spChg chg="mod">
          <ac:chgData name="Manuj Agrawal" userId="8275e378daeca5b2" providerId="LiveId" clId="{2F60D5BF-92F3-42BD-887B-00C76973D974}" dt="2021-12-15T13:21:14.493" v="530" actId="113"/>
          <ac:spMkLst>
            <pc:docMk/>
            <pc:sldMk cId="4275699470" sldId="522"/>
            <ac:spMk id="12" creationId="{9809EA00-F0A4-4A26-9EE8-BA24FCFB6614}"/>
          </ac:spMkLst>
        </pc:spChg>
        <pc:spChg chg="mod">
          <ac:chgData name="Manuj Agrawal" userId="8275e378daeca5b2" providerId="LiveId" clId="{2F60D5BF-92F3-42BD-887B-00C76973D974}" dt="2021-12-15T13:32:09.937" v="590" actId="1076"/>
          <ac:spMkLst>
            <pc:docMk/>
            <pc:sldMk cId="4275699470" sldId="522"/>
            <ac:spMk id="19" creationId="{4CEE0472-5909-441F-947B-C412AF8974B0}"/>
          </ac:spMkLst>
        </pc:spChg>
        <pc:cxnChg chg="mod">
          <ac:chgData name="Manuj Agrawal" userId="8275e378daeca5b2" providerId="LiveId" clId="{2F60D5BF-92F3-42BD-887B-00C76973D974}" dt="2021-12-15T13:21:14.493" v="530" actId="113"/>
          <ac:cxnSpMkLst>
            <pc:docMk/>
            <pc:sldMk cId="4275699470" sldId="522"/>
            <ac:cxnSpMk id="4" creationId="{62977FF3-1BD9-43C1-9BF9-622EE356311E}"/>
          </ac:cxnSpMkLst>
        </pc:cxnChg>
      </pc:sldChg>
      <pc:sldChg chg="del">
        <pc:chgData name="Manuj Agrawal" userId="8275e378daeca5b2" providerId="LiveId" clId="{2F60D5BF-92F3-42BD-887B-00C76973D974}" dt="2021-12-15T13:12:58.499" v="438" actId="47"/>
        <pc:sldMkLst>
          <pc:docMk/>
          <pc:sldMk cId="497741117" sldId="523"/>
        </pc:sldMkLst>
      </pc:sldChg>
      <pc:sldChg chg="del">
        <pc:chgData name="Manuj Agrawal" userId="8275e378daeca5b2" providerId="LiveId" clId="{2F60D5BF-92F3-42BD-887B-00C76973D974}" dt="2021-12-15T13:19:07.012" v="522" actId="47"/>
        <pc:sldMkLst>
          <pc:docMk/>
          <pc:sldMk cId="1786916546" sldId="524"/>
        </pc:sldMkLst>
      </pc:sldChg>
      <pc:sldChg chg="delSp modSp add mod ord setBg">
        <pc:chgData name="Manuj Agrawal" userId="8275e378daeca5b2" providerId="LiveId" clId="{2F60D5BF-92F3-42BD-887B-00C76973D974}" dt="2021-12-16T14:22:54.111" v="5087" actId="1076"/>
        <pc:sldMkLst>
          <pc:docMk/>
          <pc:sldMk cId="4219030133" sldId="526"/>
        </pc:sldMkLst>
        <pc:spChg chg="mod">
          <ac:chgData name="Manuj Agrawal" userId="8275e378daeca5b2" providerId="LiveId" clId="{2F60D5BF-92F3-42BD-887B-00C76973D974}" dt="2021-12-16T14:22:54.111" v="5087" actId="1076"/>
          <ac:spMkLst>
            <pc:docMk/>
            <pc:sldMk cId="4219030133" sldId="526"/>
            <ac:spMk id="24" creationId="{05579C17-573E-4692-B80B-3F9CF87CECC1}"/>
          </ac:spMkLst>
        </pc:spChg>
        <pc:spChg chg="mod">
          <ac:chgData name="Manuj Agrawal" userId="8275e378daeca5b2" providerId="LiveId" clId="{2F60D5BF-92F3-42BD-887B-00C76973D974}" dt="2021-12-16T14:09:37.519" v="5084" actId="1076"/>
          <ac:spMkLst>
            <pc:docMk/>
            <pc:sldMk cId="4219030133" sldId="526"/>
            <ac:spMk id="59" creationId="{F3D98673-FCB4-4156-9363-CD834E4ABEF7}"/>
          </ac:spMkLst>
        </pc:spChg>
        <pc:spChg chg="mod">
          <ac:chgData name="Manuj Agrawal" userId="8275e378daeca5b2" providerId="LiveId" clId="{2F60D5BF-92F3-42BD-887B-00C76973D974}" dt="2021-12-16T14:09:37.519" v="5084" actId="1076"/>
          <ac:spMkLst>
            <pc:docMk/>
            <pc:sldMk cId="4219030133" sldId="526"/>
            <ac:spMk id="64" creationId="{AE0B9849-666A-4115-A04E-F79F6C3B13F5}"/>
          </ac:spMkLst>
        </pc:spChg>
        <pc:spChg chg="mod">
          <ac:chgData name="Manuj Agrawal" userId="8275e378daeca5b2" providerId="LiveId" clId="{2F60D5BF-92F3-42BD-887B-00C76973D974}" dt="2021-12-16T14:09:37.519" v="5084" actId="1076"/>
          <ac:spMkLst>
            <pc:docMk/>
            <pc:sldMk cId="4219030133" sldId="526"/>
            <ac:spMk id="65" creationId="{8E393A79-A444-4546-B5E9-4CF502C3AFF3}"/>
          </ac:spMkLst>
        </pc:spChg>
        <pc:spChg chg="mod">
          <ac:chgData name="Manuj Agrawal" userId="8275e378daeca5b2" providerId="LiveId" clId="{2F60D5BF-92F3-42BD-887B-00C76973D974}" dt="2021-12-16T14:09:37.519" v="5084" actId="1076"/>
          <ac:spMkLst>
            <pc:docMk/>
            <pc:sldMk cId="4219030133" sldId="526"/>
            <ac:spMk id="66" creationId="{334D6B73-891D-472C-BB4F-1990815EC4EB}"/>
          </ac:spMkLst>
        </pc:spChg>
        <pc:spChg chg="mod">
          <ac:chgData name="Manuj Agrawal" userId="8275e378daeca5b2" providerId="LiveId" clId="{2F60D5BF-92F3-42BD-887B-00C76973D974}" dt="2021-12-16T14:09:37.519" v="5084" actId="1076"/>
          <ac:spMkLst>
            <pc:docMk/>
            <pc:sldMk cId="4219030133" sldId="526"/>
            <ac:spMk id="67" creationId="{CB0486CF-73E8-4F3A-A2DF-81DA3E090F57}"/>
          </ac:spMkLst>
        </pc:spChg>
        <pc:spChg chg="mod">
          <ac:chgData name="Manuj Agrawal" userId="8275e378daeca5b2" providerId="LiveId" clId="{2F60D5BF-92F3-42BD-887B-00C76973D974}" dt="2021-12-16T12:24:23.721" v="4364" actId="1076"/>
          <ac:spMkLst>
            <pc:docMk/>
            <pc:sldMk cId="4219030133" sldId="526"/>
            <ac:spMk id="69" creationId="{998E259F-B6CF-432C-8A69-96230A7E6C67}"/>
          </ac:spMkLst>
        </pc:spChg>
        <pc:spChg chg="mod">
          <ac:chgData name="Manuj Agrawal" userId="8275e378daeca5b2" providerId="LiveId" clId="{2F60D5BF-92F3-42BD-887B-00C76973D974}" dt="2021-12-16T14:09:37.519" v="5084" actId="1076"/>
          <ac:spMkLst>
            <pc:docMk/>
            <pc:sldMk cId="4219030133" sldId="526"/>
            <ac:spMk id="84" creationId="{931879A0-D156-4791-B3AD-DD42888F9B54}"/>
          </ac:spMkLst>
        </pc:spChg>
        <pc:spChg chg="mod">
          <ac:chgData name="Manuj Agrawal" userId="8275e378daeca5b2" providerId="LiveId" clId="{2F60D5BF-92F3-42BD-887B-00C76973D974}" dt="2021-12-16T14:09:37.519" v="5084" actId="1076"/>
          <ac:spMkLst>
            <pc:docMk/>
            <pc:sldMk cId="4219030133" sldId="526"/>
            <ac:spMk id="85" creationId="{D066F3B6-7A3E-4D8A-B624-3C92398D50E2}"/>
          </ac:spMkLst>
        </pc:spChg>
        <pc:grpChg chg="mod">
          <ac:chgData name="Manuj Agrawal" userId="8275e378daeca5b2" providerId="LiveId" clId="{2F60D5BF-92F3-42BD-887B-00C76973D974}" dt="2021-12-16T14:09:37.519" v="5084" actId="1076"/>
          <ac:grpSpMkLst>
            <pc:docMk/>
            <pc:sldMk cId="4219030133" sldId="526"/>
            <ac:grpSpMk id="2" creationId="{7B434BFC-E357-4590-8EC7-F4F5BE57B668}"/>
          </ac:grpSpMkLst>
        </pc:grpChg>
        <pc:grpChg chg="del">
          <ac:chgData name="Manuj Agrawal" userId="8275e378daeca5b2" providerId="LiveId" clId="{2F60D5BF-92F3-42BD-887B-00C76973D974}" dt="2021-12-16T14:07:21.824" v="5078" actId="478"/>
          <ac:grpSpMkLst>
            <pc:docMk/>
            <pc:sldMk cId="4219030133" sldId="526"/>
            <ac:grpSpMk id="3" creationId="{B1A27F38-E6B7-4DA0-8DBE-81C6C8DB2BCE}"/>
          </ac:grpSpMkLst>
        </pc:grpChg>
        <pc:grpChg chg="mod">
          <ac:chgData name="Manuj Agrawal" userId="8275e378daeca5b2" providerId="LiveId" clId="{2F60D5BF-92F3-42BD-887B-00C76973D974}" dt="2021-12-16T14:09:37.519" v="5084" actId="1076"/>
          <ac:grpSpMkLst>
            <pc:docMk/>
            <pc:sldMk cId="4219030133" sldId="526"/>
            <ac:grpSpMk id="4" creationId="{606CAC70-2C82-475B-A4F6-8EA938A583B2}"/>
          </ac:grpSpMkLst>
        </pc:grpChg>
        <pc:grpChg chg="mod">
          <ac:chgData name="Manuj Agrawal" userId="8275e378daeca5b2" providerId="LiveId" clId="{2F60D5BF-92F3-42BD-887B-00C76973D974}" dt="2021-12-16T14:09:37.519" v="5084" actId="1076"/>
          <ac:grpSpMkLst>
            <pc:docMk/>
            <pc:sldMk cId="4219030133" sldId="526"/>
            <ac:grpSpMk id="6" creationId="{D579DCF3-CD03-4927-80D7-AC72D2D14779}"/>
          </ac:grpSpMkLst>
        </pc:grpChg>
        <pc:grpChg chg="mod">
          <ac:chgData name="Manuj Agrawal" userId="8275e378daeca5b2" providerId="LiveId" clId="{2F60D5BF-92F3-42BD-887B-00C76973D974}" dt="2021-12-16T14:09:37.519" v="5084" actId="1076"/>
          <ac:grpSpMkLst>
            <pc:docMk/>
            <pc:sldMk cId="4219030133" sldId="526"/>
            <ac:grpSpMk id="83" creationId="{698A1BE5-E878-4C94-A9E8-02F4CD98D769}"/>
          </ac:grpSpMkLst>
        </pc:grpChg>
        <pc:picChg chg="mod">
          <ac:chgData name="Manuj Agrawal" userId="8275e378daeca5b2" providerId="LiveId" clId="{2F60D5BF-92F3-42BD-887B-00C76973D974}" dt="2021-12-16T14:09:37.519" v="5084" actId="1076"/>
          <ac:picMkLst>
            <pc:docMk/>
            <pc:sldMk cId="4219030133" sldId="526"/>
            <ac:picMk id="1028" creationId="{72C127AF-7C4E-4D3D-A5D7-716B1CA60946}"/>
          </ac:picMkLst>
        </pc:picChg>
      </pc:sldChg>
      <pc:sldChg chg="addSp delSp modSp del mod setBg">
        <pc:chgData name="Manuj Agrawal" userId="8275e378daeca5b2" providerId="LiveId" clId="{2F60D5BF-92F3-42BD-887B-00C76973D974}" dt="2021-12-16T07:12:16.685" v="1107" actId="47"/>
        <pc:sldMkLst>
          <pc:docMk/>
          <pc:sldMk cId="1977399299" sldId="528"/>
        </pc:sldMkLst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2" creationId="{3BFF7D06-C014-44E3-B8D3-0DA7B893CE81}"/>
          </ac:spMkLst>
        </pc:spChg>
        <pc:spChg chg="del mod">
          <ac:chgData name="Manuj Agrawal" userId="8275e378daeca5b2" providerId="LiveId" clId="{2F60D5BF-92F3-42BD-887B-00C76973D974}" dt="2021-12-15T13:03:16.107" v="270" actId="478"/>
          <ac:spMkLst>
            <pc:docMk/>
            <pc:sldMk cId="1977399299" sldId="528"/>
            <ac:spMk id="7" creationId="{74445B89-F8F4-419E-96FD-33D20D13205E}"/>
          </ac:spMkLst>
        </pc:spChg>
        <pc:spChg chg="del mod">
          <ac:chgData name="Manuj Agrawal" userId="8275e378daeca5b2" providerId="LiveId" clId="{2F60D5BF-92F3-42BD-887B-00C76973D974}" dt="2021-12-15T13:03:17.923" v="271" actId="478"/>
          <ac:spMkLst>
            <pc:docMk/>
            <pc:sldMk cId="1977399299" sldId="528"/>
            <ac:spMk id="8" creationId="{56493E9D-E4F8-48D2-8839-125ADC65E8E3}"/>
          </ac:spMkLst>
        </pc:spChg>
        <pc:spChg chg="mod">
          <ac:chgData name="Manuj Agrawal" userId="8275e378daeca5b2" providerId="LiveId" clId="{2F60D5BF-92F3-42BD-887B-00C76973D974}" dt="2021-12-15T13:11:49.659" v="385" actId="1076"/>
          <ac:spMkLst>
            <pc:docMk/>
            <pc:sldMk cId="1977399299" sldId="528"/>
            <ac:spMk id="10" creationId="{3C681E58-DA86-43A3-95D7-86C423B5BC26}"/>
          </ac:spMkLst>
        </pc:spChg>
        <pc:spChg chg="mod">
          <ac:chgData name="Manuj Agrawal" userId="8275e378daeca5b2" providerId="LiveId" clId="{2F60D5BF-92F3-42BD-887B-00C76973D974}" dt="2021-12-15T13:11:32.683" v="380" actId="1076"/>
          <ac:spMkLst>
            <pc:docMk/>
            <pc:sldMk cId="1977399299" sldId="528"/>
            <ac:spMk id="13" creationId="{36411E52-4BB8-4A1B-B4AE-EC382ECE1F14}"/>
          </ac:spMkLst>
        </pc:spChg>
        <pc:spChg chg="mod">
          <ac:chgData name="Manuj Agrawal" userId="8275e378daeca5b2" providerId="LiveId" clId="{2F60D5BF-92F3-42BD-887B-00C76973D974}" dt="2021-12-15T13:11:21.412" v="378" actId="20577"/>
          <ac:spMkLst>
            <pc:docMk/>
            <pc:sldMk cId="1977399299" sldId="528"/>
            <ac:spMk id="14" creationId="{AE23752E-BDA8-4C0B-97EB-4A432CB5121C}"/>
          </ac:spMkLst>
        </pc:spChg>
        <pc:spChg chg="del">
          <ac:chgData name="Manuj Agrawal" userId="8275e378daeca5b2" providerId="LiveId" clId="{2F60D5BF-92F3-42BD-887B-00C76973D974}" dt="2021-12-15T13:04:28.653" v="281" actId="478"/>
          <ac:spMkLst>
            <pc:docMk/>
            <pc:sldMk cId="1977399299" sldId="528"/>
            <ac:spMk id="17" creationId="{293D8AFF-3586-4088-A4FC-899E72090542}"/>
          </ac:spMkLst>
        </pc:spChg>
        <pc:spChg chg="mod">
          <ac:chgData name="Manuj Agrawal" userId="8275e378daeca5b2" providerId="LiveId" clId="{2F60D5BF-92F3-42BD-887B-00C76973D974}" dt="2021-12-15T14:35:09.477" v="923" actId="1076"/>
          <ac:spMkLst>
            <pc:docMk/>
            <pc:sldMk cId="1977399299" sldId="528"/>
            <ac:spMk id="39" creationId="{4727F207-6617-4F1D-9255-9959B498C6D7}"/>
          </ac:spMkLst>
        </pc:spChg>
        <pc:spChg chg="mod">
          <ac:chgData name="Manuj Agrawal" userId="8275e378daeca5b2" providerId="LiveId" clId="{2F60D5BF-92F3-42BD-887B-00C76973D974}" dt="2021-12-15T13:12:38.355" v="435" actId="14100"/>
          <ac:spMkLst>
            <pc:docMk/>
            <pc:sldMk cId="1977399299" sldId="528"/>
            <ac:spMk id="40" creationId="{AB307C08-854E-4207-BA0C-31498E716CED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41" creationId="{1312EB93-F27D-452D-90AC-F1EAB8B938E9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43" creationId="{4164C52C-6A8E-47DD-A699-DADA1A0BB1F5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48" creationId="{ADDD6276-B595-4C9B-BA7F-5CE97C488B43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49" creationId="{BFFFBDA3-5477-4BF0-88D7-35384CB6EF55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0" creationId="{A32ACF55-CBFC-40F1-98C5-86A9B64BD854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1" creationId="{E8285C59-9E51-4FD2-A836-EAA9807E5E44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2" creationId="{36AED8BD-6944-4AF0-BA14-38DBF6EC8859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3" creationId="{52BD7154-F8B1-4E9B-9E8B-0767F5657D9D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4" creationId="{030D8D00-8DA0-45E1-BE6B-8203034E288B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5" creationId="{594D0BB2-0B01-44FF-AD4C-8B4CDEEF4F81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6" creationId="{D8F8B399-8791-4656-BBA7-7E12E9DAAB7C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7" creationId="{4634C8BE-34E6-46D7-A827-3749EF642941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8" creationId="{C78C4F46-3952-402E-B3E2-34EDCD892561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74" creationId="{AB0BC3F2-7DA9-43C2-8244-1AF249B5E711}"/>
          </ac:spMkLst>
        </pc:spChg>
        <pc:grpChg chg="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4" creationId="{D8C44FA0-95CA-4F41-8D7E-9EE3A992B140}"/>
          </ac:grpSpMkLst>
        </pc:grpChg>
        <pc:grpChg chg="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5" creationId="{4CCD67C4-7CF8-4D92-AB26-0D0B2D15F33C}"/>
          </ac:grpSpMkLst>
        </pc:grpChg>
        <pc:grpChg chg="add 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6" creationId="{3C92D1AB-91B7-4D02-9A95-D650F33B10D4}"/>
          </ac:grpSpMkLst>
        </pc:grpChg>
        <pc:grpChg chg="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9" creationId="{3FA0F49F-60BE-4507-BC78-7C6A49AE47F8}"/>
          </ac:grpSpMkLst>
        </pc:grpChg>
        <pc:grpChg chg="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11" creationId="{71744BBD-4AF9-49B5-AB6B-55BEB73630F7}"/>
          </ac:grpSpMkLst>
        </pc:grpChg>
        <pc:grpChg chg="add mod">
          <ac:chgData name="Manuj Agrawal" userId="8275e378daeca5b2" providerId="LiveId" clId="{2F60D5BF-92F3-42BD-887B-00C76973D974}" dt="2021-12-16T06:54:07.927" v="935"/>
          <ac:grpSpMkLst>
            <pc:docMk/>
            <pc:sldMk cId="1977399299" sldId="528"/>
            <ac:grpSpMk id="23" creationId="{5675557D-596E-4674-9F09-00327C12F06D}"/>
          </ac:grpSpMkLst>
        </pc:grpChg>
        <pc:grpChg chg="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44" creationId="{824F7447-2EA6-49C8-8F99-B47B8EA82D02}"/>
          </ac:grpSpMkLst>
        </pc:grpChg>
        <pc:grpChg chg="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45" creationId="{365F8D65-1817-49D7-9F1E-D61CF5A7D76B}"/>
          </ac:grpSpMkLst>
        </pc:grpChg>
        <pc:grpChg chg="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46" creationId="{6ACF7BC2-431E-4ED4-A6DD-5326C9BB98EB}"/>
          </ac:grpSpMkLst>
        </pc:grpChg>
        <pc:grpChg chg="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47" creationId="{E10DD02D-0931-4B67-A30C-3AACBA8D2858}"/>
          </ac:grpSpMkLst>
        </pc:grpChg>
        <pc:picChg chg="mod">
          <ac:chgData name="Manuj Agrawal" userId="8275e378daeca5b2" providerId="LiveId" clId="{2F60D5BF-92F3-42BD-887B-00C76973D974}" dt="2021-12-15T13:10:46.947" v="360" actId="1076"/>
          <ac:picMkLst>
            <pc:docMk/>
            <pc:sldMk cId="1977399299" sldId="528"/>
            <ac:picMk id="3" creationId="{7271AAF0-6AF2-4F5B-8352-A4586F12F058}"/>
          </ac:picMkLst>
        </pc:picChg>
        <pc:picChg chg="mod">
          <ac:chgData name="Manuj Agrawal" userId="8275e378daeca5b2" providerId="LiveId" clId="{2F60D5BF-92F3-42BD-887B-00C76973D974}" dt="2021-12-15T13:10:46.947" v="360" actId="1076"/>
          <ac:picMkLst>
            <pc:docMk/>
            <pc:sldMk cId="1977399299" sldId="528"/>
            <ac:picMk id="12" creationId="{609CE123-B458-4164-90ED-2D8FB4050DCB}"/>
          </ac:picMkLst>
        </pc:picChg>
        <pc:picChg chg="mod">
          <ac:chgData name="Manuj Agrawal" userId="8275e378daeca5b2" providerId="LiveId" clId="{2F60D5BF-92F3-42BD-887B-00C76973D974}" dt="2021-12-15T13:11:46.220" v="384" actId="1076"/>
          <ac:picMkLst>
            <pc:docMk/>
            <pc:sldMk cId="1977399299" sldId="528"/>
            <ac:picMk id="21" creationId="{1C58BC52-BD36-4CBF-AAAF-53E80D1E4667}"/>
          </ac:picMkLst>
        </pc:picChg>
        <pc:picChg chg="add mod">
          <ac:chgData name="Manuj Agrawal" userId="8275e378daeca5b2" providerId="LiveId" clId="{2F60D5BF-92F3-42BD-887B-00C76973D974}" dt="2021-12-15T14:35:13.347" v="924" actId="1076"/>
          <ac:picMkLst>
            <pc:docMk/>
            <pc:sldMk cId="1977399299" sldId="528"/>
            <ac:picMk id="59" creationId="{B1D22647-BF1F-459D-B883-76751A982250}"/>
          </ac:picMkLst>
        </pc:picChg>
        <pc:picChg chg="add mod">
          <ac:chgData name="Manuj Agrawal" userId="8275e378daeca5b2" providerId="LiveId" clId="{2F60D5BF-92F3-42BD-887B-00C76973D974}" dt="2021-12-15T14:35:15.972" v="925" actId="1076"/>
          <ac:picMkLst>
            <pc:docMk/>
            <pc:sldMk cId="1977399299" sldId="528"/>
            <ac:picMk id="60" creationId="{5F844D75-8BA6-49ED-A945-FA8ED055D20B}"/>
          </ac:picMkLst>
        </pc:picChg>
        <pc:picChg chg="add mod">
          <ac:chgData name="Manuj Agrawal" userId="8275e378daeca5b2" providerId="LiveId" clId="{2F60D5BF-92F3-42BD-887B-00C76973D974}" dt="2021-12-15T14:35:17.493" v="926" actId="1076"/>
          <ac:picMkLst>
            <pc:docMk/>
            <pc:sldMk cId="1977399299" sldId="528"/>
            <ac:picMk id="61" creationId="{5EFCC274-1A85-4E71-9A19-D82C555AE330}"/>
          </ac:picMkLst>
        </pc:picChg>
        <pc:picChg chg="add mod">
          <ac:chgData name="Manuj Agrawal" userId="8275e378daeca5b2" providerId="LiveId" clId="{2F60D5BF-92F3-42BD-887B-00C76973D974}" dt="2021-12-15T14:35:26.925" v="928" actId="1076"/>
          <ac:picMkLst>
            <pc:docMk/>
            <pc:sldMk cId="1977399299" sldId="528"/>
            <ac:picMk id="62" creationId="{2FC95FBD-6F58-4140-820E-F842BA423D83}"/>
          </ac:picMkLst>
        </pc:picChg>
        <pc:picChg chg="del mod">
          <ac:chgData name="Manuj Agrawal" userId="8275e378daeca5b2" providerId="LiveId" clId="{2F60D5BF-92F3-42BD-887B-00C76973D974}" dt="2021-12-15T13:04:27.123" v="280" actId="478"/>
          <ac:picMkLst>
            <pc:docMk/>
            <pc:sldMk cId="1977399299" sldId="528"/>
            <ac:picMk id="77" creationId="{0782EE3F-6B0E-421F-B910-06ECF4475E0A}"/>
          </ac:picMkLst>
        </pc:picChg>
        <pc:picChg chg="mod">
          <ac:chgData name="Manuj Agrawal" userId="8275e378daeca5b2" providerId="LiveId" clId="{2F60D5BF-92F3-42BD-887B-00C76973D974}" dt="2021-12-15T13:10:46.947" v="360" actId="1076"/>
          <ac:picMkLst>
            <pc:docMk/>
            <pc:sldMk cId="1977399299" sldId="528"/>
            <ac:picMk id="1034" creationId="{3295B978-BE42-45F5-9718-8213E0ACCD38}"/>
          </ac:picMkLst>
        </pc:picChg>
        <pc:cxnChg chg="mod">
          <ac:chgData name="Manuj Agrawal" userId="8275e378daeca5b2" providerId="LiveId" clId="{2F60D5BF-92F3-42BD-887B-00C76973D974}" dt="2021-12-15T13:10:46.947" v="360" actId="1076"/>
          <ac:cxnSpMkLst>
            <pc:docMk/>
            <pc:sldMk cId="1977399299" sldId="528"/>
            <ac:cxnSpMk id="16" creationId="{FD485B5C-204C-4266-9FDA-547FDE99D51F}"/>
          </ac:cxnSpMkLst>
        </pc:cxnChg>
        <pc:cxnChg chg="mod">
          <ac:chgData name="Manuj Agrawal" userId="8275e378daeca5b2" providerId="LiveId" clId="{2F60D5BF-92F3-42BD-887B-00C76973D974}" dt="2021-12-15T13:10:46.947" v="360" actId="1076"/>
          <ac:cxnSpMkLst>
            <pc:docMk/>
            <pc:sldMk cId="1977399299" sldId="528"/>
            <ac:cxnSpMk id="19" creationId="{B6DB79E7-11D6-49BF-92BF-489D2EEBF295}"/>
          </ac:cxnSpMkLst>
        </pc:cxnChg>
        <pc:cxnChg chg="del">
          <ac:chgData name="Manuj Agrawal" userId="8275e378daeca5b2" providerId="LiveId" clId="{2F60D5BF-92F3-42BD-887B-00C76973D974}" dt="2021-12-15T13:04:32.700" v="283" actId="478"/>
          <ac:cxnSpMkLst>
            <pc:docMk/>
            <pc:sldMk cId="1977399299" sldId="528"/>
            <ac:cxnSpMk id="20" creationId="{BF418ED6-7FBE-4FF4-A66A-1FA6A5548C09}"/>
          </ac:cxnSpMkLst>
        </pc:cxnChg>
        <pc:cxnChg chg="del">
          <ac:chgData name="Manuj Agrawal" userId="8275e378daeca5b2" providerId="LiveId" clId="{2F60D5BF-92F3-42BD-887B-00C76973D974}" dt="2021-12-15T13:04:30.843" v="282" actId="478"/>
          <ac:cxnSpMkLst>
            <pc:docMk/>
            <pc:sldMk cId="1977399299" sldId="528"/>
            <ac:cxnSpMk id="22" creationId="{379770C6-AAAE-4FE4-B4DC-E0D24E48FBE6}"/>
          </ac:cxnSpMkLst>
        </pc:cxnChg>
      </pc:sldChg>
      <pc:sldChg chg="modSp add del mod setBg">
        <pc:chgData name="Manuj Agrawal" userId="8275e378daeca5b2" providerId="LiveId" clId="{2F60D5BF-92F3-42BD-887B-00C76973D974}" dt="2021-12-15T13:31:38.737" v="588" actId="47"/>
        <pc:sldMkLst>
          <pc:docMk/>
          <pc:sldMk cId="14582039" sldId="529"/>
        </pc:sldMkLst>
        <pc:spChg chg="mod">
          <ac:chgData name="Manuj Agrawal" userId="8275e378daeca5b2" providerId="LiveId" clId="{2F60D5BF-92F3-42BD-887B-00C76973D974}" dt="2021-12-15T13:29:22.040" v="585" actId="207"/>
          <ac:spMkLst>
            <pc:docMk/>
            <pc:sldMk cId="14582039" sldId="529"/>
            <ac:spMk id="39" creationId="{4727F207-6617-4F1D-9255-9959B498C6D7}"/>
          </ac:spMkLst>
        </pc:spChg>
        <pc:picChg chg="mod">
          <ac:chgData name="Manuj Agrawal" userId="8275e378daeca5b2" providerId="LiveId" clId="{2F60D5BF-92F3-42BD-887B-00C76973D974}" dt="2021-12-15T13:31:20.388" v="587" actId="29295"/>
          <ac:picMkLst>
            <pc:docMk/>
            <pc:sldMk cId="14582039" sldId="529"/>
            <ac:picMk id="12" creationId="{609CE123-B458-4164-90ED-2D8FB4050DCB}"/>
          </ac:picMkLst>
        </pc:picChg>
        <pc:picChg chg="mod">
          <ac:chgData name="Manuj Agrawal" userId="8275e378daeca5b2" providerId="LiveId" clId="{2F60D5BF-92F3-42BD-887B-00C76973D974}" dt="2021-12-15T13:29:31.176" v="586"/>
          <ac:picMkLst>
            <pc:docMk/>
            <pc:sldMk cId="14582039" sldId="529"/>
            <ac:picMk id="59" creationId="{B1D22647-BF1F-459D-B883-76751A982250}"/>
          </ac:picMkLst>
        </pc:picChg>
        <pc:picChg chg="mod">
          <ac:chgData name="Manuj Agrawal" userId="8275e378daeca5b2" providerId="LiveId" clId="{2F60D5BF-92F3-42BD-887B-00C76973D974}" dt="2021-12-15T13:29:31.176" v="586"/>
          <ac:picMkLst>
            <pc:docMk/>
            <pc:sldMk cId="14582039" sldId="529"/>
            <ac:picMk id="60" creationId="{5F844D75-8BA6-49ED-A945-FA8ED055D20B}"/>
          </ac:picMkLst>
        </pc:picChg>
        <pc:picChg chg="mod">
          <ac:chgData name="Manuj Agrawal" userId="8275e378daeca5b2" providerId="LiveId" clId="{2F60D5BF-92F3-42BD-887B-00C76973D974}" dt="2021-12-15T13:29:31.176" v="586"/>
          <ac:picMkLst>
            <pc:docMk/>
            <pc:sldMk cId="14582039" sldId="529"/>
            <ac:picMk id="61" creationId="{5EFCC274-1A85-4E71-9A19-D82C555AE330}"/>
          </ac:picMkLst>
        </pc:picChg>
        <pc:picChg chg="mod">
          <ac:chgData name="Manuj Agrawal" userId="8275e378daeca5b2" providerId="LiveId" clId="{2F60D5BF-92F3-42BD-887B-00C76973D974}" dt="2021-12-15T13:29:31.176" v="586"/>
          <ac:picMkLst>
            <pc:docMk/>
            <pc:sldMk cId="14582039" sldId="529"/>
            <ac:picMk id="62" creationId="{2FC95FBD-6F58-4140-820E-F842BA423D83}"/>
          </ac:picMkLst>
        </pc:picChg>
      </pc:sldChg>
      <pc:sldChg chg="addSp delSp modSp add del mod">
        <pc:chgData name="Manuj Agrawal" userId="8275e378daeca5b2" providerId="LiveId" clId="{2F60D5BF-92F3-42BD-887B-00C76973D974}" dt="2021-12-15T12:21:34.339" v="51" actId="2696"/>
        <pc:sldMkLst>
          <pc:docMk/>
          <pc:sldMk cId="44522625" sldId="529"/>
        </pc:sldMkLst>
        <pc:spChg chg="del">
          <ac:chgData name="Manuj Agrawal" userId="8275e378daeca5b2" providerId="LiveId" clId="{2F60D5BF-92F3-42BD-887B-00C76973D974}" dt="2021-12-15T12:06:06.568" v="7" actId="478"/>
          <ac:spMkLst>
            <pc:docMk/>
            <pc:sldMk cId="44522625" sldId="529"/>
            <ac:spMk id="7" creationId="{74445B89-F8F4-419E-96FD-33D20D13205E}"/>
          </ac:spMkLst>
        </pc:spChg>
        <pc:spChg chg="del">
          <ac:chgData name="Manuj Agrawal" userId="8275e378daeca5b2" providerId="LiveId" clId="{2F60D5BF-92F3-42BD-887B-00C76973D974}" dt="2021-12-15T12:06:06.568" v="7" actId="478"/>
          <ac:spMkLst>
            <pc:docMk/>
            <pc:sldMk cId="44522625" sldId="529"/>
            <ac:spMk id="8" creationId="{56493E9D-E4F8-48D2-8839-125ADC65E8E3}"/>
          </ac:spMkLst>
        </pc:spChg>
        <pc:spChg chg="del">
          <ac:chgData name="Manuj Agrawal" userId="8275e378daeca5b2" providerId="LiveId" clId="{2F60D5BF-92F3-42BD-887B-00C76973D974}" dt="2021-12-15T12:06:06.568" v="7" actId="478"/>
          <ac:spMkLst>
            <pc:docMk/>
            <pc:sldMk cId="44522625" sldId="529"/>
            <ac:spMk id="39" creationId="{4727F207-6617-4F1D-9255-9959B498C6D7}"/>
          </ac:spMkLst>
        </pc:spChg>
        <pc:spChg chg="del">
          <ac:chgData name="Manuj Agrawal" userId="8275e378daeca5b2" providerId="LiveId" clId="{2F60D5BF-92F3-42BD-887B-00C76973D974}" dt="2021-12-15T12:06:06.568" v="7" actId="478"/>
          <ac:spMkLst>
            <pc:docMk/>
            <pc:sldMk cId="44522625" sldId="529"/>
            <ac:spMk id="40" creationId="{AB307C08-854E-4207-BA0C-31498E716CED}"/>
          </ac:spMkLst>
        </pc:spChg>
        <pc:grpChg chg="del">
          <ac:chgData name="Manuj Agrawal" userId="8275e378daeca5b2" providerId="LiveId" clId="{2F60D5BF-92F3-42BD-887B-00C76973D974}" dt="2021-12-15T12:06:06.568" v="7" actId="478"/>
          <ac:grpSpMkLst>
            <pc:docMk/>
            <pc:sldMk cId="44522625" sldId="529"/>
            <ac:grpSpMk id="4" creationId="{D8C44FA0-95CA-4F41-8D7E-9EE3A992B140}"/>
          </ac:grpSpMkLst>
        </pc:grpChg>
        <pc:grpChg chg="del">
          <ac:chgData name="Manuj Agrawal" userId="8275e378daeca5b2" providerId="LiveId" clId="{2F60D5BF-92F3-42BD-887B-00C76973D974}" dt="2021-12-15T12:06:06.568" v="7" actId="478"/>
          <ac:grpSpMkLst>
            <pc:docMk/>
            <pc:sldMk cId="44522625" sldId="529"/>
            <ac:grpSpMk id="5" creationId="{4CCD67C4-7CF8-4D92-AB26-0D0B2D15F33C}"/>
          </ac:grpSpMkLst>
        </pc:grpChg>
        <pc:grpChg chg="del">
          <ac:chgData name="Manuj Agrawal" userId="8275e378daeca5b2" providerId="LiveId" clId="{2F60D5BF-92F3-42BD-887B-00C76973D974}" dt="2021-12-15T12:06:06.568" v="7" actId="478"/>
          <ac:grpSpMkLst>
            <pc:docMk/>
            <pc:sldMk cId="44522625" sldId="529"/>
            <ac:grpSpMk id="9" creationId="{3FA0F49F-60BE-4507-BC78-7C6A49AE47F8}"/>
          </ac:grpSpMkLst>
        </pc:grpChg>
        <pc:picChg chg="del">
          <ac:chgData name="Manuj Agrawal" userId="8275e378daeca5b2" providerId="LiveId" clId="{2F60D5BF-92F3-42BD-887B-00C76973D974}" dt="2021-12-15T12:06:06.568" v="7" actId="478"/>
          <ac:picMkLst>
            <pc:docMk/>
            <pc:sldMk cId="44522625" sldId="529"/>
            <ac:picMk id="3" creationId="{7271AAF0-6AF2-4F5B-8352-A4586F12F058}"/>
          </ac:picMkLst>
        </pc:picChg>
        <pc:picChg chg="add del mod">
          <ac:chgData name="Manuj Agrawal" userId="8275e378daeca5b2" providerId="LiveId" clId="{2F60D5BF-92F3-42BD-887B-00C76973D974}" dt="2021-12-15T12:10:06.208" v="13" actId="21"/>
          <ac:picMkLst>
            <pc:docMk/>
            <pc:sldMk cId="44522625" sldId="529"/>
            <ac:picMk id="15" creationId="{00EA308F-9D94-4776-99D6-E10182556B89}"/>
          </ac:picMkLst>
        </pc:picChg>
        <pc:picChg chg="del">
          <ac:chgData name="Manuj Agrawal" userId="8275e378daeca5b2" providerId="LiveId" clId="{2F60D5BF-92F3-42BD-887B-00C76973D974}" dt="2021-12-15T12:06:06.568" v="7" actId="478"/>
          <ac:picMkLst>
            <pc:docMk/>
            <pc:sldMk cId="44522625" sldId="529"/>
            <ac:picMk id="77" creationId="{0782EE3F-6B0E-421F-B910-06ECF4475E0A}"/>
          </ac:picMkLst>
        </pc:picChg>
        <pc:picChg chg="add mod">
          <ac:chgData name="Manuj Agrawal" userId="8275e378daeca5b2" providerId="LiveId" clId="{2F60D5BF-92F3-42BD-887B-00C76973D974}" dt="2021-12-15T12:06:12.436" v="10" actId="1076"/>
          <ac:picMkLst>
            <pc:docMk/>
            <pc:sldMk cId="44522625" sldId="529"/>
            <ac:picMk id="1026" creationId="{70B73EFE-22E5-4B8A-B4E3-EB26677F2BCE}"/>
          </ac:picMkLst>
        </pc:picChg>
      </pc:sldChg>
      <pc:sldChg chg="addSp delSp modSp add del mod">
        <pc:chgData name="Manuj Agrawal" userId="8275e378daeca5b2" providerId="LiveId" clId="{2F60D5BF-92F3-42BD-887B-00C76973D974}" dt="2021-12-15T14:22:06.142" v="914" actId="47"/>
        <pc:sldMkLst>
          <pc:docMk/>
          <pc:sldMk cId="287594627" sldId="529"/>
        </pc:sldMkLst>
        <pc:spChg chg="add del mod">
          <ac:chgData name="Manuj Agrawal" userId="8275e378daeca5b2" providerId="LiveId" clId="{2F60D5BF-92F3-42BD-887B-00C76973D974}" dt="2021-12-15T14:15:39.286" v="886" actId="478"/>
          <ac:spMkLst>
            <pc:docMk/>
            <pc:sldMk cId="287594627" sldId="529"/>
            <ac:spMk id="5" creationId="{436588AB-291B-4D91-9FFE-AB869D5ACC9A}"/>
          </ac:spMkLst>
        </pc:spChg>
        <pc:grpChg chg="add mod">
          <ac:chgData name="Manuj Agrawal" userId="8275e378daeca5b2" providerId="LiveId" clId="{2F60D5BF-92F3-42BD-887B-00C76973D974}" dt="2021-12-15T14:21:36.773" v="912" actId="1076"/>
          <ac:grpSpMkLst>
            <pc:docMk/>
            <pc:sldMk cId="287594627" sldId="529"/>
            <ac:grpSpMk id="8" creationId="{92581474-CB5D-4F72-9089-041CBAE8EDB2}"/>
          </ac:grpSpMkLst>
        </pc:grpChg>
        <pc:picChg chg="mod">
          <ac:chgData name="Manuj Agrawal" userId="8275e378daeca5b2" providerId="LiveId" clId="{2F60D5BF-92F3-42BD-887B-00C76973D974}" dt="2021-12-15T14:12:41.502" v="877" actId="1076"/>
          <ac:picMkLst>
            <pc:docMk/>
            <pc:sldMk cId="287594627" sldId="529"/>
            <ac:picMk id="4" creationId="{011CC322-0458-4822-9425-2DDEF4FFB5DA}"/>
          </ac:picMkLst>
        </pc:picChg>
        <pc:picChg chg="mod">
          <ac:chgData name="Manuj Agrawal" userId="8275e378daeca5b2" providerId="LiveId" clId="{2F60D5BF-92F3-42BD-887B-00C76973D974}" dt="2021-12-15T14:21:18.500" v="907" actId="164"/>
          <ac:picMkLst>
            <pc:docMk/>
            <pc:sldMk cId="287594627" sldId="529"/>
            <ac:picMk id="24" creationId="{9441F307-3DDA-466A-86BF-75828322B6FC}"/>
          </ac:picMkLst>
        </pc:picChg>
        <pc:cxnChg chg="add del mod">
          <ac:chgData name="Manuj Agrawal" userId="8275e378daeca5b2" providerId="LiveId" clId="{2F60D5BF-92F3-42BD-887B-00C76973D974}" dt="2021-12-15T14:13:16.142" v="883" actId="478"/>
          <ac:cxnSpMkLst>
            <pc:docMk/>
            <pc:sldMk cId="287594627" sldId="529"/>
            <ac:cxnSpMk id="3" creationId="{E6BEEECD-1465-4894-BC52-F7346500D0F2}"/>
          </ac:cxnSpMkLst>
        </pc:cxnChg>
        <pc:cxnChg chg="add mod">
          <ac:chgData name="Manuj Agrawal" userId="8275e378daeca5b2" providerId="LiveId" clId="{2F60D5BF-92F3-42BD-887B-00C76973D974}" dt="2021-12-15T14:21:45.471" v="913" actId="1582"/>
          <ac:cxnSpMkLst>
            <pc:docMk/>
            <pc:sldMk cId="287594627" sldId="529"/>
            <ac:cxnSpMk id="7" creationId="{A8C35100-5A70-4337-AAA9-278E57310EDE}"/>
          </ac:cxnSpMkLst>
        </pc:cxnChg>
      </pc:sldChg>
      <pc:sldChg chg="addSp modSp mod">
        <pc:chgData name="Manuj Agrawal" userId="8275e378daeca5b2" providerId="LiveId" clId="{2F60D5BF-92F3-42BD-887B-00C76973D974}" dt="2021-12-16T09:54:44.380" v="2515" actId="1076"/>
        <pc:sldMkLst>
          <pc:docMk/>
          <pc:sldMk cId="2137804776" sldId="529"/>
        </pc:sldMkLst>
        <pc:spChg chg="add mod">
          <ac:chgData name="Manuj Agrawal" userId="8275e378daeca5b2" providerId="LiveId" clId="{2F60D5BF-92F3-42BD-887B-00C76973D974}" dt="2021-12-16T09:11:18.437" v="1402" actId="1076"/>
          <ac:spMkLst>
            <pc:docMk/>
            <pc:sldMk cId="2137804776" sldId="529"/>
            <ac:spMk id="14" creationId="{FE40EFBE-6899-4FF8-A5E2-9CCA2F3A773B}"/>
          </ac:spMkLst>
        </pc:spChg>
        <pc:spChg chg="mod">
          <ac:chgData name="Manuj Agrawal" userId="8275e378daeca5b2" providerId="LiveId" clId="{2F60D5BF-92F3-42BD-887B-00C76973D974}" dt="2021-12-16T09:54:44.380" v="2515" actId="1076"/>
          <ac:spMkLst>
            <pc:docMk/>
            <pc:sldMk cId="2137804776" sldId="529"/>
            <ac:spMk id="27" creationId="{3BAC6925-44BC-48C6-896C-FD6F4D2E72B8}"/>
          </ac:spMkLst>
        </pc:spChg>
        <pc:picChg chg="add mod">
          <ac:chgData name="Manuj Agrawal" userId="8275e378daeca5b2" providerId="LiveId" clId="{2F60D5BF-92F3-42BD-887B-00C76973D974}" dt="2021-12-16T09:11:18.437" v="1402" actId="1076"/>
          <ac:picMkLst>
            <pc:docMk/>
            <pc:sldMk cId="2137804776" sldId="529"/>
            <ac:picMk id="13" creationId="{325C01FD-3E75-49B6-AED1-1CE7A6E6A4BD}"/>
          </ac:picMkLst>
        </pc:picChg>
        <pc:picChg chg="mod">
          <ac:chgData name="Manuj Agrawal" userId="8275e378daeca5b2" providerId="LiveId" clId="{2F60D5BF-92F3-42BD-887B-00C76973D974}" dt="2021-12-16T09:54:44.380" v="2515" actId="1076"/>
          <ac:picMkLst>
            <pc:docMk/>
            <pc:sldMk cId="2137804776" sldId="529"/>
            <ac:picMk id="26" creationId="{85A81B9C-6851-4F4B-89CF-6546EAAD77FF}"/>
          </ac:picMkLst>
        </pc:picChg>
      </pc:sldChg>
      <pc:sldChg chg="addSp delSp modSp add mod ord">
        <pc:chgData name="Manuj Agrawal" userId="8275e378daeca5b2" providerId="LiveId" clId="{2F60D5BF-92F3-42BD-887B-00C76973D974}" dt="2021-12-16T13:49:54.403" v="5058" actId="20578"/>
        <pc:sldMkLst>
          <pc:docMk/>
          <pc:sldMk cId="7716307" sldId="530"/>
        </pc:sldMkLst>
        <pc:spChg chg="add mod">
          <ac:chgData name="Manuj Agrawal" userId="8275e378daeca5b2" providerId="LiveId" clId="{2F60D5BF-92F3-42BD-887B-00C76973D974}" dt="2021-12-16T07:16:44.265" v="1165" actId="1076"/>
          <ac:spMkLst>
            <pc:docMk/>
            <pc:sldMk cId="7716307" sldId="530"/>
            <ac:spMk id="2" creationId="{4D1A428B-B01D-478C-ACDC-F178E9FB80B0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56" creationId="{1835E9D4-2F92-430A-96BF-FE4CD33E6415}"/>
          </ac:spMkLst>
        </pc:spChg>
        <pc:spChg chg="mod">
          <ac:chgData name="Manuj Agrawal" userId="8275e378daeca5b2" providerId="LiveId" clId="{2F60D5BF-92F3-42BD-887B-00C76973D974}" dt="2021-12-16T11:34:51.727" v="4171" actId="17032"/>
          <ac:spMkLst>
            <pc:docMk/>
            <pc:sldMk cId="7716307" sldId="530"/>
            <ac:spMk id="61" creationId="{1004B370-5E8D-4B3E-8DFF-C2A3D97F0425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65" creationId="{68BF74A0-16CA-4C81-B146-5CF1B93C4236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66" creationId="{5B7275D1-8CAF-4FEA-BEAF-482C1BECD615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67" creationId="{4A69B432-201B-4ECB-9740-C528CDF4D9F0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68" creationId="{E450164D-D6F7-4759-BF44-49B5FDE5D61A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69" creationId="{342A3E29-B41E-41DC-8560-1D2E99170609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70" creationId="{6CD3EDE6-39CD-4FAB-B8C8-DBD50840A69D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71" creationId="{9E599B26-5F57-451C-BE3A-C4B58FBFF599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72" creationId="{2FDC465C-A534-4DC2-A8B1-9877A730446B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74" creationId="{4463A3C7-F6E8-4075-B54D-EBF169247B8F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75" creationId="{56F3E95A-F773-4A98-9724-E868FAFDA702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77" creationId="{D6101119-1A5F-47DD-9370-62D265ADEA7F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81" creationId="{5EAA67AD-0E81-43BA-8473-70A6DA0C1AB6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82" creationId="{93216D8E-800D-46E1-BDCA-757AF67C6DD6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83" creationId="{EA532180-D57E-41AA-A507-87EF29C0A1AE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86" creationId="{0761C987-669D-4B45-AB5B-91CF44396417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88" creationId="{1C2F7225-30AA-490C-8F3F-95E33A6C311A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89" creationId="{5BDBD705-4109-48F7-85D2-E658D1D5355F}"/>
          </ac:spMkLst>
        </pc:spChg>
        <pc:spChg chg="mod">
          <ac:chgData name="Manuj Agrawal" userId="8275e378daeca5b2" providerId="LiveId" clId="{2F60D5BF-92F3-42BD-887B-00C76973D974}" dt="2021-12-16T11:40:21.828" v="4196" actId="20577"/>
          <ac:spMkLst>
            <pc:docMk/>
            <pc:sldMk cId="7716307" sldId="530"/>
            <ac:spMk id="93" creationId="{94667A91-887E-467E-8875-79E08AFCCE2F}"/>
          </ac:spMkLst>
        </pc:spChg>
        <pc:spChg chg="mod">
          <ac:chgData name="Manuj Agrawal" userId="8275e378daeca5b2" providerId="LiveId" clId="{2F60D5BF-92F3-42BD-887B-00C76973D974}" dt="2021-12-16T13:49:54.403" v="5058" actId="20578"/>
          <ac:spMkLst>
            <pc:docMk/>
            <pc:sldMk cId="7716307" sldId="530"/>
            <ac:spMk id="98" creationId="{471610C0-830C-4E6D-A1D3-B9732217C174}"/>
          </ac:spMkLst>
        </pc:spChg>
        <pc:grpChg chg="add del mod">
          <ac:chgData name="Manuj Agrawal" userId="8275e378daeca5b2" providerId="LiveId" clId="{2F60D5BF-92F3-42BD-887B-00C76973D974}" dt="2021-12-16T09:56:00.627" v="2519" actId="478"/>
          <ac:grpSpMkLst>
            <pc:docMk/>
            <pc:sldMk cId="7716307" sldId="530"/>
            <ac:grpSpMk id="3" creationId="{6CF8D11B-A9D7-4B27-919A-B7D27A45CDEE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44" creationId="{F3B25487-3D99-40A5-BF56-135F9CA5CBE1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46" creationId="{F5519487-52DE-45BC-A96D-BE5F9D37583C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52" creationId="{5417E4E8-2BA7-413B-BB97-43F021AA8F3A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54" creationId="{7FF35A1B-D4A6-4FE0-98C7-AAB020172CEC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55" creationId="{5641D2EB-1B38-4C88-9113-980CEA0AEA58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57" creationId="{1DA41128-45F1-476A-8890-3790ABA0BF99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59" creationId="{F2F56CB1-65BB-4FFB-BB2B-031BDFE46599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64" creationId="{27252E06-B3EE-44DB-BDBB-44DB5B54EC4D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80" creationId="{2390626E-9F96-4C65-AEE5-EA078461386F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85" creationId="{DD55054B-D7A2-4531-BD84-283D752EA1CD}"/>
          </ac:grpSpMkLst>
        </pc:grpChg>
        <pc:picChg chg="mod">
          <ac:chgData name="Manuj Agrawal" userId="8275e378daeca5b2" providerId="LiveId" clId="{2F60D5BF-92F3-42BD-887B-00C76973D974}" dt="2021-12-16T10:37:31.212" v="3468" actId="1076"/>
          <ac:picMkLst>
            <pc:docMk/>
            <pc:sldMk cId="7716307" sldId="530"/>
            <ac:picMk id="79" creationId="{6B44FE31-685F-4E4F-9B9F-02703CD4B15F}"/>
          </ac:picMkLst>
        </pc:picChg>
        <pc:picChg chg="mod">
          <ac:chgData name="Manuj Agrawal" userId="8275e378daeca5b2" providerId="LiveId" clId="{2F60D5BF-92F3-42BD-887B-00C76973D974}" dt="2021-12-16T10:37:31.212" v="3468" actId="1076"/>
          <ac:picMkLst>
            <pc:docMk/>
            <pc:sldMk cId="7716307" sldId="530"/>
            <ac:picMk id="84" creationId="{3995B7AE-C89D-4CFE-AF71-DA85C6E93142}"/>
          </ac:picMkLst>
        </pc:picChg>
        <pc:picChg chg="mod">
          <ac:chgData name="Manuj Agrawal" userId="8275e378daeca5b2" providerId="LiveId" clId="{2F60D5BF-92F3-42BD-887B-00C76973D974}" dt="2021-12-16T11:32:38.731" v="4169"/>
          <ac:picMkLst>
            <pc:docMk/>
            <pc:sldMk cId="7716307" sldId="530"/>
            <ac:picMk id="87" creationId="{8152CC44-A468-4323-A418-0E0E79484038}"/>
          </ac:picMkLst>
        </pc:picChg>
        <pc:picChg chg="mod">
          <ac:chgData name="Manuj Agrawal" userId="8275e378daeca5b2" providerId="LiveId" clId="{2F60D5BF-92F3-42BD-887B-00C76973D974}" dt="2021-12-16T10:37:31.212" v="3468" actId="1076"/>
          <ac:picMkLst>
            <pc:docMk/>
            <pc:sldMk cId="7716307" sldId="530"/>
            <ac:picMk id="92" creationId="{C72B0718-20DF-4658-BCB9-3DA30BB7B471}"/>
          </ac:picMkLst>
        </pc:picChg>
        <pc:picChg chg="del">
          <ac:chgData name="Manuj Agrawal" userId="8275e378daeca5b2" providerId="LiveId" clId="{2F60D5BF-92F3-42BD-887B-00C76973D974}" dt="2021-12-16T09:55:59.506" v="2517" actId="478"/>
          <ac:picMkLst>
            <pc:docMk/>
            <pc:sldMk cId="7716307" sldId="530"/>
            <ac:picMk id="94" creationId="{EF3E9733-362E-4E1A-9BEA-B6197BF74DB4}"/>
          </ac:picMkLst>
        </pc:picChg>
        <pc:picChg chg="del">
          <ac:chgData name="Manuj Agrawal" userId="8275e378daeca5b2" providerId="LiveId" clId="{2F60D5BF-92F3-42BD-887B-00C76973D974}" dt="2021-12-16T09:56:00.043" v="2518" actId="478"/>
          <ac:picMkLst>
            <pc:docMk/>
            <pc:sldMk cId="7716307" sldId="530"/>
            <ac:picMk id="95" creationId="{2ED26186-9924-46F0-943F-95467E3C4D5C}"/>
          </ac:picMkLst>
        </pc:picChg>
        <pc:picChg chg="mod">
          <ac:chgData name="Manuj Agrawal" userId="8275e378daeca5b2" providerId="LiveId" clId="{2F60D5BF-92F3-42BD-887B-00C76973D974}" dt="2021-12-16T07:15:59.874" v="1156" actId="164"/>
          <ac:picMkLst>
            <pc:docMk/>
            <pc:sldMk cId="7716307" sldId="530"/>
            <ac:picMk id="96" creationId="{03025456-1F12-49D2-89A2-E7F9FEC00687}"/>
          </ac:picMkLst>
        </pc:picChg>
        <pc:picChg chg="del">
          <ac:chgData name="Manuj Agrawal" userId="8275e378daeca5b2" providerId="LiveId" clId="{2F60D5BF-92F3-42BD-887B-00C76973D974}" dt="2021-12-16T09:56:01.059" v="2520" actId="478"/>
          <ac:picMkLst>
            <pc:docMk/>
            <pc:sldMk cId="7716307" sldId="530"/>
            <ac:picMk id="97" creationId="{C2094BDA-8D6C-403E-85B1-1BE8D729127D}"/>
          </ac:picMkLst>
        </pc:picChg>
        <pc:cxnChg chg="mod">
          <ac:chgData name="Manuj Agrawal" userId="8275e378daeca5b2" providerId="LiveId" clId="{2F60D5BF-92F3-42BD-887B-00C76973D974}" dt="2021-12-16T10:37:31.212" v="3468" actId="1076"/>
          <ac:cxnSpMkLst>
            <pc:docMk/>
            <pc:sldMk cId="7716307" sldId="530"/>
            <ac:cxnSpMk id="90" creationId="{B03587A8-C6C8-4EF9-8B28-40545EE32A86}"/>
          </ac:cxnSpMkLst>
        </pc:cxnChg>
        <pc:cxnChg chg="mod">
          <ac:chgData name="Manuj Agrawal" userId="8275e378daeca5b2" providerId="LiveId" clId="{2F60D5BF-92F3-42BD-887B-00C76973D974}" dt="2021-12-16T10:37:31.212" v="3468" actId="1076"/>
          <ac:cxnSpMkLst>
            <pc:docMk/>
            <pc:sldMk cId="7716307" sldId="530"/>
            <ac:cxnSpMk id="91" creationId="{AAF94E5F-3FF2-48A0-A9D8-B6D31C793290}"/>
          </ac:cxnSpMkLst>
        </pc:cxnChg>
      </pc:sldChg>
      <pc:sldChg chg="addSp delSp modSp add del mod">
        <pc:chgData name="Manuj Agrawal" userId="8275e378daeca5b2" providerId="LiveId" clId="{2F60D5BF-92F3-42BD-887B-00C76973D974}" dt="2021-12-16T07:07:17.302" v="1050" actId="47"/>
        <pc:sldMkLst>
          <pc:docMk/>
          <pc:sldMk cId="2313709870" sldId="530"/>
        </pc:sldMkLst>
        <pc:picChg chg="add del mod">
          <ac:chgData name="Manuj Agrawal" userId="8275e378daeca5b2" providerId="LiveId" clId="{2F60D5BF-92F3-42BD-887B-00C76973D974}" dt="2021-12-16T07:07:15.697" v="1049" actId="478"/>
          <ac:picMkLst>
            <pc:docMk/>
            <pc:sldMk cId="2313709870" sldId="530"/>
            <ac:picMk id="87" creationId="{8152CC44-A468-4323-A418-0E0E79484038}"/>
          </ac:picMkLst>
        </pc:picChg>
      </pc:sldChg>
      <pc:sldChg chg="addSp delSp modSp add mod ord">
        <pc:chgData name="Manuj Agrawal" userId="8275e378daeca5b2" providerId="LiveId" clId="{2F60D5BF-92F3-42BD-887B-00C76973D974}" dt="2021-12-16T14:10:43.041" v="5086" actId="1076"/>
        <pc:sldMkLst>
          <pc:docMk/>
          <pc:sldMk cId="1737797681" sldId="531"/>
        </pc:sldMkLst>
        <pc:spChg chg="add mod">
          <ac:chgData name="Manuj Agrawal" userId="8275e378daeca5b2" providerId="LiveId" clId="{2F60D5BF-92F3-42BD-887B-00C76973D974}" dt="2021-12-16T11:51:25.770" v="4247" actId="1076"/>
          <ac:spMkLst>
            <pc:docMk/>
            <pc:sldMk cId="1737797681" sldId="531"/>
            <ac:spMk id="2" creationId="{C0046995-35DB-4CD5-8EA0-D314D18C554F}"/>
          </ac:spMkLst>
        </pc:spChg>
        <pc:spChg chg="mod">
          <ac:chgData name="Manuj Agrawal" userId="8275e378daeca5b2" providerId="LiveId" clId="{2F60D5BF-92F3-42BD-887B-00C76973D974}" dt="2021-12-16T09:52:53.765" v="2489" actId="1076"/>
          <ac:spMkLst>
            <pc:docMk/>
            <pc:sldMk cId="1737797681" sldId="531"/>
            <ac:spMk id="8" creationId="{FEF10653-88F6-403A-B3F7-56311D716540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10" creationId="{7FCF759E-7CF2-4CD0-A287-26183E1F6A7A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11" creationId="{F91F8435-B5ED-4081-8A93-CF4DE5953CAB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13" creationId="{65F50D7C-DBA2-4C8C-8761-A4492F1216FE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15" creationId="{F8606FC4-8676-4DF9-BC88-EB1B2C18393C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16" creationId="{549CB9A6-E893-47E7-8E85-EE649B535FA3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17" creationId="{B629B683-1759-4886-84E9-3B6EEC34C4A2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20" creationId="{6C5A1991-2AD6-4E4F-A2E4-47C017FCCF60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22" creationId="{D721AD63-D130-43BB-93E5-D6FE3967FF89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23" creationId="{20942F9E-453D-4EF2-A74B-FE0B14B12C8A}"/>
          </ac:spMkLst>
        </pc:spChg>
        <pc:spChg chg="add mod">
          <ac:chgData name="Manuj Agrawal" userId="8275e378daeca5b2" providerId="LiveId" clId="{2F60D5BF-92F3-42BD-887B-00C76973D974}" dt="2021-12-16T09:28:36.656" v="1678" actId="164"/>
          <ac:spMkLst>
            <pc:docMk/>
            <pc:sldMk cId="1737797681" sldId="531"/>
            <ac:spMk id="24" creationId="{069E6BF2-E0C3-4C52-94BF-77A19491A870}"/>
          </ac:spMkLst>
        </pc:spChg>
        <pc:spChg chg="add mod ord">
          <ac:chgData name="Manuj Agrawal" userId="8275e378daeca5b2" providerId="LiveId" clId="{2F60D5BF-92F3-42BD-887B-00C76973D974}" dt="2021-12-16T11:31:02.918" v="4164" actId="207"/>
          <ac:spMkLst>
            <pc:docMk/>
            <pc:sldMk cId="1737797681" sldId="531"/>
            <ac:spMk id="25" creationId="{FBBD35E2-E370-4457-A175-6A7760C60CA3}"/>
          </ac:spMkLst>
        </pc:spChg>
        <pc:spChg chg="add mo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26" creationId="{4F7A0A56-5A4F-4853-84B4-6ECF303820AE}"/>
          </ac:spMkLst>
        </pc:spChg>
        <pc:spChg chg="add mo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27" creationId="{C5A62A9D-3C90-4254-AE70-D0BC8CD29EC1}"/>
          </ac:spMkLst>
        </pc:spChg>
        <pc:spChg chg="add mod">
          <ac:chgData name="Manuj Agrawal" userId="8275e378daeca5b2" providerId="LiveId" clId="{2F60D5BF-92F3-42BD-887B-00C76973D974}" dt="2021-12-16T09:30:38.639" v="1706" actId="164"/>
          <ac:spMkLst>
            <pc:docMk/>
            <pc:sldMk cId="1737797681" sldId="531"/>
            <ac:spMk id="28" creationId="{126942E7-AFCB-4326-A643-5FF271A14490}"/>
          </ac:spMkLst>
        </pc:spChg>
        <pc:spChg chg="add mod or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29" creationId="{04FA2443-2A85-4F3F-9B21-A964FFE126DF}"/>
          </ac:spMkLst>
        </pc:spChg>
        <pc:spChg chg="add mod">
          <ac:chgData name="Manuj Agrawal" userId="8275e378daeca5b2" providerId="LiveId" clId="{2F60D5BF-92F3-42BD-887B-00C76973D974}" dt="2021-12-16T09:35:43.195" v="1929" actId="164"/>
          <ac:spMkLst>
            <pc:docMk/>
            <pc:sldMk cId="1737797681" sldId="531"/>
            <ac:spMk id="30" creationId="{38209471-B325-4F13-9239-480C9ADA1731}"/>
          </ac:spMkLst>
        </pc:spChg>
        <pc:spChg chg="add mod or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31" creationId="{541E8C9A-260B-4280-94B5-96A5D60CEFCA}"/>
          </ac:spMkLst>
        </pc:spChg>
        <pc:spChg chg="add mod">
          <ac:chgData name="Manuj Agrawal" userId="8275e378daeca5b2" providerId="LiveId" clId="{2F60D5BF-92F3-42BD-887B-00C76973D974}" dt="2021-12-16T09:35:37.044" v="1928" actId="164"/>
          <ac:spMkLst>
            <pc:docMk/>
            <pc:sldMk cId="1737797681" sldId="531"/>
            <ac:spMk id="32" creationId="{68000E73-ECC4-45EF-B3B0-CDDBFDD7A483}"/>
          </ac:spMkLst>
        </pc:spChg>
        <pc:spChg chg="add mod or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33" creationId="{7C56984E-95EB-46E6-9DCC-AA748DA60599}"/>
          </ac:spMkLst>
        </pc:spChg>
        <pc:spChg chg="add mo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34" creationId="{103C3DC8-3635-4A43-8979-C0AC7E06D5F7}"/>
          </ac:spMkLst>
        </pc:spChg>
        <pc:spChg chg="add del mod">
          <ac:chgData name="Manuj Agrawal" userId="8275e378daeca5b2" providerId="LiveId" clId="{2F60D5BF-92F3-42BD-887B-00C76973D974}" dt="2021-12-16T09:41:52.343" v="2001" actId="478"/>
          <ac:spMkLst>
            <pc:docMk/>
            <pc:sldMk cId="1737797681" sldId="531"/>
            <ac:spMk id="35" creationId="{22CD9EB6-891D-4192-9E1A-E3926C919853}"/>
          </ac:spMkLst>
        </pc:spChg>
        <pc:spChg chg="add del mod">
          <ac:chgData name="Manuj Agrawal" userId="8275e378daeca5b2" providerId="LiveId" clId="{2F60D5BF-92F3-42BD-887B-00C76973D974}" dt="2021-12-16T09:42:34.631" v="2056" actId="478"/>
          <ac:spMkLst>
            <pc:docMk/>
            <pc:sldMk cId="1737797681" sldId="531"/>
            <ac:spMk id="36" creationId="{1AFAB28A-169D-4D04-9DBF-16D6ED4600FA}"/>
          </ac:spMkLst>
        </pc:spChg>
        <pc:spChg chg="add del mod">
          <ac:chgData name="Manuj Agrawal" userId="8275e378daeca5b2" providerId="LiveId" clId="{2F60D5BF-92F3-42BD-887B-00C76973D974}" dt="2021-12-16T09:44:11.606" v="2134" actId="478"/>
          <ac:spMkLst>
            <pc:docMk/>
            <pc:sldMk cId="1737797681" sldId="531"/>
            <ac:spMk id="37" creationId="{8B461170-0808-41BC-9663-E2CA53A6AA91}"/>
          </ac:spMkLst>
        </pc:spChg>
        <pc:spChg chg="add del mod">
          <ac:chgData name="Manuj Agrawal" userId="8275e378daeca5b2" providerId="LiveId" clId="{2F60D5BF-92F3-42BD-887B-00C76973D974}" dt="2021-12-16T09:46:54.237" v="2249" actId="478"/>
          <ac:spMkLst>
            <pc:docMk/>
            <pc:sldMk cId="1737797681" sldId="531"/>
            <ac:spMk id="38" creationId="{4EFFBABD-AE98-4A60-AA4D-771F32DCF6CD}"/>
          </ac:spMkLst>
        </pc:spChg>
        <pc:spChg chg="add mo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39" creationId="{2AAC8271-857F-47BE-8CF8-7B1B6B0CE55A}"/>
          </ac:spMkLst>
        </pc:spChg>
        <pc:spChg chg="add mod or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40" creationId="{284B7AB0-D023-4BA2-90BA-6ECA6F1B505C}"/>
          </ac:spMkLst>
        </pc:spChg>
        <pc:spChg chg="add mod or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41" creationId="{1F3AF49F-8E80-4C87-B0E3-2618D3F2F058}"/>
          </ac:spMkLst>
        </pc:spChg>
        <pc:spChg chg="add mod or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42" creationId="{01BE78B5-2572-4A54-B5F3-A56A1EB37894}"/>
          </ac:spMkLst>
        </pc:spChg>
        <pc:spChg chg="add mod or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43" creationId="{3198863A-A8FA-4BF4-B2ED-8B280EF173F2}"/>
          </ac:spMkLst>
        </pc:spChg>
        <pc:spChg chg="add del mod">
          <ac:chgData name="Manuj Agrawal" userId="8275e378daeca5b2" providerId="LiveId" clId="{2F60D5BF-92F3-42BD-887B-00C76973D974}" dt="2021-12-16T09:27:16.007" v="1640"/>
          <ac:spMkLst>
            <pc:docMk/>
            <pc:sldMk cId="1737797681" sldId="531"/>
            <ac:spMk id="44" creationId="{2E908F2B-0C2F-4B73-A73D-0729D8306D75}"/>
          </ac:spMkLst>
        </pc:spChg>
        <pc:spChg chg="add mod">
          <ac:chgData name="Manuj Agrawal" userId="8275e378daeca5b2" providerId="LiveId" clId="{2F60D5BF-92F3-42BD-887B-00C76973D974}" dt="2021-12-16T09:32:38.236" v="1764" actId="108"/>
          <ac:spMkLst>
            <pc:docMk/>
            <pc:sldMk cId="1737797681" sldId="531"/>
            <ac:spMk id="45" creationId="{60B86EAF-0E93-4274-AFD5-119C40728246}"/>
          </ac:spMkLst>
        </pc:spChg>
        <pc:spChg chg="add mod">
          <ac:chgData name="Manuj Agrawal" userId="8275e378daeca5b2" providerId="LiveId" clId="{2F60D5BF-92F3-42BD-887B-00C76973D974}" dt="2021-12-16T09:31:07.476" v="1716" actId="20577"/>
          <ac:spMkLst>
            <pc:docMk/>
            <pc:sldMk cId="1737797681" sldId="531"/>
            <ac:spMk id="46" creationId="{7A3F0513-9CC7-4BBD-AE67-F5B176D67C21}"/>
          </ac:spMkLst>
        </pc:spChg>
        <pc:spChg chg="add mod">
          <ac:chgData name="Manuj Agrawal" userId="8275e378daeca5b2" providerId="LiveId" clId="{2F60D5BF-92F3-42BD-887B-00C76973D974}" dt="2021-12-16T09:35:43.195" v="1929" actId="164"/>
          <ac:spMkLst>
            <pc:docMk/>
            <pc:sldMk cId="1737797681" sldId="531"/>
            <ac:spMk id="48" creationId="{2C04145E-AD6F-4917-9470-514511E7C61E}"/>
          </ac:spMkLst>
        </pc:spChg>
        <pc:spChg chg="add mod">
          <ac:chgData name="Manuj Agrawal" userId="8275e378daeca5b2" providerId="LiveId" clId="{2F60D5BF-92F3-42BD-887B-00C76973D974}" dt="2021-12-16T11:50:56.010" v="4246" actId="1076"/>
          <ac:spMkLst>
            <pc:docMk/>
            <pc:sldMk cId="1737797681" sldId="531"/>
            <ac:spMk id="49" creationId="{BAF12EE7-674E-41BC-A2BE-F50EBBCA9BED}"/>
          </ac:spMkLst>
        </pc:spChg>
        <pc:spChg chg="add mod">
          <ac:chgData name="Manuj Agrawal" userId="8275e378daeca5b2" providerId="LiveId" clId="{2F60D5BF-92F3-42BD-887B-00C76973D974}" dt="2021-12-16T13:53:15.409" v="5063" actId="20577"/>
          <ac:spMkLst>
            <pc:docMk/>
            <pc:sldMk cId="1737797681" sldId="531"/>
            <ac:spMk id="52" creationId="{F1BBE0CD-E212-4024-A3B3-508555575C94}"/>
          </ac:spMkLst>
        </pc:spChg>
        <pc:spChg chg="mod">
          <ac:chgData name="Manuj Agrawal" userId="8275e378daeca5b2" providerId="LiveId" clId="{2F60D5BF-92F3-42BD-887B-00C76973D974}" dt="2021-12-16T09:41:07.718" v="1940"/>
          <ac:spMkLst>
            <pc:docMk/>
            <pc:sldMk cId="1737797681" sldId="531"/>
            <ac:spMk id="54" creationId="{DBD25224-FB1D-41D0-9959-72384AC1BEF5}"/>
          </ac:spMkLst>
        </pc:spChg>
        <pc:spChg chg="mod">
          <ac:chgData name="Manuj Agrawal" userId="8275e378daeca5b2" providerId="LiveId" clId="{2F60D5BF-92F3-42BD-887B-00C76973D974}" dt="2021-12-16T13:40:30.194" v="5053" actId="1076"/>
          <ac:spMkLst>
            <pc:docMk/>
            <pc:sldMk cId="1737797681" sldId="531"/>
            <ac:spMk id="55" creationId="{37400905-0E6C-4CEB-8F1A-F3301492064D}"/>
          </ac:spMkLst>
        </pc:spChg>
        <pc:spChg chg="mod">
          <ac:chgData name="Manuj Agrawal" userId="8275e378daeca5b2" providerId="LiveId" clId="{2F60D5BF-92F3-42BD-887B-00C76973D974}" dt="2021-12-16T09:42:11.104" v="2004"/>
          <ac:spMkLst>
            <pc:docMk/>
            <pc:sldMk cId="1737797681" sldId="531"/>
            <ac:spMk id="57" creationId="{2FB1304B-8B9F-4839-B59F-EE3892A25088}"/>
          </ac:spMkLst>
        </pc:spChg>
        <pc:spChg chg="mod">
          <ac:chgData name="Manuj Agrawal" userId="8275e378daeca5b2" providerId="LiveId" clId="{2F60D5BF-92F3-42BD-887B-00C76973D974}" dt="2021-12-16T13:40:17.155" v="5051" actId="20577"/>
          <ac:spMkLst>
            <pc:docMk/>
            <pc:sldMk cId="1737797681" sldId="531"/>
            <ac:spMk id="58" creationId="{D5876AEE-38DD-4066-B089-7E99545D5B0B}"/>
          </ac:spMkLst>
        </pc:spChg>
        <pc:spChg chg="mod">
          <ac:chgData name="Manuj Agrawal" userId="8275e378daeca5b2" providerId="LiveId" clId="{2F60D5BF-92F3-42BD-887B-00C76973D974}" dt="2021-12-16T09:43:21.863" v="2061"/>
          <ac:spMkLst>
            <pc:docMk/>
            <pc:sldMk cId="1737797681" sldId="531"/>
            <ac:spMk id="60" creationId="{3E3D1F41-CB20-4271-8B1A-847D86107CE9}"/>
          </ac:spMkLst>
        </pc:spChg>
        <pc:spChg chg="mod">
          <ac:chgData name="Manuj Agrawal" userId="8275e378daeca5b2" providerId="LiveId" clId="{2F60D5BF-92F3-42BD-887B-00C76973D974}" dt="2021-12-16T13:40:41.371" v="5055" actId="1076"/>
          <ac:spMkLst>
            <pc:docMk/>
            <pc:sldMk cId="1737797681" sldId="531"/>
            <ac:spMk id="61" creationId="{97D0A000-CBD8-482F-8F7D-9497C63A84A8}"/>
          </ac:spMkLst>
        </pc:spChg>
        <pc:spChg chg="mod">
          <ac:chgData name="Manuj Agrawal" userId="8275e378daeca5b2" providerId="LiveId" clId="{2F60D5BF-92F3-42BD-887B-00C76973D974}" dt="2021-12-16T09:46:09.945" v="2177"/>
          <ac:spMkLst>
            <pc:docMk/>
            <pc:sldMk cId="1737797681" sldId="531"/>
            <ac:spMk id="77" creationId="{4BBBA286-414A-423A-9A8A-D159F1D725A4}"/>
          </ac:spMkLst>
        </pc:spChg>
        <pc:spChg chg="mod">
          <ac:chgData name="Manuj Agrawal" userId="8275e378daeca5b2" providerId="LiveId" clId="{2F60D5BF-92F3-42BD-887B-00C76973D974}" dt="2021-12-16T11:31:02.505" v="4163" actId="207"/>
          <ac:spMkLst>
            <pc:docMk/>
            <pc:sldMk cId="1737797681" sldId="531"/>
            <ac:spMk id="78" creationId="{48DFBDD1-8C1B-42D1-BD29-E94D24D23A34}"/>
          </ac:spMkLst>
        </pc:spChg>
        <pc:spChg chg="mod">
          <ac:chgData name="Manuj Agrawal" userId="8275e378daeca5b2" providerId="LiveId" clId="{2F60D5BF-92F3-42BD-887B-00C76973D974}" dt="2021-12-16T09:48:38.623" v="2274"/>
          <ac:spMkLst>
            <pc:docMk/>
            <pc:sldMk cId="1737797681" sldId="531"/>
            <ac:spMk id="83" creationId="{8397E2C6-E435-448C-902B-0BE4B8B8ADE1}"/>
          </ac:spMkLst>
        </pc:spChg>
        <pc:spChg chg="mod">
          <ac:chgData name="Manuj Agrawal" userId="8275e378daeca5b2" providerId="LiveId" clId="{2F60D5BF-92F3-42BD-887B-00C76973D974}" dt="2021-12-16T11:31:22.836" v="4167" actId="1076"/>
          <ac:spMkLst>
            <pc:docMk/>
            <pc:sldMk cId="1737797681" sldId="531"/>
            <ac:spMk id="84" creationId="{5DD1C53D-B484-4656-82AE-7DC57331C4E4}"/>
          </ac:spMkLst>
        </pc:spChg>
        <pc:spChg chg="add mod">
          <ac:chgData name="Manuj Agrawal" userId="8275e378daeca5b2" providerId="LiveId" clId="{2F60D5BF-92F3-42BD-887B-00C76973D974}" dt="2021-12-16T11:31:01.498" v="4161" actId="207"/>
          <ac:spMkLst>
            <pc:docMk/>
            <pc:sldMk cId="1737797681" sldId="531"/>
            <ac:spMk id="85" creationId="{35E5A22A-447A-4BB7-84E6-6149A5C17C9B}"/>
          </ac:spMkLst>
        </pc:spChg>
        <pc:spChg chg="add mod">
          <ac:chgData name="Manuj Agrawal" userId="8275e378daeca5b2" providerId="LiveId" clId="{2F60D5BF-92F3-42BD-887B-00C76973D974}" dt="2021-12-16T14:10:43.041" v="5086" actId="1076"/>
          <ac:spMkLst>
            <pc:docMk/>
            <pc:sldMk cId="1737797681" sldId="531"/>
            <ac:spMk id="86" creationId="{8855777B-65FB-439C-881D-76AA48C1E934}"/>
          </ac:spMkLst>
        </pc:spChg>
        <pc:spChg chg="add mod">
          <ac:chgData name="Manuj Agrawal" userId="8275e378daeca5b2" providerId="LiveId" clId="{2F60D5BF-92F3-42BD-887B-00C76973D974}" dt="2021-12-16T14:10:36.128" v="5085" actId="1076"/>
          <ac:spMkLst>
            <pc:docMk/>
            <pc:sldMk cId="1737797681" sldId="531"/>
            <ac:spMk id="87" creationId="{5FCD3DEF-21D6-4EF9-B4D9-71828CA61DCB}"/>
          </ac:spMkLst>
        </pc:spChg>
        <pc:grpChg chg="add mod">
          <ac:chgData name="Manuj Agrawal" userId="8275e378daeca5b2" providerId="LiveId" clId="{2F60D5BF-92F3-42BD-887B-00C76973D974}" dt="2021-12-16T11:17:08.831" v="3933" actId="1076"/>
          <ac:grpSpMkLst>
            <pc:docMk/>
            <pc:sldMk cId="1737797681" sldId="531"/>
            <ac:grpSpMk id="19" creationId="{B9B2B211-910C-460F-B5A6-6982ECBB25EB}"/>
          </ac:grpSpMkLst>
        </pc:grpChg>
        <pc:grpChg chg="add mod">
          <ac:chgData name="Manuj Agrawal" userId="8275e378daeca5b2" providerId="LiveId" clId="{2F60D5BF-92F3-42BD-887B-00C76973D974}" dt="2021-12-16T11:17:08.831" v="3933" actId="1076"/>
          <ac:grpSpMkLst>
            <pc:docMk/>
            <pc:sldMk cId="1737797681" sldId="531"/>
            <ac:grpSpMk id="47" creationId="{9C35E17D-7AFC-4E53-AFF1-2E9256447FB9}"/>
          </ac:grpSpMkLst>
        </pc:grpChg>
        <pc:grpChg chg="add mod">
          <ac:chgData name="Manuj Agrawal" userId="8275e378daeca5b2" providerId="LiveId" clId="{2F60D5BF-92F3-42BD-887B-00C76973D974}" dt="2021-12-16T12:56:22.086" v="4848" actId="1076"/>
          <ac:grpSpMkLst>
            <pc:docMk/>
            <pc:sldMk cId="1737797681" sldId="531"/>
            <ac:grpSpMk id="50" creationId="{58904515-C5F4-4E38-97EF-A860E3244757}"/>
          </ac:grpSpMkLst>
        </pc:grpChg>
        <pc:grpChg chg="add mod">
          <ac:chgData name="Manuj Agrawal" userId="8275e378daeca5b2" providerId="LiveId" clId="{2F60D5BF-92F3-42BD-887B-00C76973D974}" dt="2021-12-16T11:17:08.831" v="3933" actId="1076"/>
          <ac:grpSpMkLst>
            <pc:docMk/>
            <pc:sldMk cId="1737797681" sldId="531"/>
            <ac:grpSpMk id="51" creationId="{FBCBF621-EC5B-410B-B2F2-0AB702B42827}"/>
          </ac:grpSpMkLst>
        </pc:grpChg>
        <pc:grpChg chg="add mod">
          <ac:chgData name="Manuj Agrawal" userId="8275e378daeca5b2" providerId="LiveId" clId="{2F60D5BF-92F3-42BD-887B-00C76973D974}" dt="2021-12-16T11:17:08.831" v="3933" actId="1076"/>
          <ac:grpSpMkLst>
            <pc:docMk/>
            <pc:sldMk cId="1737797681" sldId="531"/>
            <ac:grpSpMk id="53" creationId="{AE499787-5A88-483A-90D7-49DE5F316FEA}"/>
          </ac:grpSpMkLst>
        </pc:grpChg>
        <pc:grpChg chg="add mod">
          <ac:chgData name="Manuj Agrawal" userId="8275e378daeca5b2" providerId="LiveId" clId="{2F60D5BF-92F3-42BD-887B-00C76973D974}" dt="2021-12-16T11:17:08.831" v="3933" actId="1076"/>
          <ac:grpSpMkLst>
            <pc:docMk/>
            <pc:sldMk cId="1737797681" sldId="531"/>
            <ac:grpSpMk id="56" creationId="{7540147C-7C30-456C-AB2F-7EEACC076639}"/>
          </ac:grpSpMkLst>
        </pc:grpChg>
        <pc:grpChg chg="add mod">
          <ac:chgData name="Manuj Agrawal" userId="8275e378daeca5b2" providerId="LiveId" clId="{2F60D5BF-92F3-42BD-887B-00C76973D974}" dt="2021-12-16T11:17:08.831" v="3933" actId="1076"/>
          <ac:grpSpMkLst>
            <pc:docMk/>
            <pc:sldMk cId="1737797681" sldId="531"/>
            <ac:grpSpMk id="59" creationId="{7C5BE847-D081-46D4-B659-E1A8D2105019}"/>
          </ac:grpSpMkLst>
        </pc:grpChg>
        <pc:grpChg chg="add mod">
          <ac:chgData name="Manuj Agrawal" userId="8275e378daeca5b2" providerId="LiveId" clId="{2F60D5BF-92F3-42BD-887B-00C76973D974}" dt="2021-12-16T11:17:08.831" v="3933" actId="1076"/>
          <ac:grpSpMkLst>
            <pc:docMk/>
            <pc:sldMk cId="1737797681" sldId="531"/>
            <ac:grpSpMk id="76" creationId="{A0CFF57B-13D7-491E-8446-DDEA0D925386}"/>
          </ac:grpSpMkLst>
        </pc:grpChg>
        <pc:grpChg chg="add mod">
          <ac:chgData name="Manuj Agrawal" userId="8275e378daeca5b2" providerId="LiveId" clId="{2F60D5BF-92F3-42BD-887B-00C76973D974}" dt="2021-12-16T11:17:08.831" v="3933" actId="1076"/>
          <ac:grpSpMkLst>
            <pc:docMk/>
            <pc:sldMk cId="1737797681" sldId="531"/>
            <ac:grpSpMk id="82" creationId="{8166453F-1B54-41A3-8314-EACF465B9CBD}"/>
          </ac:grpSpMkLst>
        </pc:grp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3" creationId="{856896EA-45EE-42E3-B458-D16DE8819EEA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4" creationId="{51949C5B-16CF-43DA-8492-3D0E711F40C7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5" creationId="{C022A346-99E3-44CB-84E0-77C45562E83B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6" creationId="{651B39D3-3EEC-4259-A305-D28AFC10A94F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7" creationId="{0E6147DC-64E1-4129-9D9B-96C40D5E8EF0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9" creationId="{21022D17-0E85-4E38-899A-4F98B3183853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12" creationId="{A4253AAC-235A-4863-956D-3C923407ADF6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14" creationId="{19060B3B-F349-47E3-9406-7415E8F11272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18" creationId="{79545B10-F37C-467E-B5CA-362E403A4F0D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21" creationId="{2DE93E62-FB1F-442E-8C0D-E0DEC6BADB83}"/>
          </ac:picMkLst>
        </pc:picChg>
        <pc:picChg chg="add mod">
          <ac:chgData name="Manuj Agrawal" userId="8275e378daeca5b2" providerId="LiveId" clId="{2F60D5BF-92F3-42BD-887B-00C76973D974}" dt="2021-12-16T14:10:43.041" v="5086" actId="1076"/>
          <ac:picMkLst>
            <pc:docMk/>
            <pc:sldMk cId="1737797681" sldId="531"/>
            <ac:picMk id="62" creationId="{E1DFED4A-6C3D-4410-B5CE-417A49A29228}"/>
          </ac:picMkLst>
        </pc:picChg>
        <pc:picChg chg="add mod">
          <ac:chgData name="Manuj Agrawal" userId="8275e378daeca5b2" providerId="LiveId" clId="{2F60D5BF-92F3-42BD-887B-00C76973D974}" dt="2021-12-16T14:10:43.041" v="5086" actId="1076"/>
          <ac:picMkLst>
            <pc:docMk/>
            <pc:sldMk cId="1737797681" sldId="531"/>
            <ac:picMk id="63" creationId="{EF0B5A3E-74C5-4C99-BEA4-498B0B98C7D6}"/>
          </ac:picMkLst>
        </pc:picChg>
        <pc:picChg chg="add mod">
          <ac:chgData name="Manuj Agrawal" userId="8275e378daeca5b2" providerId="LiveId" clId="{2F60D5BF-92F3-42BD-887B-00C76973D974}" dt="2021-12-16T14:10:43.041" v="5086" actId="1076"/>
          <ac:picMkLst>
            <pc:docMk/>
            <pc:sldMk cId="1737797681" sldId="531"/>
            <ac:picMk id="64" creationId="{3B1E058B-5DA2-4BF4-9628-E4BA8FAF949D}"/>
          </ac:picMkLst>
        </pc:picChg>
        <pc:picChg chg="add mod">
          <ac:chgData name="Manuj Agrawal" userId="8275e378daeca5b2" providerId="LiveId" clId="{2F60D5BF-92F3-42BD-887B-00C76973D974}" dt="2021-12-16T14:10:43.041" v="5086" actId="1076"/>
          <ac:picMkLst>
            <pc:docMk/>
            <pc:sldMk cId="1737797681" sldId="531"/>
            <ac:picMk id="65" creationId="{21D37368-4683-4A2D-8716-19EFDB8FEFF8}"/>
          </ac:picMkLst>
        </pc:picChg>
        <pc:picChg chg="add mod">
          <ac:chgData name="Manuj Agrawal" userId="8275e378daeca5b2" providerId="LiveId" clId="{2F60D5BF-92F3-42BD-887B-00C76973D974}" dt="2021-12-16T14:10:43.041" v="5086" actId="1076"/>
          <ac:picMkLst>
            <pc:docMk/>
            <pc:sldMk cId="1737797681" sldId="531"/>
            <ac:picMk id="66" creationId="{CA3207FA-232C-4050-B42F-6CA53FD67FB3}"/>
          </ac:picMkLst>
        </pc:picChg>
        <pc:picChg chg="add mod">
          <ac:chgData name="Manuj Agrawal" userId="8275e378daeca5b2" providerId="LiveId" clId="{2F60D5BF-92F3-42BD-887B-00C76973D974}" dt="2021-12-16T14:10:43.041" v="5086" actId="1076"/>
          <ac:picMkLst>
            <pc:docMk/>
            <pc:sldMk cId="1737797681" sldId="531"/>
            <ac:picMk id="67" creationId="{A73A2D8A-487A-426C-94D6-77307BBFB09D}"/>
          </ac:picMkLst>
        </pc:picChg>
        <pc:picChg chg="add mod modCrop">
          <ac:chgData name="Manuj Agrawal" userId="8275e378daeca5b2" providerId="LiveId" clId="{2F60D5BF-92F3-42BD-887B-00C76973D974}" dt="2021-12-16T14:10:43.041" v="5086" actId="1076"/>
          <ac:picMkLst>
            <pc:docMk/>
            <pc:sldMk cId="1737797681" sldId="531"/>
            <ac:picMk id="68" creationId="{DF085C58-E4F7-4023-8795-92AFD88D1813}"/>
          </ac:picMkLst>
        </pc:picChg>
        <pc:picChg chg="add del mod">
          <ac:chgData name="Manuj Agrawal" userId="8275e378daeca5b2" providerId="LiveId" clId="{2F60D5BF-92F3-42BD-887B-00C76973D974}" dt="2021-12-16T09:46:04.648" v="2176"/>
          <ac:picMkLst>
            <pc:docMk/>
            <pc:sldMk cId="1737797681" sldId="531"/>
            <ac:picMk id="69" creationId="{F4B95798-A600-4D4E-AE63-220D8CCD0B84}"/>
          </ac:picMkLst>
        </pc:picChg>
        <pc:picChg chg="add del mod">
          <ac:chgData name="Manuj Agrawal" userId="8275e378daeca5b2" providerId="LiveId" clId="{2F60D5BF-92F3-42BD-887B-00C76973D974}" dt="2021-12-16T09:46:04.648" v="2176"/>
          <ac:picMkLst>
            <pc:docMk/>
            <pc:sldMk cId="1737797681" sldId="531"/>
            <ac:picMk id="70" creationId="{05FA678E-E2F2-445E-8867-148E3AA105E2}"/>
          </ac:picMkLst>
        </pc:picChg>
        <pc:picChg chg="add del mod">
          <ac:chgData name="Manuj Agrawal" userId="8275e378daeca5b2" providerId="LiveId" clId="{2F60D5BF-92F3-42BD-887B-00C76973D974}" dt="2021-12-16T09:46:04.648" v="2176"/>
          <ac:picMkLst>
            <pc:docMk/>
            <pc:sldMk cId="1737797681" sldId="531"/>
            <ac:picMk id="71" creationId="{46C59264-8A58-4BE4-9112-BF6C78660FE9}"/>
          </ac:picMkLst>
        </pc:picChg>
        <pc:picChg chg="add del mod">
          <ac:chgData name="Manuj Agrawal" userId="8275e378daeca5b2" providerId="LiveId" clId="{2F60D5BF-92F3-42BD-887B-00C76973D974}" dt="2021-12-16T09:46:04.648" v="2176"/>
          <ac:picMkLst>
            <pc:docMk/>
            <pc:sldMk cId="1737797681" sldId="531"/>
            <ac:picMk id="72" creationId="{FE333A7C-05B9-474B-BB68-E0707E9E3D11}"/>
          </ac:picMkLst>
        </pc:picChg>
        <pc:picChg chg="add del mod">
          <ac:chgData name="Manuj Agrawal" userId="8275e378daeca5b2" providerId="LiveId" clId="{2F60D5BF-92F3-42BD-887B-00C76973D974}" dt="2021-12-16T09:46:04.648" v="2176"/>
          <ac:picMkLst>
            <pc:docMk/>
            <pc:sldMk cId="1737797681" sldId="531"/>
            <ac:picMk id="73" creationId="{B397D2EA-BA20-42B8-9614-8E151D585688}"/>
          </ac:picMkLst>
        </pc:picChg>
        <pc:picChg chg="add del mod">
          <ac:chgData name="Manuj Agrawal" userId="8275e378daeca5b2" providerId="LiveId" clId="{2F60D5BF-92F3-42BD-887B-00C76973D974}" dt="2021-12-16T09:46:04.648" v="2176"/>
          <ac:picMkLst>
            <pc:docMk/>
            <pc:sldMk cId="1737797681" sldId="531"/>
            <ac:picMk id="74" creationId="{27BCAB50-D8EC-4452-8128-C584C376C84E}"/>
          </ac:picMkLst>
        </pc:picChg>
        <pc:picChg chg="add del mod">
          <ac:chgData name="Manuj Agrawal" userId="8275e378daeca5b2" providerId="LiveId" clId="{2F60D5BF-92F3-42BD-887B-00C76973D974}" dt="2021-12-16T09:46:04.648" v="2176"/>
          <ac:picMkLst>
            <pc:docMk/>
            <pc:sldMk cId="1737797681" sldId="531"/>
            <ac:picMk id="75" creationId="{D5002EA7-6AC1-40E3-B1D5-3D51B8E932E9}"/>
          </ac:picMkLst>
        </pc:picChg>
        <pc:picChg chg="add mod">
          <ac:chgData name="Manuj Agrawal" userId="8275e378daeca5b2" providerId="LiveId" clId="{2F60D5BF-92F3-42BD-887B-00C76973D974}" dt="2021-12-16T14:10:36.128" v="5085" actId="1076"/>
          <ac:picMkLst>
            <pc:docMk/>
            <pc:sldMk cId="1737797681" sldId="531"/>
            <ac:picMk id="79" creationId="{7A4C4D0C-5742-4635-8758-D350FB6947EF}"/>
          </ac:picMkLst>
        </pc:picChg>
        <pc:picChg chg="add mod">
          <ac:chgData name="Manuj Agrawal" userId="8275e378daeca5b2" providerId="LiveId" clId="{2F60D5BF-92F3-42BD-887B-00C76973D974}" dt="2021-12-16T14:10:36.128" v="5085" actId="1076"/>
          <ac:picMkLst>
            <pc:docMk/>
            <pc:sldMk cId="1737797681" sldId="531"/>
            <ac:picMk id="80" creationId="{878CEC2D-CDEE-4DA1-BDF7-D908836DBFFC}"/>
          </ac:picMkLst>
        </pc:picChg>
        <pc:picChg chg="add mod">
          <ac:chgData name="Manuj Agrawal" userId="8275e378daeca5b2" providerId="LiveId" clId="{2F60D5BF-92F3-42BD-887B-00C76973D974}" dt="2021-12-16T14:10:36.128" v="5085" actId="1076"/>
          <ac:picMkLst>
            <pc:docMk/>
            <pc:sldMk cId="1737797681" sldId="531"/>
            <ac:picMk id="81" creationId="{1F1028D5-3355-4247-B8CE-7B15F1D478B2}"/>
          </ac:picMkLst>
        </pc:picChg>
      </pc:sldChg>
      <pc:sldChg chg="addSp delSp modSp add mod ord">
        <pc:chgData name="Manuj Agrawal" userId="8275e378daeca5b2" providerId="LiveId" clId="{2F60D5BF-92F3-42BD-887B-00C76973D974}" dt="2021-12-16T13:32:09.044" v="4990" actId="20577"/>
        <pc:sldMkLst>
          <pc:docMk/>
          <pc:sldMk cId="2701607129" sldId="532"/>
        </pc:sldMkLst>
        <pc:spChg chg="del mod">
          <ac:chgData name="Manuj Agrawal" userId="8275e378daeca5b2" providerId="LiveId" clId="{2F60D5BF-92F3-42BD-887B-00C76973D974}" dt="2021-12-16T10:45:44.745" v="3548" actId="478"/>
          <ac:spMkLst>
            <pc:docMk/>
            <pc:sldMk cId="2701607129" sldId="532"/>
            <ac:spMk id="4" creationId="{8CED9801-3ACF-4BB7-B2FF-5A75A35383CC}"/>
          </ac:spMkLst>
        </pc:spChg>
        <pc:spChg chg="add del mod">
          <ac:chgData name="Manuj Agrawal" userId="8275e378daeca5b2" providerId="LiveId" clId="{2F60D5BF-92F3-42BD-887B-00C76973D974}" dt="2021-12-16T10:37:08.539" v="3467" actId="478"/>
          <ac:spMkLst>
            <pc:docMk/>
            <pc:sldMk cId="2701607129" sldId="532"/>
            <ac:spMk id="40" creationId="{C27FDD08-005C-41F9-8D5D-3BF0FCF4FEA9}"/>
          </ac:spMkLst>
        </pc:spChg>
        <pc:spChg chg="add mod">
          <ac:chgData name="Manuj Agrawal" userId="8275e378daeca5b2" providerId="LiveId" clId="{2F60D5BF-92F3-42BD-887B-00C76973D974}" dt="2021-12-16T13:27:05.116" v="4910" actId="1076"/>
          <ac:spMkLst>
            <pc:docMk/>
            <pc:sldMk cId="2701607129" sldId="532"/>
            <ac:spMk id="41" creationId="{DBA8DA89-A2DC-4811-BE66-3F572C77600A}"/>
          </ac:spMkLst>
        </pc:spChg>
        <pc:spChg chg="add mod">
          <ac:chgData name="Manuj Agrawal" userId="8275e378daeca5b2" providerId="LiveId" clId="{2F60D5BF-92F3-42BD-887B-00C76973D974}" dt="2021-12-16T13:26:23.451" v="4907" actId="1076"/>
          <ac:spMkLst>
            <pc:docMk/>
            <pc:sldMk cId="2701607129" sldId="532"/>
            <ac:spMk id="42" creationId="{EAC7E137-F1E1-46D8-8573-4FD0D4F2B8B6}"/>
          </ac:spMkLst>
        </pc:spChg>
        <pc:spChg chg="add mod">
          <ac:chgData name="Manuj Agrawal" userId="8275e378daeca5b2" providerId="LiveId" clId="{2F60D5BF-92F3-42BD-887B-00C76973D974}" dt="2021-12-16T13:32:09.044" v="4990" actId="20577"/>
          <ac:spMkLst>
            <pc:docMk/>
            <pc:sldMk cId="2701607129" sldId="532"/>
            <ac:spMk id="43" creationId="{85EF82CE-87B7-4E23-B6A8-B72CEA821AF5}"/>
          </ac:spMkLst>
        </pc:spChg>
        <pc:spChg chg="add del mod">
          <ac:chgData name="Manuj Agrawal" userId="8275e378daeca5b2" providerId="LiveId" clId="{2F60D5BF-92F3-42BD-887B-00C76973D974}" dt="2021-12-16T10:36:35.726" v="3463"/>
          <ac:spMkLst>
            <pc:docMk/>
            <pc:sldMk cId="2701607129" sldId="532"/>
            <ac:spMk id="48" creationId="{329B7B0D-643B-4ECA-B8D4-E741279EF6D9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60" creationId="{33A08060-AB9E-4391-A073-8D2A8DBD1079}"/>
          </ac:spMkLst>
        </pc:spChg>
        <pc:spChg chg="del">
          <ac:chgData name="Manuj Agrawal" userId="8275e378daeca5b2" providerId="LiveId" clId="{2F60D5BF-92F3-42BD-887B-00C76973D974}" dt="2021-12-16T10:16:38.279" v="2867" actId="478"/>
          <ac:spMkLst>
            <pc:docMk/>
            <pc:sldMk cId="2701607129" sldId="532"/>
            <ac:spMk id="61" creationId="{1004B370-5E8D-4B3E-8DFF-C2A3D97F0425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76" creationId="{12D62D5B-3AA6-40F9-86CF-FFAFF3404608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78" creationId="{034B9367-BAC7-4B57-B58A-4DB4B0827AB2}"/>
          </ac:spMkLst>
        </pc:spChg>
        <pc:spChg chg="del">
          <ac:chgData name="Manuj Agrawal" userId="8275e378daeca5b2" providerId="LiveId" clId="{2F60D5BF-92F3-42BD-887B-00C76973D974}" dt="2021-12-16T10:17:41.710" v="2916" actId="478"/>
          <ac:spMkLst>
            <pc:docMk/>
            <pc:sldMk cId="2701607129" sldId="532"/>
            <ac:spMk id="93" creationId="{94667A91-887E-467E-8875-79E08AFCCE2F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94" creationId="{13DAFD97-1C23-4353-A2AE-B6EB3CC61A2B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95" creationId="{105880D8-7C93-4D48-BF88-DD4D0F672FB0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96" creationId="{9A9E9846-0067-49C6-AD28-B15C7B1041A5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97" creationId="{294163C9-05E8-40FC-BEC4-5C2276263665}"/>
          </ac:spMkLst>
        </pc:spChg>
        <pc:spChg chg="del">
          <ac:chgData name="Manuj Agrawal" userId="8275e378daeca5b2" providerId="LiveId" clId="{2F60D5BF-92F3-42BD-887B-00C76973D974}" dt="2021-12-16T10:16:37.894" v="2866" actId="478"/>
          <ac:spMkLst>
            <pc:docMk/>
            <pc:sldMk cId="2701607129" sldId="532"/>
            <ac:spMk id="98" creationId="{471610C0-830C-4E6D-A1D3-B9732217C174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99" creationId="{940FC89E-3082-4F22-AAC3-B9564FEB0973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100" creationId="{8D1C9AB4-7FBA-4C1E-AF6F-9EAF3BD6557B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101" creationId="{EF67A1D3-60EE-45E1-A234-AFFB465AF389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102" creationId="{D02FEE64-9E09-4DE8-8456-7CD21B803AE9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103" creationId="{6CB3AC1A-2980-41B5-9667-1BA05FD8013C}"/>
          </ac:spMkLst>
        </pc:spChg>
        <pc:spChg chg="del mod topLvl">
          <ac:chgData name="Manuj Agrawal" userId="8275e378daeca5b2" providerId="LiveId" clId="{2F60D5BF-92F3-42BD-887B-00C76973D974}" dt="2021-12-16T11:02:36.416" v="3673" actId="478"/>
          <ac:spMkLst>
            <pc:docMk/>
            <pc:sldMk cId="2701607129" sldId="532"/>
            <ac:spMk id="106" creationId="{4CFA2CFA-975D-4E3A-AE8B-440EDF02F3E8}"/>
          </ac:spMkLst>
        </pc:spChg>
        <pc:spChg chg="del mod topLvl">
          <ac:chgData name="Manuj Agrawal" userId="8275e378daeca5b2" providerId="LiveId" clId="{2F60D5BF-92F3-42BD-887B-00C76973D974}" dt="2021-12-16T11:02:40.976" v="3674" actId="478"/>
          <ac:spMkLst>
            <pc:docMk/>
            <pc:sldMk cId="2701607129" sldId="532"/>
            <ac:spMk id="107" creationId="{204AA33C-C86E-4E3E-A0A0-CFF28F0C8F2E}"/>
          </ac:spMkLst>
        </pc:spChg>
        <pc:spChg chg="del mod topLvl">
          <ac:chgData name="Manuj Agrawal" userId="8275e378daeca5b2" providerId="LiveId" clId="{2F60D5BF-92F3-42BD-887B-00C76973D974}" dt="2021-12-16T11:02:43.471" v="3675" actId="478"/>
          <ac:spMkLst>
            <pc:docMk/>
            <pc:sldMk cId="2701607129" sldId="532"/>
            <ac:spMk id="108" creationId="{EE717161-EA56-4071-8505-268561DB46D1}"/>
          </ac:spMkLst>
        </pc:spChg>
        <pc:spChg chg="del mod topLvl">
          <ac:chgData name="Manuj Agrawal" userId="8275e378daeca5b2" providerId="LiveId" clId="{2F60D5BF-92F3-42BD-887B-00C76973D974}" dt="2021-12-16T10:53:09.359" v="3578" actId="478"/>
          <ac:spMkLst>
            <pc:docMk/>
            <pc:sldMk cId="2701607129" sldId="532"/>
            <ac:spMk id="111" creationId="{C551184C-A015-48F8-A306-1FED46EAAF51}"/>
          </ac:spMkLst>
        </pc:spChg>
        <pc:spChg chg="del mod">
          <ac:chgData name="Manuj Agrawal" userId="8275e378daeca5b2" providerId="LiveId" clId="{2F60D5BF-92F3-42BD-887B-00C76973D974}" dt="2021-12-16T10:53:07.624" v="3577" actId="478"/>
          <ac:spMkLst>
            <pc:docMk/>
            <pc:sldMk cId="2701607129" sldId="532"/>
            <ac:spMk id="113" creationId="{7B6CA6EB-2CC6-4B41-BA15-6477AAD5AEF3}"/>
          </ac:spMkLst>
        </pc:spChg>
        <pc:spChg chg="del mod">
          <ac:chgData name="Manuj Agrawal" userId="8275e378daeca5b2" providerId="LiveId" clId="{2F60D5BF-92F3-42BD-887B-00C76973D974}" dt="2021-12-16T10:53:06.095" v="3576" actId="478"/>
          <ac:spMkLst>
            <pc:docMk/>
            <pc:sldMk cId="2701607129" sldId="532"/>
            <ac:spMk id="114" creationId="{06873DD2-F9A3-42C5-8E77-999F1ACD2294}"/>
          </ac:spMkLst>
        </pc:spChg>
        <pc:spChg chg="del mod topLvl">
          <ac:chgData name="Manuj Agrawal" userId="8275e378daeca5b2" providerId="LiveId" clId="{2F60D5BF-92F3-42BD-887B-00C76973D974}" dt="2021-12-16T10:46:22.915" v="3553" actId="478"/>
          <ac:spMkLst>
            <pc:docMk/>
            <pc:sldMk cId="2701607129" sldId="532"/>
            <ac:spMk id="121" creationId="{03821A77-5E3E-4907-B45C-FC7E2EAE81AF}"/>
          </ac:spMkLst>
        </pc:spChg>
        <pc:spChg chg="del mod">
          <ac:chgData name="Manuj Agrawal" userId="8275e378daeca5b2" providerId="LiveId" clId="{2F60D5BF-92F3-42BD-887B-00C76973D974}" dt="2021-12-16T10:46:21.097" v="3552" actId="478"/>
          <ac:spMkLst>
            <pc:docMk/>
            <pc:sldMk cId="2701607129" sldId="532"/>
            <ac:spMk id="125" creationId="{C76992D7-3C32-4C4E-9EE1-FE9AC2C4A135}"/>
          </ac:spMkLst>
        </pc:spChg>
        <pc:spChg chg="mod">
          <ac:chgData name="Manuj Agrawal" userId="8275e378daeca5b2" providerId="LiveId" clId="{2F60D5BF-92F3-42BD-887B-00C76973D974}" dt="2021-12-16T10:46:15.659" v="3550"/>
          <ac:spMkLst>
            <pc:docMk/>
            <pc:sldMk cId="2701607129" sldId="532"/>
            <ac:spMk id="126" creationId="{F66E529B-B948-4BA7-B743-09D0DD08817A}"/>
          </ac:spMkLst>
        </pc:spChg>
        <pc:spChg chg="del mod">
          <ac:chgData name="Manuj Agrawal" userId="8275e378daeca5b2" providerId="LiveId" clId="{2F60D5BF-92F3-42BD-887B-00C76973D974}" dt="2021-12-16T10:46:26.032" v="3554" actId="478"/>
          <ac:spMkLst>
            <pc:docMk/>
            <pc:sldMk cId="2701607129" sldId="532"/>
            <ac:spMk id="127" creationId="{DA8E4B5E-D0CF-4C3D-9D4F-AF5A6B9E68EA}"/>
          </ac:spMkLst>
        </pc:spChg>
        <pc:spChg chg="del mod">
          <ac:chgData name="Manuj Agrawal" userId="8275e378daeca5b2" providerId="LiveId" clId="{2F60D5BF-92F3-42BD-887B-00C76973D974}" dt="2021-12-16T10:46:28.603" v="3555" actId="478"/>
          <ac:spMkLst>
            <pc:docMk/>
            <pc:sldMk cId="2701607129" sldId="532"/>
            <ac:spMk id="128" creationId="{EA58E82F-91D3-4F33-BAB8-C846DD86D2C4}"/>
          </ac:spMkLst>
        </pc:spChg>
        <pc:spChg chg="del mod">
          <ac:chgData name="Manuj Agrawal" userId="8275e378daeca5b2" providerId="LiveId" clId="{2F60D5BF-92F3-42BD-887B-00C76973D974}" dt="2021-12-16T10:46:30.434" v="3556" actId="478"/>
          <ac:spMkLst>
            <pc:docMk/>
            <pc:sldMk cId="2701607129" sldId="532"/>
            <ac:spMk id="129" creationId="{267F69C7-3FC6-49B6-AF45-DB66E483553C}"/>
          </ac:spMkLst>
        </pc:spChg>
        <pc:spChg chg="mod">
          <ac:chgData name="Manuj Agrawal" userId="8275e378daeca5b2" providerId="LiveId" clId="{2F60D5BF-92F3-42BD-887B-00C76973D974}" dt="2021-12-16T10:46:15.659" v="3550"/>
          <ac:spMkLst>
            <pc:docMk/>
            <pc:sldMk cId="2701607129" sldId="532"/>
            <ac:spMk id="130" creationId="{3F30D2A8-49F8-4A1A-A54F-88B8CA156FC6}"/>
          </ac:spMkLst>
        </pc:spChg>
        <pc:spChg chg="mod">
          <ac:chgData name="Manuj Agrawal" userId="8275e378daeca5b2" providerId="LiveId" clId="{2F60D5BF-92F3-42BD-887B-00C76973D974}" dt="2021-12-16T10:46:15.659" v="3550"/>
          <ac:spMkLst>
            <pc:docMk/>
            <pc:sldMk cId="2701607129" sldId="532"/>
            <ac:spMk id="131" creationId="{56D8F41B-AF59-4631-A8BC-72EBBAFAC41B}"/>
          </ac:spMkLst>
        </pc:spChg>
        <pc:spChg chg="mod">
          <ac:chgData name="Manuj Agrawal" userId="8275e378daeca5b2" providerId="LiveId" clId="{2F60D5BF-92F3-42BD-887B-00C76973D974}" dt="2021-12-16T10:46:15.659" v="3550"/>
          <ac:spMkLst>
            <pc:docMk/>
            <pc:sldMk cId="2701607129" sldId="532"/>
            <ac:spMk id="132" creationId="{A2A230C3-835C-40B2-852A-08A624DEF1DA}"/>
          </ac:spMkLst>
        </pc:spChg>
        <pc:spChg chg="mod">
          <ac:chgData name="Manuj Agrawal" userId="8275e378daeca5b2" providerId="LiveId" clId="{2F60D5BF-92F3-42BD-887B-00C76973D974}" dt="2021-12-16T10:46:15.659" v="3550"/>
          <ac:spMkLst>
            <pc:docMk/>
            <pc:sldMk cId="2701607129" sldId="532"/>
            <ac:spMk id="133" creationId="{24C75CB5-8BB1-4F1E-932F-B9963F80D641}"/>
          </ac:spMkLst>
        </pc:spChg>
        <pc:spChg chg="mod">
          <ac:chgData name="Manuj Agrawal" userId="8275e378daeca5b2" providerId="LiveId" clId="{2F60D5BF-92F3-42BD-887B-00C76973D974}" dt="2021-12-16T10:46:15.659" v="3550"/>
          <ac:spMkLst>
            <pc:docMk/>
            <pc:sldMk cId="2701607129" sldId="532"/>
            <ac:spMk id="134" creationId="{823A2227-0E8C-459F-A369-9472C4B01D8A}"/>
          </ac:spMkLst>
        </pc:spChg>
        <pc:spChg chg="mod">
          <ac:chgData name="Manuj Agrawal" userId="8275e378daeca5b2" providerId="LiveId" clId="{2F60D5BF-92F3-42BD-887B-00C76973D974}" dt="2021-12-16T10:46:15.659" v="3550"/>
          <ac:spMkLst>
            <pc:docMk/>
            <pc:sldMk cId="2701607129" sldId="532"/>
            <ac:spMk id="135" creationId="{40ECA2E4-3C45-45E5-8E7C-36739D3F2F93}"/>
          </ac:spMkLst>
        </pc:spChg>
        <pc:spChg chg="add 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137" creationId="{F1DEFC81-154B-4863-BF88-F9BA18B1E36F}"/>
          </ac:spMkLst>
        </pc:spChg>
        <pc:spChg chg="add 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138" creationId="{4ACE7E4E-BA17-4B51-AC2A-9A9C69BCFE40}"/>
          </ac:spMkLst>
        </pc:spChg>
        <pc:spChg chg="add 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139" creationId="{540EECAE-831B-4CB6-8459-98E4AB841422}"/>
          </ac:spMkLst>
        </pc:spChg>
        <pc:spChg chg="add mod">
          <ac:chgData name="Manuj Agrawal" userId="8275e378daeca5b2" providerId="LiveId" clId="{2F60D5BF-92F3-42BD-887B-00C76973D974}" dt="2021-12-16T13:26:26.370" v="4908" actId="1076"/>
          <ac:spMkLst>
            <pc:docMk/>
            <pc:sldMk cId="2701607129" sldId="532"/>
            <ac:spMk id="140" creationId="{9686278A-6492-4F9B-B30F-E88C04126888}"/>
          </ac:spMkLst>
        </pc:spChg>
        <pc:spChg chg="add del mod ord">
          <ac:chgData name="Manuj Agrawal" userId="8275e378daeca5b2" providerId="LiveId" clId="{2F60D5BF-92F3-42BD-887B-00C76973D974}" dt="2021-12-16T10:59:51.295" v="3636" actId="478"/>
          <ac:spMkLst>
            <pc:docMk/>
            <pc:sldMk cId="2701607129" sldId="532"/>
            <ac:spMk id="141" creationId="{E3810DF6-C8A8-4962-B96F-94EE77C599E5}"/>
          </ac:spMkLst>
        </pc:spChg>
        <pc:spChg chg="add mod ord">
          <ac:chgData name="Manuj Agrawal" userId="8275e378daeca5b2" providerId="LiveId" clId="{2F60D5BF-92F3-42BD-887B-00C76973D974}" dt="2021-12-16T13:27:34.863" v="4915" actId="1076"/>
          <ac:spMkLst>
            <pc:docMk/>
            <pc:sldMk cId="2701607129" sldId="532"/>
            <ac:spMk id="143" creationId="{0730F525-FF3D-46B5-8A33-EBE17783189A}"/>
          </ac:spMkLst>
        </pc:spChg>
        <pc:spChg chg="add del mod ord">
          <ac:chgData name="Manuj Agrawal" userId="8275e378daeca5b2" providerId="LiveId" clId="{2F60D5BF-92F3-42BD-887B-00C76973D974}" dt="2021-12-16T11:04:50.590" v="3707" actId="478"/>
          <ac:spMkLst>
            <pc:docMk/>
            <pc:sldMk cId="2701607129" sldId="532"/>
            <ac:spMk id="144" creationId="{15ED442F-E960-48FB-ADFC-81C6661602D6}"/>
          </ac:spMkLst>
        </pc:spChg>
        <pc:spChg chg="add mod ord">
          <ac:chgData name="Manuj Agrawal" userId="8275e378daeca5b2" providerId="LiveId" clId="{2F60D5BF-92F3-42BD-887B-00C76973D974}" dt="2021-12-16T11:12:41.238" v="3914" actId="1076"/>
          <ac:spMkLst>
            <pc:docMk/>
            <pc:sldMk cId="2701607129" sldId="532"/>
            <ac:spMk id="145" creationId="{A4D7F0FC-1886-48E4-A312-A1343828A359}"/>
          </ac:spMkLst>
        </pc:spChg>
        <pc:spChg chg="add mod">
          <ac:chgData name="Manuj Agrawal" userId="8275e378daeca5b2" providerId="LiveId" clId="{2F60D5BF-92F3-42BD-887B-00C76973D974}" dt="2021-12-16T11:13:52.773" v="3927" actId="1076"/>
          <ac:spMkLst>
            <pc:docMk/>
            <pc:sldMk cId="2701607129" sldId="532"/>
            <ac:spMk id="146" creationId="{DAA1ECE5-1DC4-4C02-86B4-FD10593EBAC1}"/>
          </ac:spMkLst>
        </pc:spChg>
        <pc:spChg chg="add mod">
          <ac:chgData name="Manuj Agrawal" userId="8275e378daeca5b2" providerId="LiveId" clId="{2F60D5BF-92F3-42BD-887B-00C76973D974}" dt="2021-12-16T13:26:02.451" v="4902" actId="1076"/>
          <ac:spMkLst>
            <pc:docMk/>
            <pc:sldMk cId="2701607129" sldId="532"/>
            <ac:spMk id="147" creationId="{62CDDC15-3661-4D9E-A154-4C5C128383CD}"/>
          </ac:spMkLst>
        </pc:spChg>
        <pc:grpChg chg="add del mod">
          <ac:chgData name="Manuj Agrawal" userId="8275e378daeca5b2" providerId="LiveId" clId="{2F60D5BF-92F3-42BD-887B-00C76973D974}" dt="2021-12-16T11:02:40.976" v="3674" actId="478"/>
          <ac:grpSpMkLst>
            <pc:docMk/>
            <pc:sldMk cId="2701607129" sldId="532"/>
            <ac:grpSpMk id="5" creationId="{690AB963-BAD9-43C4-8CE6-F09BB9B2E500}"/>
          </ac:grpSpMkLst>
        </pc:grpChg>
        <pc:grpChg chg="add mod topLvl">
          <ac:chgData name="Manuj Agrawal" userId="8275e378daeca5b2" providerId="LiveId" clId="{2F60D5BF-92F3-42BD-887B-00C76973D974}" dt="2021-12-16T11:03:15.083" v="3681" actId="164"/>
          <ac:grpSpMkLst>
            <pc:docMk/>
            <pc:sldMk cId="2701607129" sldId="532"/>
            <ac:grpSpMk id="7" creationId="{8EA8B7DE-6DA0-4DC0-AB9D-14D7E5C013BB}"/>
          </ac:grpSpMkLst>
        </pc:grpChg>
        <pc:grpChg chg="add del mod">
          <ac:chgData name="Manuj Agrawal" userId="8275e378daeca5b2" providerId="LiveId" clId="{2F60D5BF-92F3-42BD-887B-00C76973D974}" dt="2021-12-16T11:02:32.779" v="3672" actId="165"/>
          <ac:grpSpMkLst>
            <pc:docMk/>
            <pc:sldMk cId="2701607129" sldId="532"/>
            <ac:grpSpMk id="8" creationId="{1C29756D-D22B-43CF-AA7F-1652B1912B09}"/>
          </ac:grpSpMkLst>
        </pc:grpChg>
        <pc:grpChg chg="add mod">
          <ac:chgData name="Manuj Agrawal" userId="8275e378daeca5b2" providerId="LiveId" clId="{2F60D5BF-92F3-42BD-887B-00C76973D974}" dt="2021-12-16T11:05:58.273" v="3726" actId="164"/>
          <ac:grpSpMkLst>
            <pc:docMk/>
            <pc:sldMk cId="2701607129" sldId="532"/>
            <ac:grpSpMk id="10" creationId="{1C2FB745-52D9-4A0C-85F9-7AB81C49420F}"/>
          </ac:grpSpMkLst>
        </pc:grpChg>
        <pc:grpChg chg="add mod">
          <ac:chgData name="Manuj Agrawal" userId="8275e378daeca5b2" providerId="LiveId" clId="{2F60D5BF-92F3-42BD-887B-00C76973D974}" dt="2021-12-16T11:06:05.720" v="3731" actId="164"/>
          <ac:grpSpMkLst>
            <pc:docMk/>
            <pc:sldMk cId="2701607129" sldId="532"/>
            <ac:grpSpMk id="11" creationId="{50A97D76-B9E8-45A6-B69A-6FF7E0CA926F}"/>
          </ac:grpSpMkLst>
        </pc:grpChg>
        <pc:grpChg chg="add mod">
          <ac:chgData name="Manuj Agrawal" userId="8275e378daeca5b2" providerId="LiveId" clId="{2F60D5BF-92F3-42BD-887B-00C76973D974}" dt="2021-12-16T13:26:18.836" v="4906" actId="1076"/>
          <ac:grpSpMkLst>
            <pc:docMk/>
            <pc:sldMk cId="2701607129" sldId="532"/>
            <ac:grpSpMk id="12" creationId="{8200B252-07F5-437F-9094-E9C5DB887A5F}"/>
          </ac:grpSpMkLst>
        </pc:grpChg>
        <pc:grpChg chg="del">
          <ac:chgData name="Manuj Agrawal" userId="8275e378daeca5b2" providerId="LiveId" clId="{2F60D5BF-92F3-42BD-887B-00C76973D974}" dt="2021-12-16T10:16:35.630" v="2865" actId="478"/>
          <ac:grpSpMkLst>
            <pc:docMk/>
            <pc:sldMk cId="2701607129" sldId="532"/>
            <ac:grpSpMk id="44" creationId="{F3B25487-3D99-40A5-BF56-135F9CA5CBE1}"/>
          </ac:grpSpMkLst>
        </pc:grpChg>
        <pc:grpChg chg="add del mod">
          <ac:chgData name="Manuj Agrawal" userId="8275e378daeca5b2" providerId="LiveId" clId="{2F60D5BF-92F3-42BD-887B-00C76973D974}" dt="2021-12-16T10:44:45.122" v="3533" actId="165"/>
          <ac:grpSpMkLst>
            <pc:docMk/>
            <pc:sldMk cId="2701607129" sldId="532"/>
            <ac:grpSpMk id="49" creationId="{5A7562A7-78ED-40BD-9FF4-E4387072E31C}"/>
          </ac:grpSpMkLst>
        </pc:grpChg>
        <pc:grpChg chg="add del mod topLvl">
          <ac:chgData name="Manuj Agrawal" userId="8275e378daeca5b2" providerId="LiveId" clId="{2F60D5BF-92F3-42BD-887B-00C76973D974}" dt="2021-12-16T10:53:09.359" v="3578" actId="478"/>
          <ac:grpSpMkLst>
            <pc:docMk/>
            <pc:sldMk cId="2701607129" sldId="532"/>
            <ac:grpSpMk id="50" creationId="{CF0417EF-4EF7-4CA7-A2F9-4001AD672845}"/>
          </ac:grpSpMkLst>
        </pc:grpChg>
        <pc:grpChg chg="del mod topLvl">
          <ac:chgData name="Manuj Agrawal" userId="8275e378daeca5b2" providerId="LiveId" clId="{2F60D5BF-92F3-42BD-887B-00C76973D974}" dt="2021-12-16T10:44:57.232" v="3535" actId="165"/>
          <ac:grpSpMkLst>
            <pc:docMk/>
            <pc:sldMk cId="2701607129" sldId="532"/>
            <ac:grpSpMk id="51" creationId="{4C311D82-2FE5-4777-888A-7EE4CBB150DB}"/>
          </ac:grpSpMkLst>
        </pc:grpChg>
        <pc:grpChg chg="mod topLvl">
          <ac:chgData name="Manuj Agrawal" userId="8275e378daeca5b2" providerId="LiveId" clId="{2F60D5BF-92F3-42BD-887B-00C76973D974}" dt="2021-12-16T11:02:32.779" v="3672" actId="165"/>
          <ac:grpSpMkLst>
            <pc:docMk/>
            <pc:sldMk cId="2701607129" sldId="532"/>
            <ac:grpSpMk id="53" creationId="{EAF106A2-8F05-47DB-894B-A09493DDB156}"/>
          </ac:grpSpMkLst>
        </pc:grpChg>
        <pc:grpChg chg="mod">
          <ac:chgData name="Manuj Agrawal" userId="8275e378daeca5b2" providerId="LiveId" clId="{2F60D5BF-92F3-42BD-887B-00C76973D974}" dt="2021-12-16T11:02:32.779" v="3672" actId="165"/>
          <ac:grpSpMkLst>
            <pc:docMk/>
            <pc:sldMk cId="2701607129" sldId="532"/>
            <ac:grpSpMk id="58" creationId="{8E7D132B-B52E-417A-A24C-9E5C98CEB677}"/>
          </ac:grpSpMkLst>
        </pc:grpChg>
        <pc:grpChg chg="mod">
          <ac:chgData name="Manuj Agrawal" userId="8275e378daeca5b2" providerId="LiveId" clId="{2F60D5BF-92F3-42BD-887B-00C76973D974}" dt="2021-12-16T11:02:32.779" v="3672" actId="165"/>
          <ac:grpSpMkLst>
            <pc:docMk/>
            <pc:sldMk cId="2701607129" sldId="532"/>
            <ac:grpSpMk id="62" creationId="{DE9674E7-F96C-4386-B907-5AE249DCD39F}"/>
          </ac:grpSpMkLst>
        </pc:grpChg>
        <pc:grpChg chg="mod">
          <ac:chgData name="Manuj Agrawal" userId="8275e378daeca5b2" providerId="LiveId" clId="{2F60D5BF-92F3-42BD-887B-00C76973D974}" dt="2021-12-16T11:02:32.779" v="3672" actId="165"/>
          <ac:grpSpMkLst>
            <pc:docMk/>
            <pc:sldMk cId="2701607129" sldId="532"/>
            <ac:grpSpMk id="63" creationId="{8D3BA3CF-8F64-49CE-B3FF-0989202D80DD}"/>
          </ac:grpSpMkLst>
        </pc:grpChg>
        <pc:grpChg chg="mod">
          <ac:chgData name="Manuj Agrawal" userId="8275e378daeca5b2" providerId="LiveId" clId="{2F60D5BF-92F3-42BD-887B-00C76973D974}" dt="2021-12-16T11:02:32.779" v="3672" actId="165"/>
          <ac:grpSpMkLst>
            <pc:docMk/>
            <pc:sldMk cId="2701607129" sldId="532"/>
            <ac:grpSpMk id="73" creationId="{6D61F148-EB1B-44C0-B475-C61534E20FCC}"/>
          </ac:grpSpMkLst>
        </pc:grpChg>
        <pc:grpChg chg="del mod topLvl">
          <ac:chgData name="Manuj Agrawal" userId="8275e378daeca5b2" providerId="LiveId" clId="{2F60D5BF-92F3-42BD-887B-00C76973D974}" dt="2021-12-16T10:45:10.075" v="3538" actId="165"/>
          <ac:grpSpMkLst>
            <pc:docMk/>
            <pc:sldMk cId="2701607129" sldId="532"/>
            <ac:grpSpMk id="105" creationId="{F248BFC9-1141-4319-8739-76817F635A46}"/>
          </ac:grpSpMkLst>
        </pc:grpChg>
        <pc:grpChg chg="mod topLvl">
          <ac:chgData name="Manuj Agrawal" userId="8275e378daeca5b2" providerId="LiveId" clId="{2F60D5BF-92F3-42BD-887B-00C76973D974}" dt="2021-12-16T11:06:05.720" v="3731" actId="164"/>
          <ac:grpSpMkLst>
            <pc:docMk/>
            <pc:sldMk cId="2701607129" sldId="532"/>
            <ac:grpSpMk id="110" creationId="{3A81A663-1CDB-45E2-8486-FAB57EB53B2D}"/>
          </ac:grpSpMkLst>
        </pc:grpChg>
        <pc:grpChg chg="add del mod">
          <ac:chgData name="Manuj Agrawal" userId="8275e378daeca5b2" providerId="LiveId" clId="{2F60D5BF-92F3-42BD-887B-00C76973D974}" dt="2021-12-16T10:46:22.915" v="3553" actId="478"/>
          <ac:grpSpMkLst>
            <pc:docMk/>
            <pc:sldMk cId="2701607129" sldId="532"/>
            <ac:grpSpMk id="119" creationId="{548E670B-0B6A-46B2-A0CF-D1CF28866E44}"/>
          </ac:grpSpMkLst>
        </pc:grpChg>
        <pc:grpChg chg="del mod topLvl">
          <ac:chgData name="Manuj Agrawal" userId="8275e378daeca5b2" providerId="LiveId" clId="{2F60D5BF-92F3-42BD-887B-00C76973D974}" dt="2021-12-16T10:47:34.769" v="3560" actId="478"/>
          <ac:grpSpMkLst>
            <pc:docMk/>
            <pc:sldMk cId="2701607129" sldId="532"/>
            <ac:grpSpMk id="120" creationId="{6B9949B1-6158-4CB7-A561-F11F3080D10C}"/>
          </ac:grpSpMkLst>
        </pc:grpChg>
        <pc:grpChg chg="mod">
          <ac:chgData name="Manuj Agrawal" userId="8275e378daeca5b2" providerId="LiveId" clId="{2F60D5BF-92F3-42BD-887B-00C76973D974}" dt="2021-12-16T10:46:15.659" v="3550"/>
          <ac:grpSpMkLst>
            <pc:docMk/>
            <pc:sldMk cId="2701607129" sldId="532"/>
            <ac:grpSpMk id="122" creationId="{5E7650CD-CC20-4616-A791-5D9F3D1E3F09}"/>
          </ac:grpSpMkLst>
        </pc:grpChg>
        <pc:grpChg chg="mod">
          <ac:chgData name="Manuj Agrawal" userId="8275e378daeca5b2" providerId="LiveId" clId="{2F60D5BF-92F3-42BD-887B-00C76973D974}" dt="2021-12-16T10:46:15.659" v="3550"/>
          <ac:grpSpMkLst>
            <pc:docMk/>
            <pc:sldMk cId="2701607129" sldId="532"/>
            <ac:grpSpMk id="123" creationId="{61DD850B-9953-4C64-8BD1-71DA811200F4}"/>
          </ac:grpSpMkLst>
        </pc:grpChg>
        <pc:grpChg chg="mod">
          <ac:chgData name="Manuj Agrawal" userId="8275e378daeca5b2" providerId="LiveId" clId="{2F60D5BF-92F3-42BD-887B-00C76973D974}" dt="2021-12-16T10:46:15.659" v="3550"/>
          <ac:grpSpMkLst>
            <pc:docMk/>
            <pc:sldMk cId="2701607129" sldId="532"/>
            <ac:grpSpMk id="124" creationId="{28585AD7-A325-4B40-BAA6-BF3A13227C87}"/>
          </ac:grpSpMkLst>
        </pc:grpChg>
        <pc:picChg chg="add mod">
          <ac:chgData name="Manuj Agrawal" userId="8275e378daeca5b2" providerId="LiveId" clId="{2F60D5BF-92F3-42BD-887B-00C76973D974}" dt="2021-12-16T11:03:09.895" v="3680" actId="1076"/>
          <ac:picMkLst>
            <pc:docMk/>
            <pc:sldMk cId="2701607129" sldId="532"/>
            <ac:picMk id="3" creationId="{33C3C2D5-BA8C-45F6-8C70-8BB51D980F14}"/>
          </ac:picMkLst>
        </pc:picChg>
        <pc:picChg chg="add mod">
          <ac:chgData name="Manuj Agrawal" userId="8275e378daeca5b2" providerId="LiveId" clId="{2F60D5BF-92F3-42BD-887B-00C76973D974}" dt="2021-12-16T11:12:41.238" v="3914" actId="1076"/>
          <ac:picMkLst>
            <pc:docMk/>
            <pc:sldMk cId="2701607129" sldId="532"/>
            <ac:picMk id="45" creationId="{C7BDA774-0293-4DDF-B88D-A276BE663046}"/>
          </ac:picMkLst>
        </pc:picChg>
        <pc:picChg chg="add mod">
          <ac:chgData name="Manuj Agrawal" userId="8275e378daeca5b2" providerId="LiveId" clId="{2F60D5BF-92F3-42BD-887B-00C76973D974}" dt="2021-12-16T11:12:41.238" v="3914" actId="1076"/>
          <ac:picMkLst>
            <pc:docMk/>
            <pc:sldMk cId="2701607129" sldId="532"/>
            <ac:picMk id="47" creationId="{C74F393A-7C78-4E7A-82CF-39789A78D304}"/>
          </ac:picMkLst>
        </pc:picChg>
        <pc:picChg chg="del mod topLvl">
          <ac:chgData name="Manuj Agrawal" userId="8275e378daeca5b2" providerId="LiveId" clId="{2F60D5BF-92F3-42BD-887B-00C76973D974}" dt="2021-12-16T10:45:36.730" v="3545" actId="478"/>
          <ac:picMkLst>
            <pc:docMk/>
            <pc:sldMk cId="2701607129" sldId="532"/>
            <ac:picMk id="104" creationId="{CE3CB424-530A-4C89-92E6-9067BFBE6082}"/>
          </ac:picMkLst>
        </pc:picChg>
        <pc:picChg chg="del mod topLvl">
          <ac:chgData name="Manuj Agrawal" userId="8275e378daeca5b2" providerId="LiveId" clId="{2F60D5BF-92F3-42BD-887B-00C76973D974}" dt="2021-12-16T11:02:26.912" v="3671" actId="478"/>
          <ac:picMkLst>
            <pc:docMk/>
            <pc:sldMk cId="2701607129" sldId="532"/>
            <ac:picMk id="109" creationId="{441CFB2E-7D97-4BA6-9ED5-2D5E04BDF68C}"/>
          </ac:picMkLst>
        </pc:picChg>
        <pc:picChg chg="del mod">
          <ac:chgData name="Manuj Agrawal" userId="8275e378daeca5b2" providerId="LiveId" clId="{2F60D5BF-92F3-42BD-887B-00C76973D974}" dt="2021-12-16T10:36:51.044" v="3466" actId="478"/>
          <ac:picMkLst>
            <pc:docMk/>
            <pc:sldMk cId="2701607129" sldId="532"/>
            <ac:picMk id="112" creationId="{9656FF4B-9902-483C-8B12-ED22691503DD}"/>
          </ac:picMkLst>
        </pc:picChg>
        <pc:picChg chg="del mod">
          <ac:chgData name="Manuj Agrawal" userId="8275e378daeca5b2" providerId="LiveId" clId="{2F60D5BF-92F3-42BD-887B-00C76973D974}" dt="2021-12-16T10:48:02.154" v="3566" actId="21"/>
          <ac:picMkLst>
            <pc:docMk/>
            <pc:sldMk cId="2701607129" sldId="532"/>
            <ac:picMk id="117" creationId="{9F52FF54-D287-4781-A49C-C081C045D953}"/>
          </ac:picMkLst>
        </pc:picChg>
        <pc:picChg chg="add del mod ord">
          <ac:chgData name="Manuj Agrawal" userId="8275e378daeca5b2" providerId="LiveId" clId="{2F60D5BF-92F3-42BD-887B-00C76973D974}" dt="2021-12-16T11:02:24.847" v="3670" actId="478"/>
          <ac:picMkLst>
            <pc:docMk/>
            <pc:sldMk cId="2701607129" sldId="532"/>
            <ac:picMk id="118" creationId="{F3969BD9-5B9C-4540-A46B-22AFF0F59406}"/>
          </ac:picMkLst>
        </pc:picChg>
        <pc:picChg chg="add del mod">
          <ac:chgData name="Manuj Agrawal" userId="8275e378daeca5b2" providerId="LiveId" clId="{2F60D5BF-92F3-42BD-887B-00C76973D974}" dt="2021-12-16T10:53:11.423" v="3579" actId="478"/>
          <ac:picMkLst>
            <pc:docMk/>
            <pc:sldMk cId="2701607129" sldId="532"/>
            <ac:picMk id="136" creationId="{8FC5678D-8539-41C9-B85C-8C996AAD13FD}"/>
          </ac:picMkLst>
        </pc:picChg>
        <pc:picChg chg="add mod">
          <ac:chgData name="Manuj Agrawal" userId="8275e378daeca5b2" providerId="LiveId" clId="{2F60D5BF-92F3-42BD-887B-00C76973D974}" dt="2021-12-16T13:27:01.100" v="4909" actId="1076"/>
          <ac:picMkLst>
            <pc:docMk/>
            <pc:sldMk cId="2701607129" sldId="532"/>
            <ac:picMk id="142" creationId="{4F480740-D90E-4CFC-BB3B-0CD28DE02817}"/>
          </ac:picMkLst>
        </pc:picChg>
        <pc:cxnChg chg="mod">
          <ac:chgData name="Manuj Agrawal" userId="8275e378daeca5b2" providerId="LiveId" clId="{2F60D5BF-92F3-42BD-887B-00C76973D974}" dt="2021-12-16T11:02:32.779" v="3672" actId="165"/>
          <ac:cxnSpMkLst>
            <pc:docMk/>
            <pc:sldMk cId="2701607129" sldId="532"/>
            <ac:cxnSpMk id="115" creationId="{379C1F61-62F3-4164-8764-F90ADC8EACA6}"/>
          </ac:cxnSpMkLst>
        </pc:cxnChg>
        <pc:cxnChg chg="mod">
          <ac:chgData name="Manuj Agrawal" userId="8275e378daeca5b2" providerId="LiveId" clId="{2F60D5BF-92F3-42BD-887B-00C76973D974}" dt="2021-12-16T11:02:32.779" v="3672" actId="165"/>
          <ac:cxnSpMkLst>
            <pc:docMk/>
            <pc:sldMk cId="2701607129" sldId="532"/>
            <ac:cxnSpMk id="116" creationId="{A0A21283-DDAE-46BA-847A-2ECD2FD8E10A}"/>
          </ac:cxnSpMkLst>
        </pc:cxnChg>
      </pc:sldChg>
      <pc:sldChg chg="add del">
        <pc:chgData name="Manuj Agrawal" userId="8275e378daeca5b2" providerId="LiveId" clId="{2F60D5BF-92F3-42BD-887B-00C76973D974}" dt="2021-12-16T10:01:03.135" v="2572" actId="47"/>
        <pc:sldMkLst>
          <pc:docMk/>
          <pc:sldMk cId="3575123077" sldId="532"/>
        </pc:sldMkLst>
      </pc:sldChg>
      <pc:sldChg chg="addSp delSp modSp add del mod">
        <pc:chgData name="Manuj Agrawal" userId="8275e378daeca5b2" providerId="LiveId" clId="{2F60D5BF-92F3-42BD-887B-00C76973D974}" dt="2021-12-16T12:39:35.604" v="4716" actId="47"/>
        <pc:sldMkLst>
          <pc:docMk/>
          <pc:sldMk cId="498850560" sldId="533"/>
        </pc:sldMkLst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2" creationId="{DCE10E9D-7ED0-4E0A-B6DB-B4FB95559EB8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10" creationId="{69AFB34B-4609-4CCB-A053-89F6818C6EB1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11" creationId="{DC9EAA29-BA8F-4D8A-A4B0-7EE13A647F8D}"/>
          </ac:spMkLst>
        </pc:spChg>
        <pc:spChg chg="add del mod">
          <ac:chgData name="Manuj Agrawal" userId="8275e378daeca5b2" providerId="LiveId" clId="{2F60D5BF-92F3-42BD-887B-00C76973D974}" dt="2021-12-16T12:25:13.221" v="4368"/>
          <ac:spMkLst>
            <pc:docMk/>
            <pc:sldMk cId="498850560" sldId="533"/>
            <ac:spMk id="14" creationId="{D5E189FA-6EF4-48DE-9F08-9EDA32B6AE75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15" creationId="{A031F14A-3CF1-47D5-A774-25EF10AF8BC6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16" creationId="{A5873D64-51DD-4B2F-9B73-DFED3489ABC7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18" creationId="{4404F841-ABDF-496C-89FD-82282A536C7D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19" creationId="{96B4E7E2-1305-4A9F-B103-AA815DDFEB96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20" creationId="{9163CE2E-4075-43F6-B3C8-6D888F74F0EC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21" creationId="{05EFDBB0-AD6F-4EF8-BD3B-3FA65C0E1323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22" creationId="{CA1D4342-C308-4551-92F4-FDC5E83207C7}"/>
          </ac:spMkLst>
        </pc:spChg>
        <pc:spChg chg="mod">
          <ac:chgData name="Manuj Agrawal" userId="8275e378daeca5b2" providerId="LiveId" clId="{2F60D5BF-92F3-42BD-887B-00C76973D974}" dt="2021-12-16T12:35:02.913" v="4597" actId="20577"/>
          <ac:spMkLst>
            <pc:docMk/>
            <pc:sldMk cId="498850560" sldId="533"/>
            <ac:spMk id="23" creationId="{1DBFF062-90D5-4E69-BF06-12FD9FD5AE74}"/>
          </ac:spMkLst>
        </pc:spChg>
        <pc:spChg chg="del mod">
          <ac:chgData name="Manuj Agrawal" userId="8275e378daeca5b2" providerId="LiveId" clId="{2F60D5BF-92F3-42BD-887B-00C76973D974}" dt="2021-12-16T12:27:03.168" v="4384" actId="478"/>
          <ac:spMkLst>
            <pc:docMk/>
            <pc:sldMk cId="498850560" sldId="533"/>
            <ac:spMk id="24" creationId="{21967740-B934-4B85-849E-036D9A078BD8}"/>
          </ac:spMkLst>
        </pc:spChg>
        <pc:spChg chg="del">
          <ac:chgData name="Manuj Agrawal" userId="8275e378daeca5b2" providerId="LiveId" clId="{2F60D5BF-92F3-42BD-887B-00C76973D974}" dt="2021-12-16T12:27:06.008" v="4385" actId="478"/>
          <ac:spMkLst>
            <pc:docMk/>
            <pc:sldMk cId="498850560" sldId="533"/>
            <ac:spMk id="25" creationId="{A62C0748-E5C5-462F-BF7C-8F770D41222F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26" creationId="{0C072908-626F-4034-9DF6-AB9BDF604F8C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27" creationId="{729A1C33-B914-4645-85C4-3EC88F9F6915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28" creationId="{933DE2C3-D398-4C68-9DD0-3252C1B64626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29" creationId="{4AE5FD80-6163-4A16-AC0B-F20111A1D8A7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30" creationId="{80AA8F74-7FB5-4323-89E0-D7E0027C3B31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31" creationId="{CB885069-920C-44DA-B425-2F7EED2F3917}"/>
          </ac:spMkLst>
        </pc:spChg>
        <pc:spChg chg="add mod">
          <ac:chgData name="Manuj Agrawal" userId="8275e378daeca5b2" providerId="LiveId" clId="{2F60D5BF-92F3-42BD-887B-00C76973D974}" dt="2021-12-16T12:35:36.362" v="4601" actId="164"/>
          <ac:spMkLst>
            <pc:docMk/>
            <pc:sldMk cId="498850560" sldId="533"/>
            <ac:spMk id="32" creationId="{2CF2D752-B20A-40F5-ABDF-15F7C2E2032F}"/>
          </ac:spMkLst>
        </pc:spChg>
        <pc:spChg chg="add mod">
          <ac:chgData name="Manuj Agrawal" userId="8275e378daeca5b2" providerId="LiveId" clId="{2F60D5BF-92F3-42BD-887B-00C76973D974}" dt="2021-12-16T12:32:22.955" v="4557" actId="164"/>
          <ac:spMkLst>
            <pc:docMk/>
            <pc:sldMk cId="498850560" sldId="533"/>
            <ac:spMk id="33" creationId="{94BB5CC6-1E9E-4E22-BBED-9D5D3B6BA515}"/>
          </ac:spMkLst>
        </pc:spChg>
        <pc:spChg chg="add mod">
          <ac:chgData name="Manuj Agrawal" userId="8275e378daeca5b2" providerId="LiveId" clId="{2F60D5BF-92F3-42BD-887B-00C76973D974}" dt="2021-12-16T12:32:22.955" v="4557" actId="164"/>
          <ac:spMkLst>
            <pc:docMk/>
            <pc:sldMk cId="498850560" sldId="533"/>
            <ac:spMk id="34" creationId="{AAF0C1A4-78A6-4827-B7FE-FEB289DC72A7}"/>
          </ac:spMkLst>
        </pc:spChg>
        <pc:spChg chg="add mod">
          <ac:chgData name="Manuj Agrawal" userId="8275e378daeca5b2" providerId="LiveId" clId="{2F60D5BF-92F3-42BD-887B-00C76973D974}" dt="2021-12-16T12:32:22.955" v="4557" actId="164"/>
          <ac:spMkLst>
            <pc:docMk/>
            <pc:sldMk cId="498850560" sldId="533"/>
            <ac:spMk id="35" creationId="{0562A80B-C64B-437D-8F11-B34DCD8275A9}"/>
          </ac:spMkLst>
        </pc:spChg>
        <pc:spChg chg="add mod">
          <ac:chgData name="Manuj Agrawal" userId="8275e378daeca5b2" providerId="LiveId" clId="{2F60D5BF-92F3-42BD-887B-00C76973D974}" dt="2021-12-16T12:32:22.955" v="4557" actId="164"/>
          <ac:spMkLst>
            <pc:docMk/>
            <pc:sldMk cId="498850560" sldId="533"/>
            <ac:spMk id="36" creationId="{BD1F623B-362B-41BB-9030-6E1A6BA5D18C}"/>
          </ac:spMkLst>
        </pc:spChg>
        <pc:spChg chg="add mod">
          <ac:chgData name="Manuj Agrawal" userId="8275e378daeca5b2" providerId="LiveId" clId="{2F60D5BF-92F3-42BD-887B-00C76973D974}" dt="2021-12-16T12:32:22.955" v="4557" actId="164"/>
          <ac:spMkLst>
            <pc:docMk/>
            <pc:sldMk cId="498850560" sldId="533"/>
            <ac:spMk id="37" creationId="{11EA0434-1CE9-47E8-9246-CFC05ACF2514}"/>
          </ac:spMkLst>
        </pc:spChg>
        <pc:spChg chg="add mod">
          <ac:chgData name="Manuj Agrawal" userId="8275e378daeca5b2" providerId="LiveId" clId="{2F60D5BF-92F3-42BD-887B-00C76973D974}" dt="2021-12-16T12:32:22.955" v="4557" actId="164"/>
          <ac:spMkLst>
            <pc:docMk/>
            <pc:sldMk cId="498850560" sldId="533"/>
            <ac:spMk id="38" creationId="{450716AF-539D-45EA-9D9D-42627778895A}"/>
          </ac:spMkLst>
        </pc:spChg>
        <pc:spChg chg="add del mod">
          <ac:chgData name="Manuj Agrawal" userId="8275e378daeca5b2" providerId="LiveId" clId="{2F60D5BF-92F3-42BD-887B-00C76973D974}" dt="2021-12-16T12:34:25.687" v="4587" actId="478"/>
          <ac:spMkLst>
            <pc:docMk/>
            <pc:sldMk cId="498850560" sldId="533"/>
            <ac:spMk id="39" creationId="{AA27BF04-04AA-407D-B5DD-CCED11FA6EE4}"/>
          </ac:spMkLst>
        </pc:spChg>
        <pc:spChg chg="add del mod">
          <ac:chgData name="Manuj Agrawal" userId="8275e378daeca5b2" providerId="LiveId" clId="{2F60D5BF-92F3-42BD-887B-00C76973D974}" dt="2021-12-16T12:33:52.001" v="4575"/>
          <ac:spMkLst>
            <pc:docMk/>
            <pc:sldMk cId="498850560" sldId="533"/>
            <ac:spMk id="40" creationId="{9D8EE267-05F2-413E-A8D7-C03EF6E075BC}"/>
          </ac:spMkLst>
        </pc:spChg>
        <pc:spChg chg="add mod">
          <ac:chgData name="Manuj Agrawal" userId="8275e378daeca5b2" providerId="LiveId" clId="{2F60D5BF-92F3-42BD-887B-00C76973D974}" dt="2021-12-16T12:34:56.774" v="4593" actId="164"/>
          <ac:spMkLst>
            <pc:docMk/>
            <pc:sldMk cId="498850560" sldId="533"/>
            <ac:spMk id="41" creationId="{38FB1961-5E8A-4582-A865-B57597837AA5}"/>
          </ac:spMkLst>
        </pc:spChg>
        <pc:spChg chg="add mod">
          <ac:chgData name="Manuj Agrawal" userId="8275e378daeca5b2" providerId="LiveId" clId="{2F60D5BF-92F3-42BD-887B-00C76973D974}" dt="2021-12-16T12:34:56.774" v="4593" actId="164"/>
          <ac:spMkLst>
            <pc:docMk/>
            <pc:sldMk cId="498850560" sldId="533"/>
            <ac:spMk id="42" creationId="{5F2B853A-5A16-4B07-B9B0-A2180EDCD887}"/>
          </ac:spMkLst>
        </pc:spChg>
        <pc:spChg chg="mod topLvl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45" creationId="{E01BA280-68A2-4F5E-A532-DAC59FC86AE2}"/>
          </ac:spMkLst>
        </pc:spChg>
        <pc:spChg chg="add del 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48" creationId="{50E88AB8-0E8A-4B8F-BF4C-5A7A2BE619FE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49" creationId="{66F0EEBE-5749-408B-9D77-C14877346666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0" creationId="{FC1796D7-4431-425B-887D-A9F5BAD4A6C6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1" creationId="{27BAD25B-CB24-40D5-9596-490AED6D107B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2" creationId="{E62FBC7B-807F-4EEF-9943-3C548EB89CDC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3" creationId="{BCA224F7-8D69-41BC-8A3F-73EA4C4381F7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4" creationId="{508AE37E-8F9C-48F1-A8F8-C779160E6102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5" creationId="{2FFCDB83-0FBA-4BFC-AC6C-5682EAFA1466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6" creationId="{148B548D-A79E-4217-9C2F-4B941563846D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7" creationId="{E909DB23-6196-48F1-A18B-F8272C5CC8D8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8" creationId="{154B9685-D96C-41DD-AC18-A99263BC1A9E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9" creationId="{BF644DC1-1321-4730-8691-4714292229F2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0" creationId="{F22CBE75-6EEB-41C3-9465-6FD154C9E8CC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1" creationId="{3D718D99-3516-497D-B7A3-33034378FB6D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2" creationId="{83407C4E-DA66-43D0-B2CE-87F471319208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3" creationId="{C0D9CA8D-1D58-408A-8944-2ED40235DADE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4" creationId="{6928B5CF-1441-4D5E-81E2-7981CFEA2B46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5" creationId="{976CE6FE-4879-4AFD-A120-C45524E711E3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6" creationId="{7751AA0F-27FA-4536-A19B-278C80700E09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7" creationId="{2B54B7C8-9F9A-41C4-8FF3-2B74A59E5C30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8" creationId="{503F13FF-E140-4670-BC1B-81541D725F2C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9" creationId="{7A1674D3-DD67-46CF-A395-DB3D9E248A3D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70" creationId="{E7422E6C-CB65-4FA4-B173-BE96360B4FA1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71" creationId="{E146BDE8-3F4A-4A78-A115-C91929CED67C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72" creationId="{AB899852-E5B6-4836-B460-658AC3B7E677}"/>
          </ac:spMkLst>
        </pc:spChg>
        <pc:spChg chg="add del mod">
          <ac:chgData name="Manuj Agrawal" userId="8275e378daeca5b2" providerId="LiveId" clId="{2F60D5BF-92F3-42BD-887B-00C76973D974}" dt="2021-12-16T12:38:02.392" v="4703" actId="478"/>
          <ac:spMkLst>
            <pc:docMk/>
            <pc:sldMk cId="498850560" sldId="533"/>
            <ac:spMk id="73" creationId="{91CD461D-663D-4E3F-9C5B-FF05363FC44C}"/>
          </ac:spMkLst>
        </pc:spChg>
        <pc:grpChg chg="add mod">
          <ac:chgData name="Manuj Agrawal" userId="8275e378daeca5b2" providerId="LiveId" clId="{2F60D5BF-92F3-42BD-887B-00C76973D974}" dt="2021-12-16T12:35:36.362" v="4601" actId="164"/>
          <ac:grpSpMkLst>
            <pc:docMk/>
            <pc:sldMk cId="498850560" sldId="533"/>
            <ac:grpSpMk id="3" creationId="{F4391A03-92C1-4B84-8642-9391DAABF48A}"/>
          </ac:grpSpMkLst>
        </pc:grpChg>
        <pc:grpChg chg="add mod">
          <ac:chgData name="Manuj Agrawal" userId="8275e378daeca5b2" providerId="LiveId" clId="{2F60D5BF-92F3-42BD-887B-00C76973D974}" dt="2021-12-16T12:35:36.362" v="4601" actId="164"/>
          <ac:grpSpMkLst>
            <pc:docMk/>
            <pc:sldMk cId="498850560" sldId="533"/>
            <ac:grpSpMk id="5" creationId="{234A7837-CC53-42B0-9509-B9DDD714E3C1}"/>
          </ac:grpSpMkLst>
        </pc:grpChg>
        <pc:grpChg chg="add mod">
          <ac:chgData name="Manuj Agrawal" userId="8275e378daeca5b2" providerId="LiveId" clId="{2F60D5BF-92F3-42BD-887B-00C76973D974}" dt="2021-12-16T12:35:36.362" v="4601" actId="164"/>
          <ac:grpSpMkLst>
            <pc:docMk/>
            <pc:sldMk cId="498850560" sldId="533"/>
            <ac:grpSpMk id="6" creationId="{9EAA7019-067C-4E88-B918-13FF27087EB4}"/>
          </ac:grpSpMkLst>
        </pc:grpChg>
        <pc:grpChg chg="add mod">
          <ac:chgData name="Manuj Agrawal" userId="8275e378daeca5b2" providerId="LiveId" clId="{2F60D5BF-92F3-42BD-887B-00C76973D974}" dt="2021-12-16T12:35:46.320" v="4602" actId="1076"/>
          <ac:grpSpMkLst>
            <pc:docMk/>
            <pc:sldMk cId="498850560" sldId="533"/>
            <ac:grpSpMk id="7" creationId="{E2C4FD58-6947-4210-A0F2-E77B5FEE4F3F}"/>
          </ac:grpSpMkLst>
        </pc:grpChg>
        <pc:grpChg chg="add del mod">
          <ac:chgData name="Manuj Agrawal" userId="8275e378daeca5b2" providerId="LiveId" clId="{2F60D5BF-92F3-42BD-887B-00C76973D974}" dt="2021-12-16T12:38:19.359" v="4706" actId="165"/>
          <ac:grpSpMkLst>
            <pc:docMk/>
            <pc:sldMk cId="498850560" sldId="533"/>
            <ac:grpSpMk id="43" creationId="{340C5DD3-96D8-4C48-AB0E-281B631957A6}"/>
          </ac:grpSpMkLst>
        </pc:grpChg>
        <pc:grpChg chg="mod topLvl">
          <ac:chgData name="Manuj Agrawal" userId="8275e378daeca5b2" providerId="LiveId" clId="{2F60D5BF-92F3-42BD-887B-00C76973D974}" dt="2021-12-16T12:38:19.359" v="4706" actId="165"/>
          <ac:grpSpMkLst>
            <pc:docMk/>
            <pc:sldMk cId="498850560" sldId="533"/>
            <ac:grpSpMk id="44" creationId="{CAE2B3C0-26B3-4121-9E64-1ECA7AA5F85F}"/>
          </ac:grpSpMkLst>
        </pc:grpChg>
        <pc:grpChg chg="mod topLvl">
          <ac:chgData name="Manuj Agrawal" userId="8275e378daeca5b2" providerId="LiveId" clId="{2F60D5BF-92F3-42BD-887B-00C76973D974}" dt="2021-12-16T12:38:19.359" v="4706" actId="165"/>
          <ac:grpSpMkLst>
            <pc:docMk/>
            <pc:sldMk cId="498850560" sldId="533"/>
            <ac:grpSpMk id="46" creationId="{5DE56760-72E5-4D64-9A66-722CF3DE884C}"/>
          </ac:grpSpMkLst>
        </pc:grpChg>
        <pc:grpChg chg="del mod topLvl">
          <ac:chgData name="Manuj Agrawal" userId="8275e378daeca5b2" providerId="LiveId" clId="{2F60D5BF-92F3-42BD-887B-00C76973D974}" dt="2021-12-16T12:38:22.114" v="4707" actId="21"/>
          <ac:grpSpMkLst>
            <pc:docMk/>
            <pc:sldMk cId="498850560" sldId="533"/>
            <ac:grpSpMk id="47" creationId="{8983B7FC-DB42-45C6-9ED4-9CF61006804C}"/>
          </ac:grpSpMkLst>
        </pc:grpChg>
        <pc:graphicFrameChg chg="del mod">
          <ac:chgData name="Manuj Agrawal" userId="8275e378daeca5b2" providerId="LiveId" clId="{2F60D5BF-92F3-42BD-887B-00C76973D974}" dt="2021-12-16T12:35:30.489" v="4600" actId="478"/>
          <ac:graphicFrameMkLst>
            <pc:docMk/>
            <pc:sldMk cId="498850560" sldId="533"/>
            <ac:graphicFrameMk id="4" creationId="{EEDD7073-AA63-4152-8A36-085D8561013C}"/>
          </ac:graphicFrameMkLst>
        </pc:graphicFrameChg>
        <pc:graphicFrameChg chg="del">
          <ac:chgData name="Manuj Agrawal" userId="8275e378daeca5b2" providerId="LiveId" clId="{2F60D5BF-92F3-42BD-887B-00C76973D974}" dt="2021-12-16T12:27:09.254" v="4386" actId="478"/>
          <ac:graphicFrameMkLst>
            <pc:docMk/>
            <pc:sldMk cId="498850560" sldId="533"/>
            <ac:graphicFrameMk id="12" creationId="{9BF9477A-DD6E-46C3-9484-707E90C0D77F}"/>
          </ac:graphicFrameMkLst>
        </pc:graphicFrameChg>
        <pc:graphicFrameChg chg="del mod">
          <ac:chgData name="Manuj Agrawal" userId="8275e378daeca5b2" providerId="LiveId" clId="{2F60D5BF-92F3-42BD-887B-00C76973D974}" dt="2021-12-16T12:27:00.889" v="4383" actId="478"/>
          <ac:graphicFrameMkLst>
            <pc:docMk/>
            <pc:sldMk cId="498850560" sldId="533"/>
            <ac:graphicFrameMk id="13" creationId="{A09CE727-89F5-4B94-803C-B5D4C08D703D}"/>
          </ac:graphicFrameMkLst>
        </pc:graphicFrameChg>
      </pc:sldChg>
      <pc:sldChg chg="add del">
        <pc:chgData name="Manuj Agrawal" userId="8275e378daeca5b2" providerId="LiveId" clId="{2F60D5BF-92F3-42BD-887B-00C76973D974}" dt="2021-12-16T11:28:38.430" v="4153" actId="47"/>
        <pc:sldMkLst>
          <pc:docMk/>
          <pc:sldMk cId="1375912096" sldId="533"/>
        </pc:sldMkLst>
      </pc:sldChg>
      <pc:sldChg chg="add del">
        <pc:chgData name="Manuj Agrawal" userId="8275e378daeca5b2" providerId="LiveId" clId="{2F60D5BF-92F3-42BD-887B-00C76973D974}" dt="2021-12-16T11:07:03.140" v="3751" actId="47"/>
        <pc:sldMkLst>
          <pc:docMk/>
          <pc:sldMk cId="3062313605" sldId="533"/>
        </pc:sldMkLst>
      </pc:sldChg>
      <pc:sldChg chg="modSp add del mod">
        <pc:chgData name="Manuj Agrawal" userId="8275e378daeca5b2" providerId="LiveId" clId="{2F60D5BF-92F3-42BD-887B-00C76973D974}" dt="2021-12-16T11:36:55.984" v="4180" actId="47"/>
        <pc:sldMkLst>
          <pc:docMk/>
          <pc:sldMk cId="4286145971" sldId="533"/>
        </pc:sldMkLst>
        <pc:spChg chg="mod">
          <ac:chgData name="Manuj Agrawal" userId="8275e378daeca5b2" providerId="LiveId" clId="{2F60D5BF-92F3-42BD-887B-00C76973D974}" dt="2021-12-16T11:35:08.542" v="4173" actId="17032"/>
          <ac:spMkLst>
            <pc:docMk/>
            <pc:sldMk cId="4286145971" sldId="533"/>
            <ac:spMk id="61" creationId="{1004B370-5E8D-4B3E-8DFF-C2A3D97F0425}"/>
          </ac:spMkLst>
        </pc:spChg>
        <pc:spChg chg="mod">
          <ac:chgData name="Manuj Agrawal" userId="8275e378daeca5b2" providerId="LiveId" clId="{2F60D5BF-92F3-42BD-887B-00C76973D974}" dt="2021-12-16T11:35:21.446" v="4175" actId="113"/>
          <ac:spMkLst>
            <pc:docMk/>
            <pc:sldMk cId="4286145971" sldId="533"/>
            <ac:spMk id="98" creationId="{471610C0-830C-4E6D-A1D3-B9732217C174}"/>
          </ac:spMkLst>
        </pc:spChg>
        <pc:grpChg chg="mod">
          <ac:chgData name="Manuj Agrawal" userId="8275e378daeca5b2" providerId="LiveId" clId="{2F60D5BF-92F3-42BD-887B-00C76973D974}" dt="2021-12-16T11:35:37.422" v="4176"/>
          <ac:grpSpMkLst>
            <pc:docMk/>
            <pc:sldMk cId="4286145971" sldId="533"/>
            <ac:grpSpMk id="44" creationId="{F3B25487-3D99-40A5-BF56-135F9CA5CBE1}"/>
          </ac:grpSpMkLst>
        </pc:grpChg>
        <pc:picChg chg="mod">
          <ac:chgData name="Manuj Agrawal" userId="8275e378daeca5b2" providerId="LiveId" clId="{2F60D5BF-92F3-42BD-887B-00C76973D974}" dt="2021-12-16T11:35:44.838" v="4177"/>
          <ac:picMkLst>
            <pc:docMk/>
            <pc:sldMk cId="4286145971" sldId="533"/>
            <ac:picMk id="87" creationId="{8152CC44-A468-4323-A418-0E0E79484038}"/>
          </ac:picMkLst>
        </pc:picChg>
        <pc:picChg chg="mod">
          <ac:chgData name="Manuj Agrawal" userId="8275e378daeca5b2" providerId="LiveId" clId="{2F60D5BF-92F3-42BD-887B-00C76973D974}" dt="2021-12-16T11:36:08.710" v="4179" actId="1076"/>
          <ac:picMkLst>
            <pc:docMk/>
            <pc:sldMk cId="4286145971" sldId="533"/>
            <ac:picMk id="92" creationId="{C72B0718-20DF-4658-BCB9-3DA30BB7B471}"/>
          </ac:picMkLst>
        </pc:picChg>
      </pc:sldChg>
      <pc:sldChg chg="addSp delSp modSp add del mod">
        <pc:chgData name="Manuj Agrawal" userId="8275e378daeca5b2" providerId="LiveId" clId="{2F60D5BF-92F3-42BD-887B-00C76973D974}" dt="2021-12-16T10:56:53.864" v="3619" actId="47"/>
        <pc:sldMkLst>
          <pc:docMk/>
          <pc:sldMk cId="1433791846" sldId="534"/>
        </pc:sldMkLst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56" creationId="{1835E9D4-2F92-430A-96BF-FE4CD33E6415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65" creationId="{68BF74A0-16CA-4C81-B146-5CF1B93C4236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66" creationId="{5B7275D1-8CAF-4FEA-BEAF-482C1BECD615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67" creationId="{4A69B432-201B-4ECB-9740-C528CDF4D9F0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68" creationId="{E450164D-D6F7-4759-BF44-49B5FDE5D61A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69" creationId="{342A3E29-B41E-41DC-8560-1D2E99170609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70" creationId="{6CD3EDE6-39CD-4FAB-B8C8-DBD50840A69D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71" creationId="{9E599B26-5F57-451C-BE3A-C4B58FBFF599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72" creationId="{2FDC465C-A534-4DC2-A8B1-9877A730446B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74" creationId="{4463A3C7-F6E8-4075-B54D-EBF169247B8F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75" creationId="{56F3E95A-F773-4A98-9724-E868FAFDA702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77" creationId="{D6101119-1A5F-47DD-9370-62D265ADEA7F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81" creationId="{5EAA67AD-0E81-43BA-8473-70A6DA0C1AB6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82" creationId="{93216D8E-800D-46E1-BDCA-757AF67C6DD6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83" creationId="{EA532180-D57E-41AA-A507-87EF29C0A1AE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86" creationId="{0761C987-669D-4B45-AB5B-91CF44396417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88" creationId="{1C2F7225-30AA-490C-8F3F-95E33A6C311A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89" creationId="{5BDBD705-4109-48F7-85D2-E658D1D5355F}"/>
          </ac:spMkLst>
        </pc:s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44" creationId="{F3B25487-3D99-40A5-BF56-135F9CA5CBE1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46" creationId="{F5519487-52DE-45BC-A96D-BE5F9D37583C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52" creationId="{5417E4E8-2BA7-413B-BB97-43F021AA8F3A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54" creationId="{7FF35A1B-D4A6-4FE0-98C7-AAB020172CEC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55" creationId="{5641D2EB-1B38-4C88-9113-980CEA0AEA58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57" creationId="{1DA41128-45F1-476A-8890-3790ABA0BF99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59" creationId="{F2F56CB1-65BB-4FFB-BB2B-031BDFE46599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64" creationId="{27252E06-B3EE-44DB-BDBB-44DB5B54EC4D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80" creationId="{2390626E-9F96-4C65-AEE5-EA078461386F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85" creationId="{DD55054B-D7A2-4531-BD84-283D752EA1CD}"/>
          </ac:grpSpMkLst>
        </pc:grpChg>
        <pc:picChg chg="add mod">
          <ac:chgData name="Manuj Agrawal" userId="8275e378daeca5b2" providerId="LiveId" clId="{2F60D5BF-92F3-42BD-887B-00C76973D974}" dt="2021-12-16T10:42:29.977" v="3494" actId="1076"/>
          <ac:picMkLst>
            <pc:docMk/>
            <pc:sldMk cId="1433791846" sldId="534"/>
            <ac:picMk id="3" creationId="{B9B2E72F-45B4-4CE7-A8DA-5517690EDB3C}"/>
          </ac:picMkLst>
        </pc:picChg>
        <pc:picChg chg="add del mod modCrop">
          <ac:chgData name="Manuj Agrawal" userId="8275e378daeca5b2" providerId="LiveId" clId="{2F60D5BF-92F3-42BD-887B-00C76973D974}" dt="2021-12-16T10:43:30.882" v="3511" actId="21"/>
          <ac:picMkLst>
            <pc:docMk/>
            <pc:sldMk cId="1433791846" sldId="534"/>
            <ac:picMk id="6" creationId="{46F9F41D-F111-4432-918F-814B2FDB2409}"/>
          </ac:picMkLst>
        </pc:picChg>
        <pc:picChg chg="mod">
          <ac:chgData name="Manuj Agrawal" userId="8275e378daeca5b2" providerId="LiveId" clId="{2F60D5BF-92F3-42BD-887B-00C76973D974}" dt="2021-12-16T10:43:04.588" v="3502" actId="1076"/>
          <ac:picMkLst>
            <pc:docMk/>
            <pc:sldMk cId="1433791846" sldId="534"/>
            <ac:picMk id="79" creationId="{6B44FE31-685F-4E4F-9B9F-02703CD4B15F}"/>
          </ac:picMkLst>
        </pc:picChg>
        <pc:picChg chg="mod">
          <ac:chgData name="Manuj Agrawal" userId="8275e378daeca5b2" providerId="LiveId" clId="{2F60D5BF-92F3-42BD-887B-00C76973D974}" dt="2021-12-16T10:43:04.588" v="3502" actId="1076"/>
          <ac:picMkLst>
            <pc:docMk/>
            <pc:sldMk cId="1433791846" sldId="534"/>
            <ac:picMk id="84" creationId="{3995B7AE-C89D-4CFE-AF71-DA85C6E93142}"/>
          </ac:picMkLst>
        </pc:picChg>
        <pc:picChg chg="mod">
          <ac:chgData name="Manuj Agrawal" userId="8275e378daeca5b2" providerId="LiveId" clId="{2F60D5BF-92F3-42BD-887B-00C76973D974}" dt="2021-12-16T10:43:04.588" v="3502" actId="1076"/>
          <ac:picMkLst>
            <pc:docMk/>
            <pc:sldMk cId="1433791846" sldId="534"/>
            <ac:picMk id="87" creationId="{8152CC44-A468-4323-A418-0E0E79484038}"/>
          </ac:picMkLst>
        </pc:picChg>
        <pc:picChg chg="mod">
          <ac:chgData name="Manuj Agrawal" userId="8275e378daeca5b2" providerId="LiveId" clId="{2F60D5BF-92F3-42BD-887B-00C76973D974}" dt="2021-12-16T10:43:04.588" v="3502" actId="1076"/>
          <ac:picMkLst>
            <pc:docMk/>
            <pc:sldMk cId="1433791846" sldId="534"/>
            <ac:picMk id="92" creationId="{C72B0718-20DF-4658-BCB9-3DA30BB7B471}"/>
          </ac:picMkLst>
        </pc:picChg>
        <pc:cxnChg chg="mod">
          <ac:chgData name="Manuj Agrawal" userId="8275e378daeca5b2" providerId="LiveId" clId="{2F60D5BF-92F3-42BD-887B-00C76973D974}" dt="2021-12-16T10:43:04.588" v="3502" actId="1076"/>
          <ac:cxnSpMkLst>
            <pc:docMk/>
            <pc:sldMk cId="1433791846" sldId="534"/>
            <ac:cxnSpMk id="90" creationId="{B03587A8-C6C8-4EF9-8B28-40545EE32A86}"/>
          </ac:cxnSpMkLst>
        </pc:cxnChg>
        <pc:cxnChg chg="del">
          <ac:chgData name="Manuj Agrawal" userId="8275e378daeca5b2" providerId="LiveId" clId="{2F60D5BF-92F3-42BD-887B-00C76973D974}" dt="2021-12-16T10:37:50.643" v="3470" actId="478"/>
          <ac:cxnSpMkLst>
            <pc:docMk/>
            <pc:sldMk cId="1433791846" sldId="534"/>
            <ac:cxnSpMk id="91" creationId="{AAF94E5F-3FF2-48A0-A9D8-B6D31C793290}"/>
          </ac:cxnSpMkLst>
        </pc:cxnChg>
      </pc:sldChg>
      <pc:sldChg chg="addSp delSp modSp add del mod">
        <pc:chgData name="Manuj Agrawal" userId="8275e378daeca5b2" providerId="LiveId" clId="{2F60D5BF-92F3-42BD-887B-00C76973D974}" dt="2021-12-16T12:44:48.763" v="4832" actId="47"/>
        <pc:sldMkLst>
          <pc:docMk/>
          <pc:sldMk cId="2681940614" sldId="534"/>
        </pc:sldMkLst>
        <pc:spChg chg="mod topLvl">
          <ac:chgData name="Manuj Agrawal" userId="8275e378daeca5b2" providerId="LiveId" clId="{2F60D5BF-92F3-42BD-887B-00C76973D974}" dt="2021-12-16T12:39:13.335" v="4715" actId="1076"/>
          <ac:spMkLst>
            <pc:docMk/>
            <pc:sldMk cId="2681940614" sldId="534"/>
            <ac:spMk id="45" creationId="{E01BA280-68A2-4F5E-A532-DAC59FC86AE2}"/>
          </ac:spMkLst>
        </pc:spChg>
        <pc:spChg chg="add del 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48" creationId="{50E88AB8-0E8A-4B8F-BF4C-5A7A2BE619FE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49" creationId="{66F0EEBE-5749-408B-9D77-C14877346666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0" creationId="{FC1796D7-4431-425B-887D-A9F5BAD4A6C6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1" creationId="{27BAD25B-CB24-40D5-9596-490AED6D107B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2" creationId="{E62FBC7B-807F-4EEF-9943-3C548EB89CDC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3" creationId="{BCA224F7-8D69-41BC-8A3F-73EA4C4381F7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4" creationId="{508AE37E-8F9C-48F1-A8F8-C779160E6102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5" creationId="{2FFCDB83-0FBA-4BFC-AC6C-5682EAFA1466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6" creationId="{148B548D-A79E-4217-9C2F-4B941563846D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7" creationId="{E909DB23-6196-48F1-A18B-F8272C5CC8D8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8" creationId="{154B9685-D96C-41DD-AC18-A99263BC1A9E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9" creationId="{BF644DC1-1321-4730-8691-4714292229F2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0" creationId="{F22CBE75-6EEB-41C3-9465-6FD154C9E8CC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1" creationId="{3D718D99-3516-497D-B7A3-33034378FB6D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2" creationId="{83407C4E-DA66-43D0-B2CE-87F471319208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3" creationId="{C0D9CA8D-1D58-408A-8944-2ED40235DADE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4" creationId="{6928B5CF-1441-4D5E-81E2-7981CFEA2B46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5" creationId="{976CE6FE-4879-4AFD-A120-C45524E711E3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6" creationId="{7751AA0F-27FA-4536-A19B-278C80700E09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7" creationId="{2B54B7C8-9F9A-41C4-8FF3-2B74A59E5C30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8" creationId="{503F13FF-E140-4670-BC1B-81541D725F2C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9" creationId="{7A1674D3-DD67-46CF-A395-DB3D9E248A3D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70" creationId="{E7422E6C-CB65-4FA4-B173-BE96360B4FA1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71" creationId="{E146BDE8-3F4A-4A78-A115-C91929CED67C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72" creationId="{AB899852-E5B6-4836-B460-658AC3B7E677}"/>
          </ac:spMkLst>
        </pc:spChg>
        <pc:spChg chg="mod">
          <ac:chgData name="Manuj Agrawal" userId="8275e378daeca5b2" providerId="LiveId" clId="{2F60D5BF-92F3-42BD-887B-00C76973D974}" dt="2021-12-16T12:38:34.662" v="4712"/>
          <ac:spMkLst>
            <pc:docMk/>
            <pc:sldMk cId="2681940614" sldId="534"/>
            <ac:spMk id="75" creationId="{771AC148-31C0-4151-98AD-5489FCD584DE}"/>
          </ac:spMkLst>
        </pc:spChg>
        <pc:spChg chg="mod">
          <ac:chgData name="Manuj Agrawal" userId="8275e378daeca5b2" providerId="LiveId" clId="{2F60D5BF-92F3-42BD-887B-00C76973D974}" dt="2021-12-16T12:38:34.662" v="4712"/>
          <ac:spMkLst>
            <pc:docMk/>
            <pc:sldMk cId="2681940614" sldId="534"/>
            <ac:spMk id="76" creationId="{7C4AECC0-71EA-497F-B771-26BFE07A0A10}"/>
          </ac:spMkLst>
        </pc:spChg>
        <pc:spChg chg="mod">
          <ac:chgData name="Manuj Agrawal" userId="8275e378daeca5b2" providerId="LiveId" clId="{2F60D5BF-92F3-42BD-887B-00C76973D974}" dt="2021-12-16T12:38:34.662" v="4712"/>
          <ac:spMkLst>
            <pc:docMk/>
            <pc:sldMk cId="2681940614" sldId="534"/>
            <ac:spMk id="77" creationId="{703291C5-5662-4451-A873-A722D0C14D57}"/>
          </ac:spMkLst>
        </pc:spChg>
        <pc:grpChg chg="add mod">
          <ac:chgData name="Manuj Agrawal" userId="8275e378daeca5b2" providerId="LiveId" clId="{2F60D5BF-92F3-42BD-887B-00C76973D974}" dt="2021-12-16T12:38:54.329" v="4714" actId="164"/>
          <ac:grpSpMkLst>
            <pc:docMk/>
            <pc:sldMk cId="2681940614" sldId="534"/>
            <ac:grpSpMk id="4" creationId="{7A10F749-D9BB-4AC0-8111-47D32BBD2FC4}"/>
          </ac:grpSpMkLst>
        </pc:grpChg>
        <pc:grpChg chg="del">
          <ac:chgData name="Manuj Agrawal" userId="8275e378daeca5b2" providerId="LiveId" clId="{2F60D5BF-92F3-42BD-887B-00C76973D974}" dt="2021-12-16T12:38:30.862" v="4710" actId="165"/>
          <ac:grpSpMkLst>
            <pc:docMk/>
            <pc:sldMk cId="2681940614" sldId="534"/>
            <ac:grpSpMk id="43" creationId="{340C5DD3-96D8-4C48-AB0E-281B631957A6}"/>
          </ac:grpSpMkLst>
        </pc:grpChg>
        <pc:grpChg chg="mod topLvl">
          <ac:chgData name="Manuj Agrawal" userId="8275e378daeca5b2" providerId="LiveId" clId="{2F60D5BF-92F3-42BD-887B-00C76973D974}" dt="2021-12-16T12:38:54.329" v="4714" actId="164"/>
          <ac:grpSpMkLst>
            <pc:docMk/>
            <pc:sldMk cId="2681940614" sldId="534"/>
            <ac:grpSpMk id="44" creationId="{CAE2B3C0-26B3-4121-9E64-1ECA7AA5F85F}"/>
          </ac:grpSpMkLst>
        </pc:grpChg>
        <pc:grpChg chg="mod topLvl">
          <ac:chgData name="Manuj Agrawal" userId="8275e378daeca5b2" providerId="LiveId" clId="{2F60D5BF-92F3-42BD-887B-00C76973D974}" dt="2021-12-16T12:38:54.329" v="4714" actId="164"/>
          <ac:grpSpMkLst>
            <pc:docMk/>
            <pc:sldMk cId="2681940614" sldId="534"/>
            <ac:grpSpMk id="46" creationId="{5DE56760-72E5-4D64-9A66-722CF3DE884C}"/>
          </ac:grpSpMkLst>
        </pc:grpChg>
        <pc:grpChg chg="del mod topLvl">
          <ac:chgData name="Manuj Agrawal" userId="8275e378daeca5b2" providerId="LiveId" clId="{2F60D5BF-92F3-42BD-887B-00C76973D974}" dt="2021-12-16T12:38:33.478" v="4711" actId="478"/>
          <ac:grpSpMkLst>
            <pc:docMk/>
            <pc:sldMk cId="2681940614" sldId="534"/>
            <ac:grpSpMk id="47" creationId="{8983B7FC-DB42-45C6-9ED4-9CF61006804C}"/>
          </ac:grpSpMkLst>
        </pc:grpChg>
        <pc:grpChg chg="add mod">
          <ac:chgData name="Manuj Agrawal" userId="8275e378daeca5b2" providerId="LiveId" clId="{2F60D5BF-92F3-42BD-887B-00C76973D974}" dt="2021-12-16T12:38:54.329" v="4714" actId="164"/>
          <ac:grpSpMkLst>
            <pc:docMk/>
            <pc:sldMk cId="2681940614" sldId="534"/>
            <ac:grpSpMk id="74" creationId="{78B505B6-E08B-49E5-A299-FDB419A1844E}"/>
          </ac:grpSpMkLst>
        </pc:grpChg>
        <pc:graphicFrameChg chg="add del mod">
          <ac:chgData name="Manuj Agrawal" userId="8275e378daeca5b2" providerId="LiveId" clId="{2F60D5BF-92F3-42BD-887B-00C76973D974}" dt="2021-12-16T12:37:20.333" v="4695" actId="478"/>
          <ac:graphicFrameMkLst>
            <pc:docMk/>
            <pc:sldMk cId="2681940614" sldId="534"/>
            <ac:graphicFrameMk id="73" creationId="{35226FF3-4214-4B91-9A2F-41F39435BEB2}"/>
          </ac:graphicFrameMkLst>
        </pc:graphicFrameChg>
      </pc:sldChg>
      <pc:sldChg chg="addSp delSp modSp add del mod">
        <pc:chgData name="Manuj Agrawal" userId="8275e378daeca5b2" providerId="LiveId" clId="{2F60D5BF-92F3-42BD-887B-00C76973D974}" dt="2021-12-16T11:07:21.912" v="3752" actId="47"/>
        <pc:sldMkLst>
          <pc:docMk/>
          <pc:sldMk cId="3604502577" sldId="534"/>
        </pc:sldMkLst>
        <pc:spChg chg="add del">
          <ac:chgData name="Manuj Agrawal" userId="8275e378daeca5b2" providerId="LiveId" clId="{2F60D5BF-92F3-42BD-887B-00C76973D974}" dt="2021-12-16T11:00:52.331" v="3645" actId="478"/>
          <ac:spMkLst>
            <pc:docMk/>
            <pc:sldMk cId="3604502577" sldId="534"/>
            <ac:spMk id="41" creationId="{DBA8DA89-A2DC-4811-BE66-3F572C77600A}"/>
          </ac:spMkLst>
        </pc:spChg>
        <pc:spChg chg="add del">
          <ac:chgData name="Manuj Agrawal" userId="8275e378daeca5b2" providerId="LiveId" clId="{2F60D5BF-92F3-42BD-887B-00C76973D974}" dt="2021-12-16T11:00:52.713" v="3646" actId="478"/>
          <ac:spMkLst>
            <pc:docMk/>
            <pc:sldMk cId="3604502577" sldId="534"/>
            <ac:spMk id="43" creationId="{85EF82CE-87B7-4E23-B6A8-B72CEA821AF5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60" creationId="{33A08060-AB9E-4391-A073-8D2A8DBD1079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76" creationId="{12D62D5B-3AA6-40F9-86CF-FFAFF3404608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78" creationId="{034B9367-BAC7-4B57-B58A-4DB4B0827AB2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94" creationId="{13DAFD97-1C23-4353-A2AE-B6EB3CC61A2B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95" creationId="{105880D8-7C93-4D48-BF88-DD4D0F672FB0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96" creationId="{9A9E9846-0067-49C6-AD28-B15C7B1041A5}"/>
          </ac:spMkLst>
        </pc:spChg>
        <pc:spChg chg="del mod">
          <ac:chgData name="Manuj Agrawal" userId="8275e378daeca5b2" providerId="LiveId" clId="{2F60D5BF-92F3-42BD-887B-00C76973D974}" dt="2021-12-16T11:00:59.499" v="3651" actId="478"/>
          <ac:spMkLst>
            <pc:docMk/>
            <pc:sldMk cId="3604502577" sldId="534"/>
            <ac:spMk id="97" creationId="{294163C9-05E8-40FC-BEC4-5C2276263665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99" creationId="{940FC89E-3082-4F22-AAC3-B9564FEB0973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100" creationId="{8D1C9AB4-7FBA-4C1E-AF6F-9EAF3BD6557B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101" creationId="{EF67A1D3-60EE-45E1-A234-AFFB465AF389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102" creationId="{D02FEE64-9E09-4DE8-8456-7CD21B803AE9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103" creationId="{6CB3AC1A-2980-41B5-9667-1BA05FD8013C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106" creationId="{4CFA2CFA-975D-4E3A-AE8B-440EDF02F3E8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107" creationId="{204AA33C-C86E-4E3E-A0A0-CFF28F0C8F2E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108" creationId="{EE717161-EA56-4071-8505-268561DB46D1}"/>
          </ac:spMkLst>
        </pc:spChg>
        <pc:spChg chg="del mod">
          <ac:chgData name="Manuj Agrawal" userId="8275e378daeca5b2" providerId="LiveId" clId="{2F60D5BF-92F3-42BD-887B-00C76973D974}" dt="2021-12-16T11:01:01.041" v="3652" actId="478"/>
          <ac:spMkLst>
            <pc:docMk/>
            <pc:sldMk cId="3604502577" sldId="534"/>
            <ac:spMk id="137" creationId="{F1DEFC81-154B-4863-BF88-F9BA18B1E36F}"/>
          </ac:spMkLst>
        </pc:spChg>
        <pc:spChg chg="add del">
          <ac:chgData name="Manuj Agrawal" userId="8275e378daeca5b2" providerId="LiveId" clId="{2F60D5BF-92F3-42BD-887B-00C76973D974}" dt="2021-12-16T11:00:55.689" v="3649" actId="478"/>
          <ac:spMkLst>
            <pc:docMk/>
            <pc:sldMk cId="3604502577" sldId="534"/>
            <ac:spMk id="138" creationId="{4ACE7E4E-BA17-4B51-AC2A-9A9C69BCFE40}"/>
          </ac:spMkLst>
        </pc:spChg>
        <pc:spChg chg="del mod topLvl">
          <ac:chgData name="Manuj Agrawal" userId="8275e378daeca5b2" providerId="LiveId" clId="{2F60D5BF-92F3-42BD-887B-00C76973D974}" dt="2021-12-16T11:01:21.607" v="3660" actId="478"/>
          <ac:spMkLst>
            <pc:docMk/>
            <pc:sldMk cId="3604502577" sldId="534"/>
            <ac:spMk id="139" creationId="{540EECAE-831B-4CB6-8459-98E4AB841422}"/>
          </ac:spMkLst>
        </pc:spChg>
        <pc:grpChg chg="del mod topLvl">
          <ac:chgData name="Manuj Agrawal" userId="8275e378daeca5b2" providerId="LiveId" clId="{2F60D5BF-92F3-42BD-887B-00C76973D974}" dt="2021-12-16T11:02:03.605" v="3666" actId="478"/>
          <ac:grpSpMkLst>
            <pc:docMk/>
            <pc:sldMk cId="3604502577" sldId="534"/>
            <ac:grpSpMk id="5" creationId="{690AB963-BAD9-43C4-8CE6-F09BB9B2E500}"/>
          </ac:grpSpMkLst>
        </pc:grpChg>
        <pc:grpChg chg="add del mod topLvl">
          <ac:chgData name="Manuj Agrawal" userId="8275e378daeca5b2" providerId="LiveId" clId="{2F60D5BF-92F3-42BD-887B-00C76973D974}" dt="2021-12-16T11:01:15.869" v="3657" actId="165"/>
          <ac:grpSpMkLst>
            <pc:docMk/>
            <pc:sldMk cId="3604502577" sldId="534"/>
            <ac:grpSpMk id="7" creationId="{8EA8B7DE-6DA0-4DC0-AB9D-14D7E5C013BB}"/>
          </ac:grpSpMkLst>
        </pc:grpChg>
        <pc:grpChg chg="add del mod">
          <ac:chgData name="Manuj Agrawal" userId="8275e378daeca5b2" providerId="LiveId" clId="{2F60D5BF-92F3-42BD-887B-00C76973D974}" dt="2021-12-16T11:01:07.061" v="3653" actId="165"/>
          <ac:grpSpMkLst>
            <pc:docMk/>
            <pc:sldMk cId="3604502577" sldId="534"/>
            <ac:grpSpMk id="8" creationId="{1C29756D-D22B-43CF-AA7F-1652B1912B09}"/>
          </ac:grpSpMkLst>
        </pc:grpChg>
        <pc:grpChg chg="del mod topLvl">
          <ac:chgData name="Manuj Agrawal" userId="8275e378daeca5b2" providerId="LiveId" clId="{2F60D5BF-92F3-42BD-887B-00C76973D974}" dt="2021-12-16T11:01:17.734" v="3658" actId="478"/>
          <ac:grpSpMkLst>
            <pc:docMk/>
            <pc:sldMk cId="3604502577" sldId="534"/>
            <ac:grpSpMk id="53" creationId="{EAF106A2-8F05-47DB-894B-A09493DDB156}"/>
          </ac:grpSpMkLst>
        </pc:grpChg>
        <pc:grpChg chg="mod">
          <ac:chgData name="Manuj Agrawal" userId="8275e378daeca5b2" providerId="LiveId" clId="{2F60D5BF-92F3-42BD-887B-00C76973D974}" dt="2021-12-16T11:01:15.869" v="3657" actId="165"/>
          <ac:grpSpMkLst>
            <pc:docMk/>
            <pc:sldMk cId="3604502577" sldId="534"/>
            <ac:grpSpMk id="58" creationId="{8E7D132B-B52E-417A-A24C-9E5C98CEB677}"/>
          </ac:grpSpMkLst>
        </pc:grpChg>
        <pc:grpChg chg="mod">
          <ac:chgData name="Manuj Agrawal" userId="8275e378daeca5b2" providerId="LiveId" clId="{2F60D5BF-92F3-42BD-887B-00C76973D974}" dt="2021-12-16T11:01:15.869" v="3657" actId="165"/>
          <ac:grpSpMkLst>
            <pc:docMk/>
            <pc:sldMk cId="3604502577" sldId="534"/>
            <ac:grpSpMk id="62" creationId="{DE9674E7-F96C-4386-B907-5AE249DCD39F}"/>
          </ac:grpSpMkLst>
        </pc:grpChg>
        <pc:grpChg chg="mod">
          <ac:chgData name="Manuj Agrawal" userId="8275e378daeca5b2" providerId="LiveId" clId="{2F60D5BF-92F3-42BD-887B-00C76973D974}" dt="2021-12-16T11:01:15.869" v="3657" actId="165"/>
          <ac:grpSpMkLst>
            <pc:docMk/>
            <pc:sldMk cId="3604502577" sldId="534"/>
            <ac:grpSpMk id="63" creationId="{8D3BA3CF-8F64-49CE-B3FF-0989202D80DD}"/>
          </ac:grpSpMkLst>
        </pc:grpChg>
        <pc:grpChg chg="del mod">
          <ac:chgData name="Manuj Agrawal" userId="8275e378daeca5b2" providerId="LiveId" clId="{2F60D5BF-92F3-42BD-887B-00C76973D974}" dt="2021-12-16T11:00:59.499" v="3651" actId="478"/>
          <ac:grpSpMkLst>
            <pc:docMk/>
            <pc:sldMk cId="3604502577" sldId="534"/>
            <ac:grpSpMk id="73" creationId="{6D61F148-EB1B-44C0-B475-C61534E20FCC}"/>
          </ac:grpSpMkLst>
        </pc:grpChg>
        <pc:grpChg chg="del">
          <ac:chgData name="Manuj Agrawal" userId="8275e378daeca5b2" providerId="LiveId" clId="{2F60D5BF-92F3-42BD-887B-00C76973D974}" dt="2021-12-16T11:00:22.497" v="3638" actId="478"/>
          <ac:grpSpMkLst>
            <pc:docMk/>
            <pc:sldMk cId="3604502577" sldId="534"/>
            <ac:grpSpMk id="110" creationId="{3A81A663-1CDB-45E2-8486-FAB57EB53B2D}"/>
          </ac:grpSpMkLst>
        </pc:grpChg>
        <pc:picChg chg="del mod">
          <ac:chgData name="Manuj Agrawal" userId="8275e378daeca5b2" providerId="LiveId" clId="{2F60D5BF-92F3-42BD-887B-00C76973D974}" dt="2021-12-16T11:00:57.601" v="3650" actId="478"/>
          <ac:picMkLst>
            <pc:docMk/>
            <pc:sldMk cId="3604502577" sldId="534"/>
            <ac:picMk id="3" creationId="{33C3C2D5-BA8C-45F6-8C70-8BB51D980F14}"/>
          </ac:picMkLst>
        </pc:picChg>
        <pc:picChg chg="add del mod modCrop">
          <ac:chgData name="Manuj Agrawal" userId="8275e378daeca5b2" providerId="LiveId" clId="{2F60D5BF-92F3-42BD-887B-00C76973D974}" dt="2021-12-16T11:02:14.717" v="3669" actId="21"/>
          <ac:picMkLst>
            <pc:docMk/>
            <pc:sldMk cId="3604502577" sldId="534"/>
            <ac:picMk id="4" creationId="{0DED2D67-D1FF-4501-A0FB-27F7A2B25FC7}"/>
          </ac:picMkLst>
        </pc:picChg>
        <pc:picChg chg="mod">
          <ac:chgData name="Manuj Agrawal" userId="8275e378daeca5b2" providerId="LiveId" clId="{2F60D5BF-92F3-42BD-887B-00C76973D974}" dt="2021-12-16T11:01:15.869" v="3657" actId="165"/>
          <ac:picMkLst>
            <pc:docMk/>
            <pc:sldMk cId="3604502577" sldId="534"/>
            <ac:picMk id="109" creationId="{441CFB2E-7D97-4BA6-9ED5-2D5E04BDF68C}"/>
          </ac:picMkLst>
        </pc:picChg>
        <pc:picChg chg="mod">
          <ac:chgData name="Manuj Agrawal" userId="8275e378daeca5b2" providerId="LiveId" clId="{2F60D5BF-92F3-42BD-887B-00C76973D974}" dt="2021-12-16T11:01:15.869" v="3657" actId="165"/>
          <ac:picMkLst>
            <pc:docMk/>
            <pc:sldMk cId="3604502577" sldId="534"/>
            <ac:picMk id="118" creationId="{F3969BD9-5B9C-4540-A46B-22AFF0F59406}"/>
          </ac:picMkLst>
        </pc:picChg>
        <pc:cxnChg chg="del mod topLvl">
          <ac:chgData name="Manuj Agrawal" userId="8275e378daeca5b2" providerId="LiveId" clId="{2F60D5BF-92F3-42BD-887B-00C76973D974}" dt="2021-12-16T11:01:09.359" v="3654" actId="478"/>
          <ac:cxnSpMkLst>
            <pc:docMk/>
            <pc:sldMk cId="3604502577" sldId="534"/>
            <ac:cxnSpMk id="115" creationId="{379C1F61-62F3-4164-8764-F90ADC8EACA6}"/>
          </ac:cxnSpMkLst>
        </pc:cxnChg>
        <pc:cxnChg chg="del">
          <ac:chgData name="Manuj Agrawal" userId="8275e378daeca5b2" providerId="LiveId" clId="{2F60D5BF-92F3-42BD-887B-00C76973D974}" dt="2021-12-16T11:00:22.497" v="3638" actId="478"/>
          <ac:cxnSpMkLst>
            <pc:docMk/>
            <pc:sldMk cId="3604502577" sldId="534"/>
            <ac:cxnSpMk id="116" creationId="{A0A21283-DDAE-46BA-847A-2ECD2FD8E10A}"/>
          </ac:cxnSpMkLst>
        </pc:cxnChg>
      </pc:sldChg>
      <pc:sldChg chg="addSp delSp modSp add mod">
        <pc:chgData name="Manuj Agrawal" userId="8275e378daeca5b2" providerId="LiveId" clId="{2F60D5BF-92F3-42BD-887B-00C76973D974}" dt="2021-12-16T12:47:19.510" v="4835" actId="1076"/>
        <pc:sldMkLst>
          <pc:docMk/>
          <pc:sldMk cId="1475965068" sldId="535"/>
        </pc:sldMkLst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" creationId="{DCE10E9D-7ED0-4E0A-B6DB-B4FB95559EB8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10" creationId="{69AFB34B-4609-4CCB-A053-89F6818C6EB1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11" creationId="{DC9EAA29-BA8F-4D8A-A4B0-7EE13A647F8D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15" creationId="{A031F14A-3CF1-47D5-A774-25EF10AF8BC6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16" creationId="{A5873D64-51DD-4B2F-9B73-DFED3489ABC7}"/>
          </ac:spMkLst>
        </pc:spChg>
        <pc:spChg chg="mod">
          <ac:chgData name="Manuj Agrawal" userId="8275e378daeca5b2" providerId="LiveId" clId="{2F60D5BF-92F3-42BD-887B-00C76973D974}" dt="2021-12-16T12:47:19.510" v="4835" actId="1076"/>
          <ac:spMkLst>
            <pc:docMk/>
            <pc:sldMk cId="1475965068" sldId="535"/>
            <ac:spMk id="17" creationId="{B5C1152F-7231-435A-B06E-64C56434D480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18" creationId="{4404F841-ABDF-496C-89FD-82282A536C7D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19" creationId="{96B4E7E2-1305-4A9F-B103-AA815DDFEB96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0" creationId="{9163CE2E-4075-43F6-B3C8-6D888F74F0EC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1" creationId="{05EFDBB0-AD6F-4EF8-BD3B-3FA65C0E1323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2" creationId="{CA1D4342-C308-4551-92F4-FDC5E83207C7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3" creationId="{1DBFF062-90D5-4E69-BF06-12FD9FD5AE74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6" creationId="{0C072908-626F-4034-9DF6-AB9BDF604F8C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7" creationId="{729A1C33-B914-4645-85C4-3EC88F9F6915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8" creationId="{933DE2C3-D398-4C68-9DD0-3252C1B64626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9" creationId="{4AE5FD80-6163-4A16-AC0B-F20111A1D8A7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30" creationId="{80AA8F74-7FB5-4323-89E0-D7E0027C3B31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31" creationId="{CB885069-920C-44DA-B425-2F7EED2F3917}"/>
          </ac:spMkLst>
        </pc:spChg>
        <pc:spChg chg="mod topLvl">
          <ac:chgData name="Manuj Agrawal" userId="8275e378daeca5b2" providerId="LiveId" clId="{2F60D5BF-92F3-42BD-887B-00C76973D974}" dt="2021-12-16T12:44:44.726" v="4831" actId="1076"/>
          <ac:spMkLst>
            <pc:docMk/>
            <pc:sldMk cId="1475965068" sldId="535"/>
            <ac:spMk id="32" creationId="{2CF2D752-B20A-40F5-ABDF-15F7C2E2032F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33" creationId="{94BB5CC6-1E9E-4E22-BBED-9D5D3B6BA515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34" creationId="{AAF0C1A4-78A6-4827-B7FE-FEB289DC72A7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35" creationId="{0562A80B-C64B-437D-8F11-B34DCD8275A9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36" creationId="{BD1F623B-362B-41BB-9030-6E1A6BA5D18C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37" creationId="{11EA0434-1CE9-47E8-9246-CFC05ACF2514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38" creationId="{450716AF-539D-45EA-9D9D-42627778895A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41" creationId="{38FB1961-5E8A-4582-A865-B57597837AA5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42" creationId="{5F2B853A-5A16-4B07-B9B0-A2180EDCD887}"/>
          </ac:spMkLst>
        </pc:spChg>
        <pc:spChg chg="mod">
          <ac:chgData name="Manuj Agrawal" userId="8275e378daeca5b2" providerId="LiveId" clId="{2F60D5BF-92F3-42BD-887B-00C76973D974}" dt="2021-12-16T12:44:28.281" v="4827" actId="403"/>
          <ac:spMkLst>
            <pc:docMk/>
            <pc:sldMk cId="1475965068" sldId="535"/>
            <ac:spMk id="45" creationId="{E01BA280-68A2-4F5E-A532-DAC59FC86AE2}"/>
          </ac:spMkLst>
        </pc:spChg>
        <pc:spChg chg="mod">
          <ac:chgData name="Manuj Agrawal" userId="8275e378daeca5b2" providerId="LiveId" clId="{2F60D5BF-92F3-42BD-887B-00C76973D974}" dt="2021-12-16T12:43:55.615" v="4822" actId="1076"/>
          <ac:spMkLst>
            <pc:docMk/>
            <pc:sldMk cId="1475965068" sldId="535"/>
            <ac:spMk id="70" creationId="{E7422E6C-CB65-4FA4-B173-BE96360B4FA1}"/>
          </ac:spMkLst>
        </pc:spChg>
        <pc:spChg chg="mod">
          <ac:chgData name="Manuj Agrawal" userId="8275e378daeca5b2" providerId="LiveId" clId="{2F60D5BF-92F3-42BD-887B-00C76973D974}" dt="2021-12-16T12:43:58.215" v="4823" actId="1076"/>
          <ac:spMkLst>
            <pc:docMk/>
            <pc:sldMk cId="1475965068" sldId="535"/>
            <ac:spMk id="71" creationId="{E146BDE8-3F4A-4A78-A115-C91929CED67C}"/>
          </ac:spMkLst>
        </pc:spChg>
        <pc:spChg chg="mod topLvl">
          <ac:chgData name="Manuj Agrawal" userId="8275e378daeca5b2" providerId="LiveId" clId="{2F60D5BF-92F3-42BD-887B-00C76973D974}" dt="2021-12-16T12:44:39.262" v="4830" actId="1076"/>
          <ac:spMkLst>
            <pc:docMk/>
            <pc:sldMk cId="1475965068" sldId="535"/>
            <ac:spMk id="80" creationId="{654F8385-0BAD-4C7E-83BA-10C94D568947}"/>
          </ac:spMkLst>
        </pc:spChg>
        <pc:spChg chg="mod">
          <ac:chgData name="Manuj Agrawal" userId="8275e378daeca5b2" providerId="LiveId" clId="{2F60D5BF-92F3-42BD-887B-00C76973D974}" dt="2021-12-16T12:43:23.432" v="4818" actId="6549"/>
          <ac:spMkLst>
            <pc:docMk/>
            <pc:sldMk cId="1475965068" sldId="535"/>
            <ac:spMk id="83" creationId="{E6827EAF-17CF-4397-875A-FCFF4F120C49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84" creationId="{640AE9E3-EAF3-475B-B4C2-9DB118DC033C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85" creationId="{9F507C23-B54B-407B-82BA-759551DE5415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86" creationId="{E3D981D0-DD9A-4A7E-8109-7856F90EF474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87" creationId="{62FD5D90-0952-4426-B2C0-527CA47B79B1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88" creationId="{F702F030-23DA-4F16-9856-9F34F3BFFDAE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89" creationId="{C92F04B7-D60B-4702-AAE2-752CE926DBF1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0" creationId="{8FDBC907-397D-41C1-8744-B7564CA0CDE6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1" creationId="{E40C9FCB-B2C3-41DA-AD0E-414123FC565E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2" creationId="{C74E020E-051B-44FE-8F73-8B28953C853B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3" creationId="{150B10B5-95A1-4AEE-B905-CC8D34C2C699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4" creationId="{863CDBD8-59E5-476D-AED5-2AB95F330DE7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5" creationId="{8C98A3D9-A9C2-4186-806A-B199604EF02B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6" creationId="{66681A01-2338-4BA7-BFB6-BB4A386B2095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7" creationId="{908C564B-0683-4B91-BD30-0A1C6F267E17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8" creationId="{717D9B40-50AA-492C-83DB-38721BA6E215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9" creationId="{8C0763F7-E001-4F27-BED0-9F751106E805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100" creationId="{1FDF6BCC-1B17-46B2-9582-A11E16562A90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101" creationId="{1460BCD3-7743-4143-AC8B-4E0E8C093CCF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102" creationId="{86DDDFEA-1581-4AA0-BC72-EBFA75F8D717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103" creationId="{A266C59A-A03E-417B-B2DB-1CAE15419E12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104" creationId="{80C4C426-68DC-41F5-9E95-4BA3270653F2}"/>
          </ac:spMkLst>
        </pc:spChg>
        <pc:spChg chg="mod">
          <ac:chgData name="Manuj Agrawal" userId="8275e378daeca5b2" providerId="LiveId" clId="{2F60D5BF-92F3-42BD-887B-00C76973D974}" dt="2021-12-16T12:43:47.055" v="4821" actId="1076"/>
          <ac:spMkLst>
            <pc:docMk/>
            <pc:sldMk cId="1475965068" sldId="535"/>
            <ac:spMk id="105" creationId="{EB0E2258-13DB-46F6-A2AE-A3CB58CE3BA0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106" creationId="{E4AAC69F-474D-45D1-9261-3B979ECF66E9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107" creationId="{38DAADEA-8730-45B1-9F7A-7D74537E91A7}"/>
          </ac:spMkLst>
        </pc:spChg>
        <pc:spChg chg="add del mod">
          <ac:chgData name="Manuj Agrawal" userId="8275e378daeca5b2" providerId="LiveId" clId="{2F60D5BF-92F3-42BD-887B-00C76973D974}" dt="2021-12-16T12:43:26.334" v="4819" actId="478"/>
          <ac:spMkLst>
            <pc:docMk/>
            <pc:sldMk cId="1475965068" sldId="535"/>
            <ac:spMk id="108" creationId="{7387E029-930A-4D59-98A0-638A83CEFE1D}"/>
          </ac:spMkLst>
        </pc:spChg>
        <pc:grpChg chg="mod topLvl">
          <ac:chgData name="Manuj Agrawal" userId="8275e378daeca5b2" providerId="LiveId" clId="{2F60D5BF-92F3-42BD-887B-00C76973D974}" dt="2021-12-16T12:41:40" v="4802" actId="1076"/>
          <ac:grpSpMkLst>
            <pc:docMk/>
            <pc:sldMk cId="1475965068" sldId="535"/>
            <ac:grpSpMk id="3" creationId="{F4391A03-92C1-4B84-8642-9391DAABF48A}"/>
          </ac:grpSpMkLst>
        </pc:grpChg>
        <pc:grpChg chg="mod topLvl">
          <ac:chgData name="Manuj Agrawal" userId="8275e378daeca5b2" providerId="LiveId" clId="{2F60D5BF-92F3-42BD-887B-00C76973D974}" dt="2021-12-16T12:41:40" v="4802" actId="1076"/>
          <ac:grpSpMkLst>
            <pc:docMk/>
            <pc:sldMk cId="1475965068" sldId="535"/>
            <ac:grpSpMk id="5" creationId="{234A7837-CC53-42B0-9509-B9DDD714E3C1}"/>
          </ac:grpSpMkLst>
        </pc:grpChg>
        <pc:grpChg chg="mod topLvl">
          <ac:chgData name="Manuj Agrawal" userId="8275e378daeca5b2" providerId="LiveId" clId="{2F60D5BF-92F3-42BD-887B-00C76973D974}" dt="2021-12-16T12:41:40" v="4802" actId="1076"/>
          <ac:grpSpMkLst>
            <pc:docMk/>
            <pc:sldMk cId="1475965068" sldId="535"/>
            <ac:grpSpMk id="6" creationId="{9EAA7019-067C-4E88-B918-13FF27087EB4}"/>
          </ac:grpSpMkLst>
        </pc:grpChg>
        <pc:grpChg chg="del">
          <ac:chgData name="Manuj Agrawal" userId="8275e378daeca5b2" providerId="LiveId" clId="{2F60D5BF-92F3-42BD-887B-00C76973D974}" dt="2021-12-16T12:41:23.758" v="4800" actId="165"/>
          <ac:grpSpMkLst>
            <pc:docMk/>
            <pc:sldMk cId="1475965068" sldId="535"/>
            <ac:grpSpMk id="7" creationId="{E2C4FD58-6947-4210-A0F2-E77B5FEE4F3F}"/>
          </ac:grpSpMkLst>
        </pc:grpChg>
        <pc:grpChg chg="add mod">
          <ac:chgData name="Manuj Agrawal" userId="8275e378daeca5b2" providerId="LiveId" clId="{2F60D5BF-92F3-42BD-887B-00C76973D974}" dt="2021-12-16T12:42:16.823" v="4809" actId="1076"/>
          <ac:grpSpMkLst>
            <pc:docMk/>
            <pc:sldMk cId="1475965068" sldId="535"/>
            <ac:grpSpMk id="8" creationId="{204F082F-7BAD-4286-ABA3-C24C5FAA9099}"/>
          </ac:grpSpMkLst>
        </pc:grpChg>
        <pc:grpChg chg="add del mod">
          <ac:chgData name="Manuj Agrawal" userId="8275e378daeca5b2" providerId="LiveId" clId="{2F60D5BF-92F3-42BD-887B-00C76973D974}" dt="2021-12-16T12:41:51.561" v="4804" actId="165"/>
          <ac:grpSpMkLst>
            <pc:docMk/>
            <pc:sldMk cId="1475965068" sldId="535"/>
            <ac:grpSpMk id="78" creationId="{7BCE5C45-FCD8-40D7-9CF4-A08E6FBBA9CC}"/>
          </ac:grpSpMkLst>
        </pc:grpChg>
        <pc:grpChg chg="mod topLvl">
          <ac:chgData name="Manuj Agrawal" userId="8275e378daeca5b2" providerId="LiveId" clId="{2F60D5BF-92F3-42BD-887B-00C76973D974}" dt="2021-12-16T12:42:12.332" v="4808" actId="164"/>
          <ac:grpSpMkLst>
            <pc:docMk/>
            <pc:sldMk cId="1475965068" sldId="535"/>
            <ac:grpSpMk id="79" creationId="{DC8E7528-3DA1-4DF2-BAB4-E38341E8085F}"/>
          </ac:grpSpMkLst>
        </pc:grpChg>
        <pc:grpChg chg="mod topLvl">
          <ac:chgData name="Manuj Agrawal" userId="8275e378daeca5b2" providerId="LiveId" clId="{2F60D5BF-92F3-42BD-887B-00C76973D974}" dt="2021-12-16T12:42:12.332" v="4808" actId="164"/>
          <ac:grpSpMkLst>
            <pc:docMk/>
            <pc:sldMk cId="1475965068" sldId="535"/>
            <ac:grpSpMk id="81" creationId="{B67B4809-685E-411B-8C27-CD2EA7CAFEFD}"/>
          </ac:grpSpMkLst>
        </pc:grpChg>
        <pc:grpChg chg="mod topLvl">
          <ac:chgData name="Manuj Agrawal" userId="8275e378daeca5b2" providerId="LiveId" clId="{2F60D5BF-92F3-42BD-887B-00C76973D974}" dt="2021-12-16T12:42:12.332" v="4808" actId="164"/>
          <ac:grpSpMkLst>
            <pc:docMk/>
            <pc:sldMk cId="1475965068" sldId="535"/>
            <ac:grpSpMk id="82" creationId="{7A4C84C2-17A5-4606-9C7D-810F983E0601}"/>
          </ac:grpSpMkLst>
        </pc:grpChg>
        <pc:graphicFrameChg chg="add del mod">
          <ac:chgData name="Manuj Agrawal" userId="8275e378daeca5b2" providerId="LiveId" clId="{2F60D5BF-92F3-42BD-887B-00C76973D974}" dt="2021-12-16T12:41:07.713" v="4796" actId="478"/>
          <ac:graphicFrameMkLst>
            <pc:docMk/>
            <pc:sldMk cId="1475965068" sldId="535"/>
            <ac:graphicFrameMk id="73" creationId="{534B7FA7-6785-4C19-AAFE-0F2C1D906A38}"/>
          </ac:graphicFrameMkLst>
        </pc:graphicFrameChg>
      </pc:sldChg>
      <pc:sldChg chg="modSp add del mod">
        <pc:chgData name="Manuj Agrawal" userId="8275e378daeca5b2" providerId="LiveId" clId="{2F60D5BF-92F3-42BD-887B-00C76973D974}" dt="2021-12-16T12:57:32.877" v="4867" actId="47"/>
        <pc:sldMkLst>
          <pc:docMk/>
          <pc:sldMk cId="1093973840" sldId="536"/>
        </pc:sldMkLst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2" creationId="{C0046995-35DB-4CD5-8EA0-D314D18C554F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25" creationId="{FBBD35E2-E370-4457-A175-6A7760C60CA3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26" creationId="{4F7A0A56-5A4F-4853-84B4-6ECF303820AE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27" creationId="{C5A62A9D-3C90-4254-AE70-D0BC8CD29EC1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29" creationId="{04FA2443-2A85-4F3F-9B21-A964FFE126DF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31" creationId="{541E8C9A-260B-4280-94B5-96A5D60CEFCA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33" creationId="{7C56984E-95EB-46E6-9DCC-AA748DA60599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34" creationId="{103C3DC8-3635-4A43-8979-C0AC7E06D5F7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39" creationId="{2AAC8271-857F-47BE-8CF8-7B1B6B0CE55A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40" creationId="{284B7AB0-D023-4BA2-90BA-6ECA6F1B505C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41" creationId="{1F3AF49F-8E80-4C87-B0E3-2618D3F2F058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42" creationId="{01BE78B5-2572-4A54-B5F3-A56A1EB37894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43" creationId="{3198863A-A8FA-4BF4-B2ED-8B280EF173F2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52" creationId="{F1BBE0CD-E212-4024-A3B3-508555575C94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85" creationId="{35E5A22A-447A-4BB7-84E6-6149A5C17C9B}"/>
          </ac:spMkLst>
        </pc:s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19" creationId="{B9B2B211-910C-460F-B5A6-6982ECBB25EB}"/>
          </ac:grpSpMkLst>
        </pc:gr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47" creationId="{9C35E17D-7AFC-4E53-AFF1-2E9256447FB9}"/>
          </ac:grpSpMkLst>
        </pc:gr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50" creationId="{58904515-C5F4-4E38-97EF-A860E3244757}"/>
          </ac:grpSpMkLst>
        </pc:gr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51" creationId="{FBCBF621-EC5B-410B-B2F2-0AB702B42827}"/>
          </ac:grpSpMkLst>
        </pc:gr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53" creationId="{AE499787-5A88-483A-90D7-49DE5F316FEA}"/>
          </ac:grpSpMkLst>
        </pc:gr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56" creationId="{7540147C-7C30-456C-AB2F-7EEACC076639}"/>
          </ac:grpSpMkLst>
        </pc:gr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59" creationId="{7C5BE847-D081-46D4-B659-E1A8D2105019}"/>
          </ac:grpSpMkLst>
        </pc:gr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76" creationId="{A0CFF57B-13D7-491E-8446-DDEA0D925386}"/>
          </ac:grpSpMkLst>
        </pc:gr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82" creationId="{8166453F-1B54-41A3-8314-EACF465B9CBD}"/>
          </ac:grpSpMkLst>
        </pc:grpChg>
      </pc:sldChg>
      <pc:sldChg chg="modSp add mod">
        <pc:chgData name="Manuj Agrawal" userId="8275e378daeca5b2" providerId="LiveId" clId="{2F60D5BF-92F3-42BD-887B-00C76973D974}" dt="2021-12-16T13:55:40.756" v="5076" actId="115"/>
        <pc:sldMkLst>
          <pc:docMk/>
          <pc:sldMk cId="1444475964" sldId="536"/>
        </pc:sldMkLst>
        <pc:spChg chg="mod">
          <ac:chgData name="Manuj Agrawal" userId="8275e378daeca5b2" providerId="LiveId" clId="{2F60D5BF-92F3-42BD-887B-00C76973D974}" dt="2021-12-16T13:55:38.901" v="5075" actId="115"/>
          <ac:spMkLst>
            <pc:docMk/>
            <pc:sldMk cId="1444475964" sldId="536"/>
            <ac:spMk id="7" creationId="{CEF5092C-0C6E-42AA-BA33-28BFEB4D686E}"/>
          </ac:spMkLst>
        </pc:spChg>
        <pc:spChg chg="mod">
          <ac:chgData name="Manuj Agrawal" userId="8275e378daeca5b2" providerId="LiveId" clId="{2F60D5BF-92F3-42BD-887B-00C76973D974}" dt="2021-12-16T13:55:26.167" v="5071" actId="115"/>
          <ac:spMkLst>
            <pc:docMk/>
            <pc:sldMk cId="1444475964" sldId="536"/>
            <ac:spMk id="23" creationId="{31F97383-42DD-454C-A1EC-15B653DD6CEE}"/>
          </ac:spMkLst>
        </pc:spChg>
        <pc:spChg chg="mod">
          <ac:chgData name="Manuj Agrawal" userId="8275e378daeca5b2" providerId="LiveId" clId="{2F60D5BF-92F3-42BD-887B-00C76973D974}" dt="2021-12-16T13:55:40.756" v="5076" actId="115"/>
          <ac:spMkLst>
            <pc:docMk/>
            <pc:sldMk cId="1444475964" sldId="536"/>
            <ac:spMk id="33" creationId="{BFE2E1D2-8CC4-43CB-A6BD-B6249E952A6A}"/>
          </ac:spMkLst>
        </pc:spChg>
        <pc:spChg chg="mod">
          <ac:chgData name="Manuj Agrawal" userId="8275e378daeca5b2" providerId="LiveId" clId="{2F60D5BF-92F3-42BD-887B-00C76973D974}" dt="2021-12-16T13:55:33.068" v="5073" actId="115"/>
          <ac:spMkLst>
            <pc:docMk/>
            <pc:sldMk cId="1444475964" sldId="536"/>
            <ac:spMk id="34" creationId="{E8747200-3F36-4707-8938-BEE37C1C1868}"/>
          </ac:spMkLst>
        </pc:spChg>
      </pc:sldChg>
    </pc:docChg>
  </pc:docChgLst>
  <pc:docChgLst>
    <pc:chgData name="Manuj" userId="1a07f523-e16f-486a-b610-37539cc763a0" providerId="ADAL" clId="{BADCAD8F-9DF4-483D-B37A-A884F5ACEA34}"/>
    <pc:docChg chg="undo custSel delSld modSld modMainMaster">
      <pc:chgData name="Manuj" userId="1a07f523-e16f-486a-b610-37539cc763a0" providerId="ADAL" clId="{BADCAD8F-9DF4-483D-B37A-A884F5ACEA34}" dt="2023-12-01T07:15:15.501" v="73" actId="20577"/>
      <pc:docMkLst>
        <pc:docMk/>
      </pc:docMkLst>
      <pc:sldChg chg="addSp delSp modSp mod setBg">
        <pc:chgData name="Manuj" userId="1a07f523-e16f-486a-b610-37539cc763a0" providerId="ADAL" clId="{BADCAD8F-9DF4-483D-B37A-A884F5ACEA34}" dt="2023-11-29T11:54:10.134" v="69" actId="1076"/>
        <pc:sldMkLst>
          <pc:docMk/>
          <pc:sldMk cId="2856650110" sldId="566"/>
        </pc:sldMkLst>
        <pc:spChg chg="del">
          <ac:chgData name="Manuj" userId="1a07f523-e16f-486a-b610-37539cc763a0" providerId="ADAL" clId="{BADCAD8F-9DF4-483D-B37A-A884F5ACEA34}" dt="2023-11-29T09:31:22.090" v="36" actId="478"/>
          <ac:spMkLst>
            <pc:docMk/>
            <pc:sldMk cId="2856650110" sldId="566"/>
            <ac:spMk id="4" creationId="{AE44E577-F54B-1115-82EA-3CD5A5313247}"/>
          </ac:spMkLst>
        </pc:spChg>
        <pc:spChg chg="add mod">
          <ac:chgData name="Manuj" userId="1a07f523-e16f-486a-b610-37539cc763a0" providerId="ADAL" clId="{BADCAD8F-9DF4-483D-B37A-A884F5ACEA34}" dt="2023-11-29T09:31:23.612" v="37"/>
          <ac:spMkLst>
            <pc:docMk/>
            <pc:sldMk cId="2856650110" sldId="566"/>
            <ac:spMk id="5" creationId="{F0EC871F-F600-DB79-D206-8A475D1BDB11}"/>
          </ac:spMkLst>
        </pc:spChg>
        <pc:spChg chg="del">
          <ac:chgData name="Manuj" userId="1a07f523-e16f-486a-b610-37539cc763a0" providerId="ADAL" clId="{BADCAD8F-9DF4-483D-B37A-A884F5ACEA34}" dt="2023-11-29T09:31:22.090" v="36" actId="478"/>
          <ac:spMkLst>
            <pc:docMk/>
            <pc:sldMk cId="2856650110" sldId="566"/>
            <ac:spMk id="10" creationId="{E8CE414E-7B37-1738-E81D-A2B610236E16}"/>
          </ac:spMkLst>
        </pc:spChg>
        <pc:spChg chg="del">
          <ac:chgData name="Manuj" userId="1a07f523-e16f-486a-b610-37539cc763a0" providerId="ADAL" clId="{BADCAD8F-9DF4-483D-B37A-A884F5ACEA34}" dt="2023-11-29T09:31:22.090" v="36" actId="478"/>
          <ac:spMkLst>
            <pc:docMk/>
            <pc:sldMk cId="2856650110" sldId="566"/>
            <ac:spMk id="11" creationId="{143F27E0-733D-9B4F-386E-AB7FF86955D5}"/>
          </ac:spMkLst>
        </pc:spChg>
        <pc:spChg chg="del">
          <ac:chgData name="Manuj" userId="1a07f523-e16f-486a-b610-37539cc763a0" providerId="ADAL" clId="{BADCAD8F-9DF4-483D-B37A-A884F5ACEA34}" dt="2023-11-29T09:31:22.090" v="36" actId="478"/>
          <ac:spMkLst>
            <pc:docMk/>
            <pc:sldMk cId="2856650110" sldId="566"/>
            <ac:spMk id="16" creationId="{406E45B0-1E65-8BF1-E0CB-5BE6FFC0905E}"/>
          </ac:spMkLst>
        </pc:spChg>
        <pc:spChg chg="del">
          <ac:chgData name="Manuj" userId="1a07f523-e16f-486a-b610-37539cc763a0" providerId="ADAL" clId="{BADCAD8F-9DF4-483D-B37A-A884F5ACEA34}" dt="2023-11-29T09:31:22.090" v="36" actId="478"/>
          <ac:spMkLst>
            <pc:docMk/>
            <pc:sldMk cId="2856650110" sldId="566"/>
            <ac:spMk id="17" creationId="{00000000-0000-0000-0000-000000000000}"/>
          </ac:spMkLst>
        </pc:spChg>
        <pc:spChg chg="del">
          <ac:chgData name="Manuj" userId="1a07f523-e16f-486a-b610-37539cc763a0" providerId="ADAL" clId="{BADCAD8F-9DF4-483D-B37A-A884F5ACEA34}" dt="2023-11-29T09:31:22.090" v="36" actId="478"/>
          <ac:spMkLst>
            <pc:docMk/>
            <pc:sldMk cId="2856650110" sldId="566"/>
            <ac:spMk id="21" creationId="{53B8B4E3-7B2B-8EE6-E5DF-01848E110E26}"/>
          </ac:spMkLst>
        </pc:spChg>
        <pc:graphicFrameChg chg="add mod modGraphic">
          <ac:chgData name="Manuj" userId="1a07f523-e16f-486a-b610-37539cc763a0" providerId="ADAL" clId="{BADCAD8F-9DF4-483D-B37A-A884F5ACEA34}" dt="2023-11-29T11:54:10.134" v="69" actId="1076"/>
          <ac:graphicFrameMkLst>
            <pc:docMk/>
            <pc:sldMk cId="2856650110" sldId="566"/>
            <ac:graphicFrameMk id="2" creationId="{6E79A8D3-628D-7E3E-8F3C-441BDEA0E306}"/>
          </ac:graphicFrameMkLst>
        </pc:graphicFrameChg>
        <pc:picChg chg="del">
          <ac:chgData name="Manuj" userId="1a07f523-e16f-486a-b610-37539cc763a0" providerId="ADAL" clId="{BADCAD8F-9DF4-483D-B37A-A884F5ACEA34}" dt="2023-11-29T09:31:22.090" v="36" actId="478"/>
          <ac:picMkLst>
            <pc:docMk/>
            <pc:sldMk cId="2856650110" sldId="566"/>
            <ac:picMk id="3" creationId="{FEDD9E83-7611-8D20-E84A-368B0A5CB04B}"/>
          </ac:picMkLst>
        </pc:picChg>
        <pc:picChg chg="del">
          <ac:chgData name="Manuj" userId="1a07f523-e16f-486a-b610-37539cc763a0" providerId="ADAL" clId="{BADCAD8F-9DF4-483D-B37A-A884F5ACEA34}" dt="2023-11-29T09:31:22.090" v="36" actId="478"/>
          <ac:picMkLst>
            <pc:docMk/>
            <pc:sldMk cId="2856650110" sldId="566"/>
            <ac:picMk id="7" creationId="{AEED9DBB-A134-C4F1-D214-6B762C3FF22E}"/>
          </ac:picMkLst>
        </pc:picChg>
      </pc:sldChg>
      <pc:sldChg chg="del setBg">
        <pc:chgData name="Manuj" userId="1a07f523-e16f-486a-b610-37539cc763a0" providerId="ADAL" clId="{BADCAD8F-9DF4-483D-B37A-A884F5ACEA34}" dt="2023-11-29T11:50:54.223" v="68" actId="47"/>
        <pc:sldMkLst>
          <pc:docMk/>
          <pc:sldMk cId="2973246647" sldId="568"/>
        </pc:sldMkLst>
      </pc:sldChg>
      <pc:sldChg chg="addSp delSp modSp mod setBg">
        <pc:chgData name="Manuj" userId="1a07f523-e16f-486a-b610-37539cc763a0" providerId="ADAL" clId="{BADCAD8F-9DF4-483D-B37A-A884F5ACEA34}" dt="2023-11-29T11:50:39.488" v="66"/>
        <pc:sldMkLst>
          <pc:docMk/>
          <pc:sldMk cId="247023824" sldId="572"/>
        </pc:sldMkLst>
        <pc:spChg chg="add mod">
          <ac:chgData name="Manuj" userId="1a07f523-e16f-486a-b610-37539cc763a0" providerId="ADAL" clId="{BADCAD8F-9DF4-483D-B37A-A884F5ACEA34}" dt="2023-11-29T09:32:07.101" v="40"/>
          <ac:spMkLst>
            <pc:docMk/>
            <pc:sldMk cId="247023824" sldId="572"/>
            <ac:spMk id="3" creationId="{496BCF32-4A66-8EC5-3ABB-89A2DCFFA1F7}"/>
          </ac:spMkLst>
        </pc:spChg>
        <pc:spChg chg="del">
          <ac:chgData name="Manuj" userId="1a07f523-e16f-486a-b610-37539cc763a0" providerId="ADAL" clId="{BADCAD8F-9DF4-483D-B37A-A884F5ACEA34}" dt="2023-11-29T09:31:57.776" v="39" actId="478"/>
          <ac:spMkLst>
            <pc:docMk/>
            <pc:sldMk cId="247023824" sldId="572"/>
            <ac:spMk id="7" creationId="{650F9B50-291B-1340-23A3-644BB95B4CD1}"/>
          </ac:spMkLst>
        </pc:spChg>
        <pc:spChg chg="del">
          <ac:chgData name="Manuj" userId="1a07f523-e16f-486a-b610-37539cc763a0" providerId="ADAL" clId="{BADCAD8F-9DF4-483D-B37A-A884F5ACEA34}" dt="2023-11-29T09:31:57.776" v="39" actId="478"/>
          <ac:spMkLst>
            <pc:docMk/>
            <pc:sldMk cId="247023824" sldId="572"/>
            <ac:spMk id="8" creationId="{FC826720-FD6A-EB3C-8792-F2A2F5E42C29}"/>
          </ac:spMkLst>
        </pc:spChg>
        <pc:spChg chg="del">
          <ac:chgData name="Manuj" userId="1a07f523-e16f-486a-b610-37539cc763a0" providerId="ADAL" clId="{BADCAD8F-9DF4-483D-B37A-A884F5ACEA34}" dt="2023-11-29T09:31:57.776" v="39" actId="478"/>
          <ac:spMkLst>
            <pc:docMk/>
            <pc:sldMk cId="247023824" sldId="572"/>
            <ac:spMk id="17" creationId="{00000000-0000-0000-0000-000000000000}"/>
          </ac:spMkLst>
        </pc:spChg>
        <pc:graphicFrameChg chg="add mod">
          <ac:chgData name="Manuj" userId="1a07f523-e16f-486a-b610-37539cc763a0" providerId="ADAL" clId="{BADCAD8F-9DF4-483D-B37A-A884F5ACEA34}" dt="2023-11-29T09:32:21.109" v="41" actId="1076"/>
          <ac:graphicFrameMkLst>
            <pc:docMk/>
            <pc:sldMk cId="247023824" sldId="572"/>
            <ac:graphicFrameMk id="2" creationId="{CC010099-24C3-67D9-1873-CB11E709EA15}"/>
          </ac:graphicFrameMkLst>
        </pc:graphicFrameChg>
        <pc:picChg chg="del">
          <ac:chgData name="Manuj" userId="1a07f523-e16f-486a-b610-37539cc763a0" providerId="ADAL" clId="{BADCAD8F-9DF4-483D-B37A-A884F5ACEA34}" dt="2023-11-29T09:31:57.776" v="39" actId="478"/>
          <ac:picMkLst>
            <pc:docMk/>
            <pc:sldMk cId="247023824" sldId="572"/>
            <ac:picMk id="6" creationId="{38E5193D-3711-6D12-3CD0-834B2A9F05D9}"/>
          </ac:picMkLst>
        </pc:picChg>
      </pc:sldChg>
      <pc:sldChg chg="addSp delSp modSp mod setBg">
        <pc:chgData name="Manuj" userId="1a07f523-e16f-486a-b610-37539cc763a0" providerId="ADAL" clId="{BADCAD8F-9DF4-483D-B37A-A884F5ACEA34}" dt="2023-11-29T11:50:46.340" v="67"/>
        <pc:sldMkLst>
          <pc:docMk/>
          <pc:sldMk cId="3683471268" sldId="576"/>
        </pc:sldMkLst>
        <pc:spChg chg="del">
          <ac:chgData name="Manuj" userId="1a07f523-e16f-486a-b610-37539cc763a0" providerId="ADAL" clId="{BADCAD8F-9DF4-483D-B37A-A884F5ACEA34}" dt="2023-11-29T09:32:30.124" v="42" actId="478"/>
          <ac:spMkLst>
            <pc:docMk/>
            <pc:sldMk cId="3683471268" sldId="576"/>
            <ac:spMk id="5" creationId="{FE620A66-5B34-5959-8E58-907456C38300}"/>
          </ac:spMkLst>
        </pc:spChg>
        <pc:spChg chg="del">
          <ac:chgData name="Manuj" userId="1a07f523-e16f-486a-b610-37539cc763a0" providerId="ADAL" clId="{BADCAD8F-9DF4-483D-B37A-A884F5ACEA34}" dt="2023-11-29T09:32:30.124" v="42" actId="478"/>
          <ac:spMkLst>
            <pc:docMk/>
            <pc:sldMk cId="3683471268" sldId="576"/>
            <ac:spMk id="8" creationId="{FEF10653-88F6-403A-B3F7-56311D716540}"/>
          </ac:spMkLst>
        </pc:spChg>
        <pc:spChg chg="del">
          <ac:chgData name="Manuj" userId="1a07f523-e16f-486a-b610-37539cc763a0" providerId="ADAL" clId="{BADCAD8F-9DF4-483D-B37A-A884F5ACEA34}" dt="2023-11-29T09:32:30.124" v="42" actId="478"/>
          <ac:spMkLst>
            <pc:docMk/>
            <pc:sldMk cId="3683471268" sldId="576"/>
            <ac:spMk id="10" creationId="{7C9508C8-5B89-B8A5-82F1-8B3D220C11C2}"/>
          </ac:spMkLst>
        </pc:spChg>
        <pc:spChg chg="add mod">
          <ac:chgData name="Manuj" userId="1a07f523-e16f-486a-b610-37539cc763a0" providerId="ADAL" clId="{BADCAD8F-9DF4-483D-B37A-A884F5ACEA34}" dt="2023-11-29T09:32:31.325" v="43"/>
          <ac:spMkLst>
            <pc:docMk/>
            <pc:sldMk cId="3683471268" sldId="576"/>
            <ac:spMk id="12" creationId="{19145518-689E-19A5-E172-ECB6D761C803}"/>
          </ac:spMkLst>
        </pc:spChg>
        <pc:graphicFrameChg chg="add mod">
          <ac:chgData name="Manuj" userId="1a07f523-e16f-486a-b610-37539cc763a0" providerId="ADAL" clId="{BADCAD8F-9DF4-483D-B37A-A884F5ACEA34}" dt="2023-11-29T09:32:39.683" v="44" actId="1076"/>
          <ac:graphicFrameMkLst>
            <pc:docMk/>
            <pc:sldMk cId="3683471268" sldId="576"/>
            <ac:graphicFrameMk id="2" creationId="{3A975A18-D4F1-0316-FAE2-B035973DBD91}"/>
          </ac:graphicFrameMkLst>
        </pc:graphicFrame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3" creationId="{29B23E08-3C29-3521-D51A-DF1FAEB2E2C0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4" creationId="{D742A6F0-1265-7707-E6EB-7EE91FD51EB4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6" creationId="{04AA808B-B793-180B-9BB4-A4B62FAFFB57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7" creationId="{2837DAAB-17DA-A547-6CC7-860C682C67B9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9" creationId="{6AB85288-16F7-3E11-C3A9-AAC9D428C900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11" creationId="{5ADA492A-336D-FF34-6CBE-6CAAF22680FE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62" creationId="{E1DFED4A-6C3D-4410-B5CE-417A49A29228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81" creationId="{1F1028D5-3355-4247-B8CE-7B15F1D478B2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1026" creationId="{0AF0FB1A-F0C6-AEBA-3CBA-E9C89250D5A8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2050" creationId="{A41B9D88-8AD6-B9B8-73DC-E483F377A7FA}"/>
          </ac:picMkLst>
        </pc:picChg>
      </pc:sldChg>
      <pc:sldChg chg="addSp delSp modSp mod setBg">
        <pc:chgData name="Manuj" userId="1a07f523-e16f-486a-b610-37539cc763a0" providerId="ADAL" clId="{BADCAD8F-9DF4-483D-B37A-A884F5ACEA34}" dt="2023-11-29T11:50:39.488" v="66"/>
        <pc:sldMkLst>
          <pc:docMk/>
          <pc:sldMk cId="4028893296" sldId="577"/>
        </pc:sldMkLst>
        <pc:spChg chg="del">
          <ac:chgData name="Manuj" userId="1a07f523-e16f-486a-b610-37539cc763a0" providerId="ADAL" clId="{BADCAD8F-9DF4-483D-B37A-A884F5ACEA34}" dt="2023-11-29T09:26:25.829" v="0" actId="478"/>
          <ac:spMkLst>
            <pc:docMk/>
            <pc:sldMk cId="4028893296" sldId="577"/>
            <ac:spMk id="3" creationId="{0E14A391-18B6-F004-713A-4752B6D5BA6A}"/>
          </ac:spMkLst>
        </pc:spChg>
        <pc:spChg chg="add mod">
          <ac:chgData name="Manuj" userId="1a07f523-e16f-486a-b610-37539cc763a0" providerId="ADAL" clId="{BADCAD8F-9DF4-483D-B37A-A884F5ACEA34}" dt="2023-11-29T09:36:28.051" v="48" actId="1076"/>
          <ac:spMkLst>
            <pc:docMk/>
            <pc:sldMk cId="4028893296" sldId="577"/>
            <ac:spMk id="5" creationId="{24959149-75EC-9836-7E67-3B7777D97851}"/>
          </ac:spMkLst>
        </pc:spChg>
        <pc:spChg chg="add mod">
          <ac:chgData name="Manuj" userId="1a07f523-e16f-486a-b610-37539cc763a0" providerId="ADAL" clId="{BADCAD8F-9DF4-483D-B37A-A884F5ACEA34}" dt="2023-11-29T09:36:30.035" v="49" actId="1076"/>
          <ac:spMkLst>
            <pc:docMk/>
            <pc:sldMk cId="4028893296" sldId="577"/>
            <ac:spMk id="12" creationId="{D27A3816-1FF5-42A6-6AE5-3741FDD1CBA9}"/>
          </ac:spMkLst>
        </pc:spChg>
        <pc:spChg chg="add mod">
          <ac:chgData name="Manuj" userId="1a07f523-e16f-486a-b610-37539cc763a0" providerId="ADAL" clId="{BADCAD8F-9DF4-483D-B37A-A884F5ACEA34}" dt="2023-11-29T09:36:34.114" v="50" actId="1076"/>
          <ac:spMkLst>
            <pc:docMk/>
            <pc:sldMk cId="4028893296" sldId="577"/>
            <ac:spMk id="14" creationId="{514D091D-50A9-520B-1F2C-76DA6EC04245}"/>
          </ac:spMkLst>
        </pc:spChg>
        <pc:spChg chg="del">
          <ac:chgData name="Manuj" userId="1a07f523-e16f-486a-b610-37539cc763a0" providerId="ADAL" clId="{BADCAD8F-9DF4-483D-B37A-A884F5ACEA34}" dt="2023-11-29T09:26:28.633" v="3" actId="478"/>
          <ac:spMkLst>
            <pc:docMk/>
            <pc:sldMk cId="4028893296" sldId="577"/>
            <ac:spMk id="21" creationId="{83340E69-C9E2-A9B1-5271-6BB01DBB5A64}"/>
          </ac:spMkLst>
        </pc:spChg>
        <pc:grpChg chg="del">
          <ac:chgData name="Manuj" userId="1a07f523-e16f-486a-b610-37539cc763a0" providerId="ADAL" clId="{BADCAD8F-9DF4-483D-B37A-A884F5ACEA34}" dt="2023-11-29T09:26:27.031" v="2" actId="478"/>
          <ac:grpSpMkLst>
            <pc:docMk/>
            <pc:sldMk cId="4028893296" sldId="577"/>
            <ac:grpSpMk id="20" creationId="{299D4349-7F46-27E8-F240-89D73561E200}"/>
          </ac:grpSpMkLst>
        </pc:grpChg>
        <pc:graphicFrameChg chg="add del mod">
          <ac:chgData name="Manuj" userId="1a07f523-e16f-486a-b610-37539cc763a0" providerId="ADAL" clId="{BADCAD8F-9DF4-483D-B37A-A884F5ACEA34}" dt="2023-11-29T09:28:30.219" v="23" actId="478"/>
          <ac:graphicFrameMkLst>
            <pc:docMk/>
            <pc:sldMk cId="4028893296" sldId="577"/>
            <ac:graphicFrameMk id="2" creationId="{664CE5FD-C4A9-2B46-FEDE-6674E3732E98}"/>
          </ac:graphicFrameMkLst>
        </pc:graphicFrameChg>
        <pc:picChg chg="del">
          <ac:chgData name="Manuj" userId="1a07f523-e16f-486a-b610-37539cc763a0" providerId="ADAL" clId="{BADCAD8F-9DF4-483D-B37A-A884F5ACEA34}" dt="2023-11-29T09:26:26.579" v="1" actId="478"/>
          <ac:picMkLst>
            <pc:docMk/>
            <pc:sldMk cId="4028893296" sldId="577"/>
            <ac:picMk id="11" creationId="{55C9F99F-DE6E-CFFF-E910-0B06D3AF3873}"/>
          </ac:picMkLst>
        </pc:picChg>
        <pc:picChg chg="add mod">
          <ac:chgData name="Manuj" userId="1a07f523-e16f-486a-b610-37539cc763a0" providerId="ADAL" clId="{BADCAD8F-9DF4-483D-B37A-A884F5ACEA34}" dt="2023-11-29T09:36:21.490" v="47" actId="732"/>
          <ac:picMkLst>
            <pc:docMk/>
            <pc:sldMk cId="4028893296" sldId="577"/>
            <ac:picMk id="1026" creationId="{EE67FDB5-15C4-D0BE-9554-0196C7182685}"/>
          </ac:picMkLst>
        </pc:picChg>
        <pc:picChg chg="add del mod">
          <ac:chgData name="Manuj" userId="1a07f523-e16f-486a-b610-37539cc763a0" providerId="ADAL" clId="{BADCAD8F-9DF4-483D-B37A-A884F5ACEA34}" dt="2023-11-29T09:28:59.480" v="32" actId="478"/>
          <ac:picMkLst>
            <pc:docMk/>
            <pc:sldMk cId="4028893296" sldId="577"/>
            <ac:picMk id="1028" creationId="{9593903F-A428-D05F-340F-C43F12AA78E2}"/>
          </ac:picMkLst>
        </pc:picChg>
        <pc:picChg chg="add del mod">
          <ac:chgData name="Manuj" userId="1a07f523-e16f-486a-b610-37539cc763a0" providerId="ADAL" clId="{BADCAD8F-9DF4-483D-B37A-A884F5ACEA34}" dt="2023-11-29T09:29:38.407" v="35" actId="478"/>
          <ac:picMkLst>
            <pc:docMk/>
            <pc:sldMk cId="4028893296" sldId="577"/>
            <ac:picMk id="1030" creationId="{6A73F443-0EE3-341C-B2EA-A36FB27DC9A3}"/>
          </ac:picMkLst>
        </pc:picChg>
      </pc:sldChg>
      <pc:sldChg chg="modSp mod">
        <pc:chgData name="Manuj" userId="1a07f523-e16f-486a-b610-37539cc763a0" providerId="ADAL" clId="{BADCAD8F-9DF4-483D-B37A-A884F5ACEA34}" dt="2023-12-01T07:15:15.501" v="73" actId="20577"/>
        <pc:sldMkLst>
          <pc:docMk/>
          <pc:sldMk cId="2743113738" sldId="578"/>
        </pc:sldMkLst>
        <pc:graphicFrameChg chg="modGraphic">
          <ac:chgData name="Manuj" userId="1a07f523-e16f-486a-b610-37539cc763a0" providerId="ADAL" clId="{BADCAD8F-9DF4-483D-B37A-A884F5ACEA34}" dt="2023-12-01T07:15:15.501" v="73" actId="20577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  <pc:sldMasterChg chg="setBg modSldLayout">
        <pc:chgData name="Manuj" userId="1a07f523-e16f-486a-b610-37539cc763a0" providerId="ADAL" clId="{BADCAD8F-9DF4-483D-B37A-A884F5ACEA34}" dt="2023-11-29T11:50:39.488" v="66"/>
        <pc:sldMasterMkLst>
          <pc:docMk/>
          <pc:sldMasterMk cId="0" sldId="2147483648"/>
        </pc:sldMasterMkLst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Manuj Agrawal" userId="8275e378daeca5b2" providerId="LiveId" clId="{0650EDF7-034B-43E1-BD64-3192B560829B}"/>
    <pc:docChg chg="undo custSel addSld delSld modSld sldOrd">
      <pc:chgData name="Manuj Agrawal" userId="8275e378daeca5b2" providerId="LiveId" clId="{0650EDF7-034B-43E1-BD64-3192B560829B}" dt="2021-12-16T16:52:13.695" v="506" actId="20577"/>
      <pc:docMkLst>
        <pc:docMk/>
      </pc:docMkLst>
      <pc:sldChg chg="addSp modSp mod">
        <pc:chgData name="Manuj Agrawal" userId="8275e378daeca5b2" providerId="LiveId" clId="{0650EDF7-034B-43E1-BD64-3192B560829B}" dt="2021-12-16T16:42:34.984" v="341" actId="20577"/>
        <pc:sldMkLst>
          <pc:docMk/>
          <pc:sldMk cId="1886868575" sldId="452"/>
        </pc:sldMkLst>
        <pc:spChg chg="add mod">
          <ac:chgData name="Manuj Agrawal" userId="8275e378daeca5b2" providerId="LiveId" clId="{0650EDF7-034B-43E1-BD64-3192B560829B}" dt="2021-12-15T17:08:33.955" v="168" actId="164"/>
          <ac:spMkLst>
            <pc:docMk/>
            <pc:sldMk cId="1886868575" sldId="452"/>
            <ac:spMk id="2" creationId="{C8449343-1C80-4264-94C9-07025764ED6F}"/>
          </ac:spMkLst>
        </pc:spChg>
        <pc:spChg chg="mod">
          <ac:chgData name="Manuj Agrawal" userId="8275e378daeca5b2" providerId="LiveId" clId="{0650EDF7-034B-43E1-BD64-3192B560829B}" dt="2021-12-16T16:42:34.984" v="341" actId="20577"/>
          <ac:spMkLst>
            <pc:docMk/>
            <pc:sldMk cId="1886868575" sldId="452"/>
            <ac:spMk id="7" creationId="{964AF775-7BD1-4261-B095-0BBC8FB51428}"/>
          </ac:spMkLst>
        </pc:spChg>
        <pc:spChg chg="mod">
          <ac:chgData name="Manuj Agrawal" userId="8275e378daeca5b2" providerId="LiveId" clId="{0650EDF7-034B-43E1-BD64-3192B560829B}" dt="2021-12-15T17:10:53.500" v="183" actId="1076"/>
          <ac:spMkLst>
            <pc:docMk/>
            <pc:sldMk cId="1886868575" sldId="452"/>
            <ac:spMk id="8" creationId="{8CD81672-C55A-4534-AFBF-709FAC2A974B}"/>
          </ac:spMkLst>
        </pc:spChg>
        <pc:grpChg chg="add mod">
          <ac:chgData name="Manuj Agrawal" userId="8275e378daeca5b2" providerId="LiveId" clId="{0650EDF7-034B-43E1-BD64-3192B560829B}" dt="2021-12-15T17:08:37.902" v="169" actId="14100"/>
          <ac:grpSpMkLst>
            <pc:docMk/>
            <pc:sldMk cId="1886868575" sldId="452"/>
            <ac:grpSpMk id="9" creationId="{596B296C-CA19-418C-843F-AC3F84CDEF5A}"/>
          </ac:grpSpMkLst>
        </pc:grpChg>
        <pc:picChg chg="mod">
          <ac:chgData name="Manuj Agrawal" userId="8275e378daeca5b2" providerId="LiveId" clId="{0650EDF7-034B-43E1-BD64-3192B560829B}" dt="2021-12-15T17:11:04.968" v="185" actId="1076"/>
          <ac:picMkLst>
            <pc:docMk/>
            <pc:sldMk cId="1886868575" sldId="452"/>
            <ac:picMk id="4" creationId="{C887159A-1CA4-4E39-A370-A82A5829D274}"/>
          </ac:picMkLst>
        </pc:picChg>
        <pc:picChg chg="add mod">
          <ac:chgData name="Manuj Agrawal" userId="8275e378daeca5b2" providerId="LiveId" clId="{0650EDF7-034B-43E1-BD64-3192B560829B}" dt="2021-12-15T17:08:33.955" v="168" actId="164"/>
          <ac:picMkLst>
            <pc:docMk/>
            <pc:sldMk cId="1886868575" sldId="452"/>
            <ac:picMk id="5" creationId="{0539DA2A-02A4-41C7-891C-314592B3D447}"/>
          </ac:picMkLst>
        </pc:picChg>
        <pc:picChg chg="add mod">
          <ac:chgData name="Manuj Agrawal" userId="8275e378daeca5b2" providerId="LiveId" clId="{0650EDF7-034B-43E1-BD64-3192B560829B}" dt="2021-12-15T17:08:47.301" v="171" actId="1076"/>
          <ac:picMkLst>
            <pc:docMk/>
            <pc:sldMk cId="1886868575" sldId="452"/>
            <ac:picMk id="6" creationId="{254CAE3B-74B4-4A21-B686-CA838FF6DB35}"/>
          </ac:picMkLst>
        </pc:picChg>
      </pc:sldChg>
      <pc:sldChg chg="modSp mod">
        <pc:chgData name="Manuj Agrawal" userId="8275e378daeca5b2" providerId="LiveId" clId="{0650EDF7-034B-43E1-BD64-3192B560829B}" dt="2021-12-16T16:34:52.023" v="332" actId="1076"/>
        <pc:sldMkLst>
          <pc:docMk/>
          <pc:sldMk cId="2654572283" sldId="456"/>
        </pc:sldMkLst>
        <pc:spChg chg="mod">
          <ac:chgData name="Manuj Agrawal" userId="8275e378daeca5b2" providerId="LiveId" clId="{0650EDF7-034B-43E1-BD64-3192B560829B}" dt="2021-12-16T16:34:52.023" v="332" actId="1076"/>
          <ac:spMkLst>
            <pc:docMk/>
            <pc:sldMk cId="2654572283" sldId="456"/>
            <ac:spMk id="4" creationId="{5F8197BA-A7A5-47AE-963D-56CA14DDF98A}"/>
          </ac:spMkLst>
        </pc:spChg>
      </pc:sldChg>
      <pc:sldChg chg="modSp mod">
        <pc:chgData name="Manuj Agrawal" userId="8275e378daeca5b2" providerId="LiveId" clId="{0650EDF7-034B-43E1-BD64-3192B560829B}" dt="2021-12-15T17:16:09.875" v="226" actId="20577"/>
        <pc:sldMkLst>
          <pc:docMk/>
          <pc:sldMk cId="722639226" sldId="481"/>
        </pc:sldMkLst>
        <pc:spChg chg="mod">
          <ac:chgData name="Manuj Agrawal" userId="8275e378daeca5b2" providerId="LiveId" clId="{0650EDF7-034B-43E1-BD64-3192B560829B}" dt="2021-12-15T17:16:09.875" v="226" actId="20577"/>
          <ac:spMkLst>
            <pc:docMk/>
            <pc:sldMk cId="722639226" sldId="481"/>
            <ac:spMk id="17" creationId="{00000000-0000-0000-0000-000000000000}"/>
          </ac:spMkLst>
        </pc:spChg>
      </pc:sldChg>
      <pc:sldChg chg="ord">
        <pc:chgData name="Manuj Agrawal" userId="8275e378daeca5b2" providerId="LiveId" clId="{0650EDF7-034B-43E1-BD64-3192B560829B}" dt="2021-12-15T17:15:19.629" v="209"/>
        <pc:sldMkLst>
          <pc:docMk/>
          <pc:sldMk cId="1954424249" sldId="487"/>
        </pc:sldMkLst>
      </pc:sldChg>
      <pc:sldChg chg="modSp mod">
        <pc:chgData name="Manuj Agrawal" userId="8275e378daeca5b2" providerId="LiveId" clId="{0650EDF7-034B-43E1-BD64-3192B560829B}" dt="2021-12-15T19:02:25.828" v="303" actId="20577"/>
        <pc:sldMkLst>
          <pc:docMk/>
          <pc:sldMk cId="2332114638" sldId="503"/>
        </pc:sldMkLst>
        <pc:graphicFrameChg chg="modGraphic">
          <ac:chgData name="Manuj Agrawal" userId="8275e378daeca5b2" providerId="LiveId" clId="{0650EDF7-034B-43E1-BD64-3192B560829B}" dt="2021-12-15T19:02:25.828" v="303" actId="20577"/>
          <ac:graphicFrameMkLst>
            <pc:docMk/>
            <pc:sldMk cId="2332114638" sldId="503"/>
            <ac:graphicFrameMk id="9" creationId="{26E5A1B9-A8D1-47DB-A261-8C73C3BA00CF}"/>
          </ac:graphicFrameMkLst>
        </pc:graphicFrameChg>
      </pc:sldChg>
      <pc:sldChg chg="modSp mod">
        <pc:chgData name="Manuj Agrawal" userId="8275e378daeca5b2" providerId="LiveId" clId="{0650EDF7-034B-43E1-BD64-3192B560829B}" dt="2021-12-15T19:04:16.703" v="310" actId="403"/>
        <pc:sldMkLst>
          <pc:docMk/>
          <pc:sldMk cId="1614889212" sldId="505"/>
        </pc:sldMkLst>
        <pc:spChg chg="mod">
          <ac:chgData name="Manuj Agrawal" userId="8275e378daeca5b2" providerId="LiveId" clId="{0650EDF7-034B-43E1-BD64-3192B560829B}" dt="2021-12-15T19:04:16.703" v="310" actId="403"/>
          <ac:spMkLst>
            <pc:docMk/>
            <pc:sldMk cId="1614889212" sldId="505"/>
            <ac:spMk id="17" creationId="{B5C1152F-7231-435A-B06E-64C56434D480}"/>
          </ac:spMkLst>
        </pc:spChg>
        <pc:spChg chg="mod">
          <ac:chgData name="Manuj Agrawal" userId="8275e378daeca5b2" providerId="LiveId" clId="{0650EDF7-034B-43E1-BD64-3192B560829B}" dt="2021-12-15T19:03:46.494" v="304" actId="1076"/>
          <ac:spMkLst>
            <pc:docMk/>
            <pc:sldMk cId="1614889212" sldId="505"/>
            <ac:spMk id="23" creationId="{31F97383-42DD-454C-A1EC-15B653DD6CEE}"/>
          </ac:spMkLst>
        </pc:spChg>
        <pc:spChg chg="mod">
          <ac:chgData name="Manuj Agrawal" userId="8275e378daeca5b2" providerId="LiveId" clId="{0650EDF7-034B-43E1-BD64-3192B560829B}" dt="2021-12-15T19:04:01.285" v="307" actId="1076"/>
          <ac:spMkLst>
            <pc:docMk/>
            <pc:sldMk cId="1614889212" sldId="505"/>
            <ac:spMk id="30" creationId="{AB167060-FEEB-4FFB-A251-DF3091DEEBBF}"/>
          </ac:spMkLst>
        </pc:spChg>
        <pc:spChg chg="mod">
          <ac:chgData name="Manuj Agrawal" userId="8275e378daeca5b2" providerId="LiveId" clId="{0650EDF7-034B-43E1-BD64-3192B560829B}" dt="2021-12-15T19:03:50.429" v="305" actId="1076"/>
          <ac:spMkLst>
            <pc:docMk/>
            <pc:sldMk cId="1614889212" sldId="505"/>
            <ac:spMk id="33" creationId="{BFE2E1D2-8CC4-43CB-A6BD-B6249E952A6A}"/>
          </ac:spMkLst>
        </pc:spChg>
        <pc:spChg chg="mod">
          <ac:chgData name="Manuj Agrawal" userId="8275e378daeca5b2" providerId="LiveId" clId="{0650EDF7-034B-43E1-BD64-3192B560829B}" dt="2021-12-15T19:04:09.362" v="308" actId="1076"/>
          <ac:spMkLst>
            <pc:docMk/>
            <pc:sldMk cId="1614889212" sldId="505"/>
            <ac:spMk id="34" creationId="{E8747200-3F36-4707-8938-BEE37C1C1868}"/>
          </ac:spMkLst>
        </pc:spChg>
      </pc:sldChg>
      <pc:sldChg chg="modSp mod">
        <pc:chgData name="Manuj Agrawal" userId="8275e378daeca5b2" providerId="LiveId" clId="{0650EDF7-034B-43E1-BD64-3192B560829B}" dt="2021-12-16T16:41:31.190" v="334" actId="20577"/>
        <pc:sldMkLst>
          <pc:docMk/>
          <pc:sldMk cId="3922207980" sldId="506"/>
        </pc:sldMkLst>
        <pc:spChg chg="mod">
          <ac:chgData name="Manuj Agrawal" userId="8275e378daeca5b2" providerId="LiveId" clId="{0650EDF7-034B-43E1-BD64-3192B560829B}" dt="2021-12-16T16:41:31.190" v="334" actId="20577"/>
          <ac:spMkLst>
            <pc:docMk/>
            <pc:sldMk cId="3922207980" sldId="506"/>
            <ac:spMk id="67" creationId="{94E64F28-29E4-4A49-BA01-D3717058AA3E}"/>
          </ac:spMkLst>
        </pc:spChg>
      </pc:sldChg>
      <pc:sldChg chg="modSp mod">
        <pc:chgData name="Manuj Agrawal" userId="8275e378daeca5b2" providerId="LiveId" clId="{0650EDF7-034B-43E1-BD64-3192B560829B}" dt="2021-12-15T19:02:21.633" v="302" actId="20577"/>
        <pc:sldMkLst>
          <pc:docMk/>
          <pc:sldMk cId="779782093" sldId="509"/>
        </pc:sldMkLst>
        <pc:spChg chg="mod">
          <ac:chgData name="Manuj Agrawal" userId="8275e378daeca5b2" providerId="LiveId" clId="{0650EDF7-034B-43E1-BD64-3192B560829B}" dt="2021-12-15T19:02:07.915" v="298" actId="20577"/>
          <ac:spMkLst>
            <pc:docMk/>
            <pc:sldMk cId="779782093" sldId="509"/>
            <ac:spMk id="12" creationId="{77BB407C-3743-4F18-91B5-B05E45CC47F0}"/>
          </ac:spMkLst>
        </pc:spChg>
        <pc:spChg chg="mod">
          <ac:chgData name="Manuj Agrawal" userId="8275e378daeca5b2" providerId="LiveId" clId="{0650EDF7-034B-43E1-BD64-3192B560829B}" dt="2021-12-15T19:02:21.633" v="302" actId="20577"/>
          <ac:spMkLst>
            <pc:docMk/>
            <pc:sldMk cId="779782093" sldId="509"/>
            <ac:spMk id="17" creationId="{7CB4278A-0FCB-48D5-A981-FAA2F5D21932}"/>
          </ac:spMkLst>
        </pc:spChg>
      </pc:sldChg>
      <pc:sldChg chg="addSp delSp modSp del mod">
        <pc:chgData name="Manuj Agrawal" userId="8275e378daeca5b2" providerId="LiveId" clId="{0650EDF7-034B-43E1-BD64-3192B560829B}" dt="2021-12-15T17:15:26.406" v="210" actId="47"/>
        <pc:sldMkLst>
          <pc:docMk/>
          <pc:sldMk cId="4219030133" sldId="526"/>
        </pc:sldMkLst>
        <pc:picChg chg="add del mod">
          <ac:chgData name="Manuj Agrawal" userId="8275e378daeca5b2" providerId="LiveId" clId="{0650EDF7-034B-43E1-BD64-3192B560829B}" dt="2021-12-15T17:03:55.514" v="119" actId="21"/>
          <ac:picMkLst>
            <pc:docMk/>
            <pc:sldMk cId="4219030133" sldId="526"/>
            <ac:picMk id="7" creationId="{3A5CAA28-E5AE-462D-97C1-7EE0C3CB3223}"/>
          </ac:picMkLst>
        </pc:picChg>
      </pc:sldChg>
      <pc:sldChg chg="ord">
        <pc:chgData name="Manuj Agrawal" userId="8275e378daeca5b2" providerId="LiveId" clId="{0650EDF7-034B-43E1-BD64-3192B560829B}" dt="2021-12-15T17:09:58.141" v="180"/>
        <pc:sldMkLst>
          <pc:docMk/>
          <pc:sldMk cId="1977399299" sldId="528"/>
        </pc:sldMkLst>
      </pc:sldChg>
      <pc:sldChg chg="addSp delSp modSp add mod">
        <pc:chgData name="Manuj Agrawal" userId="8275e378daeca5b2" providerId="LiveId" clId="{0650EDF7-034B-43E1-BD64-3192B560829B}" dt="2021-12-15T17:14:37.024" v="207" actId="1076"/>
        <pc:sldMkLst>
          <pc:docMk/>
          <pc:sldMk cId="2137804776" sldId="529"/>
        </pc:sldMkLst>
        <pc:spChg chg="add mod">
          <ac:chgData name="Manuj Agrawal" userId="8275e378daeca5b2" providerId="LiveId" clId="{0650EDF7-034B-43E1-BD64-3192B560829B}" dt="2021-12-15T17:14:26.208" v="205" actId="20577"/>
          <ac:spMkLst>
            <pc:docMk/>
            <pc:sldMk cId="2137804776" sldId="529"/>
            <ac:spMk id="18" creationId="{B45BF955-10EF-4208-B60B-9F578C28EE3D}"/>
          </ac:spMkLst>
        </pc:spChg>
        <pc:spChg chg="add mod">
          <ac:chgData name="Manuj Agrawal" userId="8275e378daeca5b2" providerId="LiveId" clId="{0650EDF7-034B-43E1-BD64-3192B560829B}" dt="2021-12-15T17:13:30.603" v="192" actId="403"/>
          <ac:spMkLst>
            <pc:docMk/>
            <pc:sldMk cId="2137804776" sldId="529"/>
            <ac:spMk id="21" creationId="{E66CFD94-757E-4FB9-95AA-9F1644654751}"/>
          </ac:spMkLst>
        </pc:spChg>
        <pc:spChg chg="add mod">
          <ac:chgData name="Manuj Agrawal" userId="8275e378daeca5b2" providerId="LiveId" clId="{0650EDF7-034B-43E1-BD64-3192B560829B}" dt="2021-12-15T17:14:37.024" v="207" actId="1076"/>
          <ac:spMkLst>
            <pc:docMk/>
            <pc:sldMk cId="2137804776" sldId="529"/>
            <ac:spMk id="22" creationId="{C8D568CE-8E7E-4462-9B2A-9D59402B1C83}"/>
          </ac:spMkLst>
        </pc:spChg>
        <pc:spChg chg="add mod">
          <ac:chgData name="Manuj Agrawal" userId="8275e378daeca5b2" providerId="LiveId" clId="{0650EDF7-034B-43E1-BD64-3192B560829B}" dt="2021-12-15T17:13:46.379" v="196" actId="108"/>
          <ac:spMkLst>
            <pc:docMk/>
            <pc:sldMk cId="2137804776" sldId="529"/>
            <ac:spMk id="23" creationId="{15EE579D-8483-4927-B604-CC4FC7E8E570}"/>
          </ac:spMkLst>
        </pc:spChg>
        <pc:spChg chg="del">
          <ac:chgData name="Manuj Agrawal" userId="8275e378daeca5b2" providerId="LiveId" clId="{0650EDF7-034B-43E1-BD64-3192B560829B}" dt="2021-12-15T17:12:47.097" v="187" actId="478"/>
          <ac:spMkLst>
            <pc:docMk/>
            <pc:sldMk cId="2137804776" sldId="529"/>
            <ac:spMk id="24" creationId="{05579C17-573E-4692-B80B-3F9CF87CECC1}"/>
          </ac:spMkLst>
        </pc:spChg>
        <pc:spChg chg="add mod">
          <ac:chgData name="Manuj Agrawal" userId="8275e378daeca5b2" providerId="LiveId" clId="{0650EDF7-034B-43E1-BD64-3192B560829B}" dt="2021-12-15T17:13:55.624" v="198" actId="108"/>
          <ac:spMkLst>
            <pc:docMk/>
            <pc:sldMk cId="2137804776" sldId="529"/>
            <ac:spMk id="25" creationId="{E5E2A4D2-B752-414F-95CC-3E2C57F0E372}"/>
          </ac:spMkLst>
        </pc:spChg>
        <pc:spChg chg="add mod">
          <ac:chgData name="Manuj Agrawal" userId="8275e378daeca5b2" providerId="LiveId" clId="{0650EDF7-034B-43E1-BD64-3192B560829B}" dt="2021-12-15T17:14:05.375" v="199" actId="1076"/>
          <ac:spMkLst>
            <pc:docMk/>
            <pc:sldMk cId="2137804776" sldId="529"/>
            <ac:spMk id="27" creationId="{3BAC6925-44BC-48C6-896C-FD6F4D2E72B8}"/>
          </ac:spMkLst>
        </pc:spChg>
        <pc:grpChg chg="del">
          <ac:chgData name="Manuj Agrawal" userId="8275e378daeca5b2" providerId="LiveId" clId="{0650EDF7-034B-43E1-BD64-3192B560829B}" dt="2021-12-15T17:12:47.097" v="187" actId="478"/>
          <ac:grpSpMkLst>
            <pc:docMk/>
            <pc:sldMk cId="2137804776" sldId="529"/>
            <ac:grpSpMk id="2" creationId="{7B434BFC-E357-4590-8EC7-F4F5BE57B668}"/>
          </ac:grpSpMkLst>
        </pc:grpChg>
        <pc:grpChg chg="del">
          <ac:chgData name="Manuj Agrawal" userId="8275e378daeca5b2" providerId="LiveId" clId="{0650EDF7-034B-43E1-BD64-3192B560829B}" dt="2021-12-15T17:12:47.097" v="187" actId="478"/>
          <ac:grpSpMkLst>
            <pc:docMk/>
            <pc:sldMk cId="2137804776" sldId="529"/>
            <ac:grpSpMk id="3" creationId="{B1A27F38-E6B7-4DA0-8DBE-81C6C8DB2BCE}"/>
          </ac:grpSpMkLst>
        </pc:grpChg>
        <pc:grpChg chg="del">
          <ac:chgData name="Manuj Agrawal" userId="8275e378daeca5b2" providerId="LiveId" clId="{0650EDF7-034B-43E1-BD64-3192B560829B}" dt="2021-12-15T17:12:47.097" v="187" actId="478"/>
          <ac:grpSpMkLst>
            <pc:docMk/>
            <pc:sldMk cId="2137804776" sldId="529"/>
            <ac:grpSpMk id="4" creationId="{606CAC70-2C82-475B-A4F6-8EA938A583B2}"/>
          </ac:grpSpMkLst>
        </pc:grpChg>
        <pc:grpChg chg="del">
          <ac:chgData name="Manuj Agrawal" userId="8275e378daeca5b2" providerId="LiveId" clId="{0650EDF7-034B-43E1-BD64-3192B560829B}" dt="2021-12-15T17:12:47.097" v="187" actId="478"/>
          <ac:grpSpMkLst>
            <pc:docMk/>
            <pc:sldMk cId="2137804776" sldId="529"/>
            <ac:grpSpMk id="6" creationId="{D579DCF3-CD03-4927-80D7-AC72D2D14779}"/>
          </ac:grpSpMkLst>
        </pc:grpChg>
        <pc:grpChg chg="del">
          <ac:chgData name="Manuj Agrawal" userId="8275e378daeca5b2" providerId="LiveId" clId="{0650EDF7-034B-43E1-BD64-3192B560829B}" dt="2021-12-15T17:12:47.097" v="187" actId="478"/>
          <ac:grpSpMkLst>
            <pc:docMk/>
            <pc:sldMk cId="2137804776" sldId="529"/>
            <ac:grpSpMk id="83" creationId="{698A1BE5-E878-4C94-A9E8-02F4CD98D769}"/>
          </ac:grpSpMkLst>
        </pc:grpChg>
        <pc:picChg chg="add mod">
          <ac:chgData name="Manuj Agrawal" userId="8275e378daeca5b2" providerId="LiveId" clId="{0650EDF7-034B-43E1-BD64-3192B560829B}" dt="2021-12-15T17:12:48.183" v="188"/>
          <ac:picMkLst>
            <pc:docMk/>
            <pc:sldMk cId="2137804776" sldId="529"/>
            <ac:picMk id="19" creationId="{DE2DAB16-4B7C-49B4-9413-579AAA4921C9}"/>
          </ac:picMkLst>
        </pc:picChg>
        <pc:picChg chg="add mod">
          <ac:chgData name="Manuj Agrawal" userId="8275e378daeca5b2" providerId="LiveId" clId="{0650EDF7-034B-43E1-BD64-3192B560829B}" dt="2021-12-15T17:12:48.183" v="188"/>
          <ac:picMkLst>
            <pc:docMk/>
            <pc:sldMk cId="2137804776" sldId="529"/>
            <ac:picMk id="20" creationId="{E8DE8801-05D8-4286-A8EE-97F447E9482D}"/>
          </ac:picMkLst>
        </pc:picChg>
        <pc:picChg chg="add mod">
          <ac:chgData name="Manuj Agrawal" userId="8275e378daeca5b2" providerId="LiveId" clId="{0650EDF7-034B-43E1-BD64-3192B560829B}" dt="2021-12-15T17:14:05.375" v="199" actId="1076"/>
          <ac:picMkLst>
            <pc:docMk/>
            <pc:sldMk cId="2137804776" sldId="529"/>
            <ac:picMk id="26" creationId="{85A81B9C-6851-4F4B-89CF-6546EAAD77FF}"/>
          </ac:picMkLst>
        </pc:picChg>
        <pc:picChg chg="add mod">
          <ac:chgData name="Manuj Agrawal" userId="8275e378daeca5b2" providerId="LiveId" clId="{0650EDF7-034B-43E1-BD64-3192B560829B}" dt="2021-12-15T17:14:33.183" v="206" actId="1076"/>
          <ac:picMkLst>
            <pc:docMk/>
            <pc:sldMk cId="2137804776" sldId="529"/>
            <ac:picMk id="28" creationId="{C4ED1E7A-E4CF-4DD4-B0F9-39C62355C378}"/>
          </ac:picMkLst>
        </pc:picChg>
        <pc:picChg chg="add mod">
          <ac:chgData name="Manuj Agrawal" userId="8275e378daeca5b2" providerId="LiveId" clId="{0650EDF7-034B-43E1-BD64-3192B560829B}" dt="2021-12-15T17:12:48.183" v="188"/>
          <ac:picMkLst>
            <pc:docMk/>
            <pc:sldMk cId="2137804776" sldId="529"/>
            <ac:picMk id="29" creationId="{A80B81BA-C2A9-4B8F-A486-B9702C8F846D}"/>
          </ac:picMkLst>
        </pc:picChg>
      </pc:sldChg>
      <pc:sldChg chg="modSp mod">
        <pc:chgData name="Manuj Agrawal" userId="8275e378daeca5b2" providerId="LiveId" clId="{0650EDF7-034B-43E1-BD64-3192B560829B}" dt="2021-12-16T16:32:26.526" v="315" actId="1076"/>
        <pc:sldMkLst>
          <pc:docMk/>
          <pc:sldMk cId="7716307" sldId="530"/>
        </pc:sldMkLst>
        <pc:spChg chg="mod">
          <ac:chgData name="Manuj Agrawal" userId="8275e378daeca5b2" providerId="LiveId" clId="{0650EDF7-034B-43E1-BD64-3192B560829B}" dt="2021-12-16T16:32:26.526" v="315" actId="1076"/>
          <ac:spMkLst>
            <pc:docMk/>
            <pc:sldMk cId="7716307" sldId="530"/>
            <ac:spMk id="61" creationId="{1004B370-5E8D-4B3E-8DFF-C2A3D97F0425}"/>
          </ac:spMkLst>
        </pc:spChg>
      </pc:sldChg>
      <pc:sldChg chg="modSp mod">
        <pc:chgData name="Manuj Agrawal" userId="8275e378daeca5b2" providerId="LiveId" clId="{0650EDF7-034B-43E1-BD64-3192B560829B}" dt="2021-12-16T16:28:20.387" v="314" actId="115"/>
        <pc:sldMkLst>
          <pc:docMk/>
          <pc:sldMk cId="1444475964" sldId="536"/>
        </pc:sldMkLst>
        <pc:spChg chg="mod">
          <ac:chgData name="Manuj Agrawal" userId="8275e378daeca5b2" providerId="LiveId" clId="{0650EDF7-034B-43E1-BD64-3192B560829B}" dt="2021-12-16T16:28:20.387" v="314" actId="115"/>
          <ac:spMkLst>
            <pc:docMk/>
            <pc:sldMk cId="1444475964" sldId="536"/>
            <ac:spMk id="30" creationId="{AB167060-FEEB-4FFB-A251-DF3091DEEBBF}"/>
          </ac:spMkLst>
        </pc:spChg>
      </pc:sldChg>
      <pc:sldChg chg="modSp add mod">
        <pc:chgData name="Manuj Agrawal" userId="8275e378daeca5b2" providerId="LiveId" clId="{0650EDF7-034B-43E1-BD64-3192B560829B}" dt="2021-12-16T16:52:13.695" v="506" actId="20577"/>
        <pc:sldMkLst>
          <pc:docMk/>
          <pc:sldMk cId="958035667" sldId="537"/>
        </pc:sldMkLst>
        <pc:spChg chg="mod">
          <ac:chgData name="Manuj Agrawal" userId="8275e378daeca5b2" providerId="LiveId" clId="{0650EDF7-034B-43E1-BD64-3192B560829B}" dt="2021-12-16T16:52:13.695" v="506" actId="20577"/>
          <ac:spMkLst>
            <pc:docMk/>
            <pc:sldMk cId="958035667" sldId="537"/>
            <ac:spMk id="7" creationId="{964AF775-7BD1-4261-B095-0BBC8FB51428}"/>
          </ac:spMkLst>
        </pc:spChg>
      </pc:sldChg>
    </pc:docChg>
  </pc:docChgLst>
  <pc:docChgLst>
    <pc:chgData name="Manuj Agrawal" userId="8275e378daeca5b2" providerId="LiveId" clId="{34F33E52-A1F9-4AD9-B720-39C6CFB5E7BA}"/>
    <pc:docChg chg="undo custSel addSld delSld modSld sldOrd">
      <pc:chgData name="Manuj Agrawal" userId="8275e378daeca5b2" providerId="LiveId" clId="{34F33E52-A1F9-4AD9-B720-39C6CFB5E7BA}" dt="2021-12-08T11:32:35.949" v="2989" actId="20577"/>
      <pc:docMkLst>
        <pc:docMk/>
      </pc:docMkLst>
      <pc:sldChg chg="modSp mod ord">
        <pc:chgData name="Manuj Agrawal" userId="8275e378daeca5b2" providerId="LiveId" clId="{34F33E52-A1F9-4AD9-B720-39C6CFB5E7BA}" dt="2021-12-08T07:55:19.391" v="2112"/>
        <pc:sldMkLst>
          <pc:docMk/>
          <pc:sldMk cId="4132242691" sldId="439"/>
        </pc:sldMkLst>
        <pc:spChg chg="mod">
          <ac:chgData name="Manuj Agrawal" userId="8275e378daeca5b2" providerId="LiveId" clId="{34F33E52-A1F9-4AD9-B720-39C6CFB5E7BA}" dt="2021-12-07T12:58:08.988" v="225" actId="1076"/>
          <ac:spMkLst>
            <pc:docMk/>
            <pc:sldMk cId="4132242691" sldId="439"/>
            <ac:spMk id="16" creationId="{CCBF5BF0-3B8A-436E-99D6-A56580D2A253}"/>
          </ac:spMkLst>
        </pc:spChg>
        <pc:picChg chg="mod">
          <ac:chgData name="Manuj Agrawal" userId="8275e378daeca5b2" providerId="LiveId" clId="{34F33E52-A1F9-4AD9-B720-39C6CFB5E7BA}" dt="2021-12-07T14:36:29.645" v="1437" actId="1076"/>
          <ac:picMkLst>
            <pc:docMk/>
            <pc:sldMk cId="4132242691" sldId="439"/>
            <ac:picMk id="5" creationId="{3D8D5196-4279-4DC5-A9DE-940A5F4BF707}"/>
          </ac:picMkLst>
        </pc:picChg>
        <pc:picChg chg="mod">
          <ac:chgData name="Manuj Agrawal" userId="8275e378daeca5b2" providerId="LiveId" clId="{34F33E52-A1F9-4AD9-B720-39C6CFB5E7BA}" dt="2021-12-07T13:25:21.657" v="688" actId="1076"/>
          <ac:picMkLst>
            <pc:docMk/>
            <pc:sldMk cId="4132242691" sldId="439"/>
            <ac:picMk id="14" creationId="{5DDA7663-7ABB-46BB-BEFA-E76D5AF57AAA}"/>
          </ac:picMkLst>
        </pc:picChg>
      </pc:sldChg>
      <pc:sldChg chg="modSp mod">
        <pc:chgData name="Manuj Agrawal" userId="8275e378daeca5b2" providerId="LiveId" clId="{34F33E52-A1F9-4AD9-B720-39C6CFB5E7BA}" dt="2021-12-08T11:32:35.949" v="2989" actId="20577"/>
        <pc:sldMkLst>
          <pc:docMk/>
          <pc:sldMk cId="2654572283" sldId="456"/>
        </pc:sldMkLst>
        <pc:spChg chg="mod">
          <ac:chgData name="Manuj Agrawal" userId="8275e378daeca5b2" providerId="LiveId" clId="{34F33E52-A1F9-4AD9-B720-39C6CFB5E7BA}" dt="2021-12-08T11:32:35.949" v="2989" actId="20577"/>
          <ac:spMkLst>
            <pc:docMk/>
            <pc:sldMk cId="2654572283" sldId="456"/>
            <ac:spMk id="17" creationId="{00000000-0000-0000-0000-000000000000}"/>
          </ac:spMkLst>
        </pc:spChg>
      </pc:sldChg>
      <pc:sldChg chg="del">
        <pc:chgData name="Manuj Agrawal" userId="8275e378daeca5b2" providerId="LiveId" clId="{34F33E52-A1F9-4AD9-B720-39C6CFB5E7BA}" dt="2021-12-07T12:07:22.953" v="0" actId="47"/>
        <pc:sldMkLst>
          <pc:docMk/>
          <pc:sldMk cId="0" sldId="462"/>
        </pc:sldMkLst>
      </pc:sldChg>
      <pc:sldChg chg="modSp mod ord">
        <pc:chgData name="Manuj Agrawal" userId="8275e378daeca5b2" providerId="LiveId" clId="{34F33E52-A1F9-4AD9-B720-39C6CFB5E7BA}" dt="2021-12-07T14:35:39.420" v="1435" actId="1076"/>
        <pc:sldMkLst>
          <pc:docMk/>
          <pc:sldMk cId="3706521388" sldId="468"/>
        </pc:sldMkLst>
        <pc:spChg chg="mod">
          <ac:chgData name="Manuj Agrawal" userId="8275e378daeca5b2" providerId="LiveId" clId="{34F33E52-A1F9-4AD9-B720-39C6CFB5E7BA}" dt="2021-12-07T14:34:43.700" v="1430" actId="1076"/>
          <ac:spMkLst>
            <pc:docMk/>
            <pc:sldMk cId="3706521388" sldId="468"/>
            <ac:spMk id="2" creationId="{CB231D41-F65B-4286-9B00-4994AAD4BA1F}"/>
          </ac:spMkLst>
        </pc:spChg>
        <pc:spChg chg="mod">
          <ac:chgData name="Manuj Agrawal" userId="8275e378daeca5b2" providerId="LiveId" clId="{34F33E52-A1F9-4AD9-B720-39C6CFB5E7BA}" dt="2021-12-07T14:34:49.860" v="1432" actId="1076"/>
          <ac:spMkLst>
            <pc:docMk/>
            <pc:sldMk cId="3706521388" sldId="468"/>
            <ac:spMk id="3" creationId="{C7E28C23-F776-4EEC-ABD8-B5CC75C10D3C}"/>
          </ac:spMkLst>
        </pc:spChg>
        <pc:spChg chg="mod">
          <ac:chgData name="Manuj Agrawal" userId="8275e378daeca5b2" providerId="LiveId" clId="{34F33E52-A1F9-4AD9-B720-39C6CFB5E7BA}" dt="2021-12-07T14:34:37.268" v="1428" actId="688"/>
          <ac:spMkLst>
            <pc:docMk/>
            <pc:sldMk cId="3706521388" sldId="468"/>
            <ac:spMk id="17" creationId="{C5CDC1C9-E72D-42F1-B903-84329BA416B8}"/>
          </ac:spMkLst>
        </pc:spChg>
        <pc:spChg chg="mod">
          <ac:chgData name="Manuj Agrawal" userId="8275e378daeca5b2" providerId="LiveId" clId="{34F33E52-A1F9-4AD9-B720-39C6CFB5E7BA}" dt="2021-12-07T14:35:39.420" v="1435" actId="1076"/>
          <ac:spMkLst>
            <pc:docMk/>
            <pc:sldMk cId="3706521388" sldId="468"/>
            <ac:spMk id="25" creationId="{A9BB0199-0220-41C1-920D-8AA85E21B4FD}"/>
          </ac:spMkLst>
        </pc:spChg>
      </pc:sldChg>
      <pc:sldChg chg="modSp mod">
        <pc:chgData name="Manuj Agrawal" userId="8275e378daeca5b2" providerId="LiveId" clId="{34F33E52-A1F9-4AD9-B720-39C6CFB5E7BA}" dt="2021-12-07T14:26:54.190" v="1340" actId="20577"/>
        <pc:sldMkLst>
          <pc:docMk/>
          <pc:sldMk cId="722639226" sldId="481"/>
        </pc:sldMkLst>
        <pc:spChg chg="mod">
          <ac:chgData name="Manuj Agrawal" userId="8275e378daeca5b2" providerId="LiveId" clId="{34F33E52-A1F9-4AD9-B720-39C6CFB5E7BA}" dt="2021-12-07T14:26:54.190" v="1340" actId="20577"/>
          <ac:spMkLst>
            <pc:docMk/>
            <pc:sldMk cId="722639226" sldId="481"/>
            <ac:spMk id="9" creationId="{8FD0F4BC-33A6-494F-9F9A-8670F70B87DC}"/>
          </ac:spMkLst>
        </pc:spChg>
      </pc:sldChg>
      <pc:sldChg chg="addSp delSp modSp mod">
        <pc:chgData name="Manuj Agrawal" userId="8275e378daeca5b2" providerId="LiveId" clId="{34F33E52-A1F9-4AD9-B720-39C6CFB5E7BA}" dt="2021-12-07T13:37:48.671" v="1060" actId="1076"/>
        <pc:sldMkLst>
          <pc:docMk/>
          <pc:sldMk cId="1954424249" sldId="487"/>
        </pc:sldMkLst>
        <pc:spChg chg="mod">
          <ac:chgData name="Manuj Agrawal" userId="8275e378daeca5b2" providerId="LiveId" clId="{34F33E52-A1F9-4AD9-B720-39C6CFB5E7BA}" dt="2021-12-07T13:32:45.239" v="1008" actId="1076"/>
          <ac:spMkLst>
            <pc:docMk/>
            <pc:sldMk cId="1954424249" sldId="487"/>
            <ac:spMk id="8" creationId="{FEF10653-88F6-403A-B3F7-56311D716540}"/>
          </ac:spMkLst>
        </pc:spChg>
        <pc:spChg chg="mod">
          <ac:chgData name="Manuj Agrawal" userId="8275e378daeca5b2" providerId="LiveId" clId="{34F33E52-A1F9-4AD9-B720-39C6CFB5E7BA}" dt="2021-12-07T13:37:45.063" v="1059" actId="1076"/>
          <ac:spMkLst>
            <pc:docMk/>
            <pc:sldMk cId="1954424249" sldId="487"/>
            <ac:spMk id="10" creationId="{7FCF759E-7CF2-4CD0-A287-26183E1F6A7A}"/>
          </ac:spMkLst>
        </pc:spChg>
        <pc:spChg chg="mod">
          <ac:chgData name="Manuj Agrawal" userId="8275e378daeca5b2" providerId="LiveId" clId="{34F33E52-A1F9-4AD9-B720-39C6CFB5E7BA}" dt="2021-12-07T13:37:45.063" v="1059" actId="1076"/>
          <ac:spMkLst>
            <pc:docMk/>
            <pc:sldMk cId="1954424249" sldId="487"/>
            <ac:spMk id="11" creationId="{F91F8435-B5ED-4081-8A93-CF4DE5953CAB}"/>
          </ac:spMkLst>
        </pc:spChg>
        <pc:spChg chg="mod">
          <ac:chgData name="Manuj Agrawal" userId="8275e378daeca5b2" providerId="LiveId" clId="{34F33E52-A1F9-4AD9-B720-39C6CFB5E7BA}" dt="2021-12-07T13:37:45.063" v="1059" actId="1076"/>
          <ac:spMkLst>
            <pc:docMk/>
            <pc:sldMk cId="1954424249" sldId="487"/>
            <ac:spMk id="13" creationId="{65F50D7C-DBA2-4C8C-8761-A4492F1216FE}"/>
          </ac:spMkLst>
        </pc:spChg>
        <pc:spChg chg="mod">
          <ac:chgData name="Manuj Agrawal" userId="8275e378daeca5b2" providerId="LiveId" clId="{34F33E52-A1F9-4AD9-B720-39C6CFB5E7BA}" dt="2021-12-07T13:37:45.063" v="1059" actId="1076"/>
          <ac:spMkLst>
            <pc:docMk/>
            <pc:sldMk cId="1954424249" sldId="487"/>
            <ac:spMk id="15" creationId="{F8606FC4-8676-4DF9-BC88-EB1B2C18393C}"/>
          </ac:spMkLst>
        </pc:spChg>
        <pc:spChg chg="mod">
          <ac:chgData name="Manuj Agrawal" userId="8275e378daeca5b2" providerId="LiveId" clId="{34F33E52-A1F9-4AD9-B720-39C6CFB5E7BA}" dt="2021-12-07T13:37:48.671" v="1060" actId="1076"/>
          <ac:spMkLst>
            <pc:docMk/>
            <pc:sldMk cId="1954424249" sldId="487"/>
            <ac:spMk id="16" creationId="{549CB9A6-E893-47E7-8E85-EE649B535FA3}"/>
          </ac:spMkLst>
        </pc:spChg>
        <pc:spChg chg="mod">
          <ac:chgData name="Manuj Agrawal" userId="8275e378daeca5b2" providerId="LiveId" clId="{34F33E52-A1F9-4AD9-B720-39C6CFB5E7BA}" dt="2021-12-07T13:34:01.975" v="1036" actId="1076"/>
          <ac:spMkLst>
            <pc:docMk/>
            <pc:sldMk cId="1954424249" sldId="487"/>
            <ac:spMk id="17" creationId="{B629B683-1759-4886-84E9-3B6EEC34C4A2}"/>
          </ac:spMkLst>
        </pc:spChg>
        <pc:spChg chg="add del mod">
          <ac:chgData name="Manuj Agrawal" userId="8275e378daeca5b2" providerId="LiveId" clId="{34F33E52-A1F9-4AD9-B720-39C6CFB5E7BA}" dt="2021-12-07T13:34:35.033" v="1043"/>
          <ac:spMkLst>
            <pc:docMk/>
            <pc:sldMk cId="1954424249" sldId="487"/>
            <ac:spMk id="19" creationId="{0DC110E7-8402-450B-9155-1E8783D37BAC}"/>
          </ac:spMkLst>
        </pc:spChg>
        <pc:spChg chg="add mod">
          <ac:chgData name="Manuj Agrawal" userId="8275e378daeca5b2" providerId="LiveId" clId="{34F33E52-A1F9-4AD9-B720-39C6CFB5E7BA}" dt="2021-12-07T13:37:45.063" v="1059" actId="1076"/>
          <ac:spMkLst>
            <pc:docMk/>
            <pc:sldMk cId="1954424249" sldId="487"/>
            <ac:spMk id="20" creationId="{6C5A1991-2AD6-4E4F-A2E4-47C017FCCF60}"/>
          </ac:spMkLst>
        </pc:spChg>
        <pc:spChg chg="add mod">
          <ac:chgData name="Manuj Agrawal" userId="8275e378daeca5b2" providerId="LiveId" clId="{34F33E52-A1F9-4AD9-B720-39C6CFB5E7BA}" dt="2021-12-07T13:37:45.063" v="1059" actId="1076"/>
          <ac:spMkLst>
            <pc:docMk/>
            <pc:sldMk cId="1954424249" sldId="487"/>
            <ac:spMk id="22" creationId="{D721AD63-D130-43BB-93E5-D6FE3967FF89}"/>
          </ac:spMkLst>
        </pc:spChg>
        <pc:picChg chg="mod">
          <ac:chgData name="Manuj Agrawal" userId="8275e378daeca5b2" providerId="LiveId" clId="{34F33E52-A1F9-4AD9-B720-39C6CFB5E7BA}" dt="2021-12-07T13:37:45.063" v="1059" actId="1076"/>
          <ac:picMkLst>
            <pc:docMk/>
            <pc:sldMk cId="1954424249" sldId="487"/>
            <ac:picMk id="3" creationId="{856896EA-45EE-42E3-B458-D16DE8819EEA}"/>
          </ac:picMkLst>
        </pc:picChg>
        <pc:picChg chg="add mod">
          <ac:chgData name="Manuj Agrawal" userId="8275e378daeca5b2" providerId="LiveId" clId="{34F33E52-A1F9-4AD9-B720-39C6CFB5E7BA}" dt="2021-12-07T13:37:45.063" v="1059" actId="1076"/>
          <ac:picMkLst>
            <pc:docMk/>
            <pc:sldMk cId="1954424249" sldId="487"/>
            <ac:picMk id="4" creationId="{51949C5B-16CF-43DA-8492-3D0E711F40C7}"/>
          </ac:picMkLst>
        </pc:picChg>
        <pc:picChg chg="mod">
          <ac:chgData name="Manuj Agrawal" userId="8275e378daeca5b2" providerId="LiveId" clId="{34F33E52-A1F9-4AD9-B720-39C6CFB5E7BA}" dt="2021-12-07T13:37:37.751" v="1058" actId="1076"/>
          <ac:picMkLst>
            <pc:docMk/>
            <pc:sldMk cId="1954424249" sldId="487"/>
            <ac:picMk id="6" creationId="{651B39D3-3EEC-4259-A305-D28AFC10A94F}"/>
          </ac:picMkLst>
        </pc:picChg>
        <pc:picChg chg="add mod">
          <ac:chgData name="Manuj Agrawal" userId="8275e378daeca5b2" providerId="LiveId" clId="{34F33E52-A1F9-4AD9-B720-39C6CFB5E7BA}" dt="2021-12-07T13:37:45.063" v="1059" actId="1076"/>
          <ac:picMkLst>
            <pc:docMk/>
            <pc:sldMk cId="1954424249" sldId="487"/>
            <ac:picMk id="7" creationId="{0E6147DC-64E1-4129-9D9B-96C40D5E8EF0}"/>
          </ac:picMkLst>
        </pc:picChg>
        <pc:picChg chg="mod">
          <ac:chgData name="Manuj Agrawal" userId="8275e378daeca5b2" providerId="LiveId" clId="{34F33E52-A1F9-4AD9-B720-39C6CFB5E7BA}" dt="2021-12-07T13:37:37.751" v="1058" actId="1076"/>
          <ac:picMkLst>
            <pc:docMk/>
            <pc:sldMk cId="1954424249" sldId="487"/>
            <ac:picMk id="9" creationId="{21022D17-0E85-4E38-899A-4F98B3183853}"/>
          </ac:picMkLst>
        </pc:picChg>
        <pc:picChg chg="mod">
          <ac:chgData name="Manuj Agrawal" userId="8275e378daeca5b2" providerId="LiveId" clId="{34F33E52-A1F9-4AD9-B720-39C6CFB5E7BA}" dt="2021-12-07T13:37:45.063" v="1059" actId="1076"/>
          <ac:picMkLst>
            <pc:docMk/>
            <pc:sldMk cId="1954424249" sldId="487"/>
            <ac:picMk id="12" creationId="{A4253AAC-235A-4863-956D-3C923407ADF6}"/>
          </ac:picMkLst>
        </pc:picChg>
        <pc:picChg chg="mod">
          <ac:chgData name="Manuj Agrawal" userId="8275e378daeca5b2" providerId="LiveId" clId="{34F33E52-A1F9-4AD9-B720-39C6CFB5E7BA}" dt="2021-12-07T13:37:45.063" v="1059" actId="1076"/>
          <ac:picMkLst>
            <pc:docMk/>
            <pc:sldMk cId="1954424249" sldId="487"/>
            <ac:picMk id="14" creationId="{19060B3B-F349-47E3-9406-7415E8F11272}"/>
          </ac:picMkLst>
        </pc:picChg>
        <pc:picChg chg="mod">
          <ac:chgData name="Manuj Agrawal" userId="8275e378daeca5b2" providerId="LiveId" clId="{34F33E52-A1F9-4AD9-B720-39C6CFB5E7BA}" dt="2021-12-07T13:37:45.063" v="1059" actId="1076"/>
          <ac:picMkLst>
            <pc:docMk/>
            <pc:sldMk cId="1954424249" sldId="487"/>
            <ac:picMk id="18" creationId="{79545B10-F37C-467E-B5CA-362E403A4F0D}"/>
          </ac:picMkLst>
        </pc:picChg>
        <pc:picChg chg="mod">
          <ac:chgData name="Manuj Agrawal" userId="8275e378daeca5b2" providerId="LiveId" clId="{34F33E52-A1F9-4AD9-B720-39C6CFB5E7BA}" dt="2021-12-07T13:37:37.751" v="1058" actId="1076"/>
          <ac:picMkLst>
            <pc:docMk/>
            <pc:sldMk cId="1954424249" sldId="487"/>
            <ac:picMk id="21" creationId="{2DE93E62-FB1F-442E-8C0D-E0DEC6BADB83}"/>
          </ac:picMkLst>
        </pc:picChg>
      </pc:sldChg>
      <pc:sldChg chg="mod">
        <pc:chgData name="Manuj Agrawal" userId="8275e378daeca5b2" providerId="LiveId" clId="{34F33E52-A1F9-4AD9-B720-39C6CFB5E7BA}" dt="2021-12-07T14:23:43.107" v="1302" actId="27918"/>
        <pc:sldMkLst>
          <pc:docMk/>
          <pc:sldMk cId="57572407" sldId="488"/>
        </pc:sldMkLst>
      </pc:sldChg>
      <pc:sldChg chg="modSp mod ord">
        <pc:chgData name="Manuj Agrawal" userId="8275e378daeca5b2" providerId="LiveId" clId="{34F33E52-A1F9-4AD9-B720-39C6CFB5E7BA}" dt="2021-12-08T07:54:49.215" v="2110"/>
        <pc:sldMkLst>
          <pc:docMk/>
          <pc:sldMk cId="1614889212" sldId="505"/>
        </pc:sldMkLst>
        <pc:spChg chg="mod">
          <ac:chgData name="Manuj Agrawal" userId="8275e378daeca5b2" providerId="LiveId" clId="{34F33E52-A1F9-4AD9-B720-39C6CFB5E7BA}" dt="2021-12-08T07:53:20.982" v="2071" actId="20577"/>
          <ac:spMkLst>
            <pc:docMk/>
            <pc:sldMk cId="1614889212" sldId="505"/>
            <ac:spMk id="17" creationId="{B5C1152F-7231-435A-B06E-64C56434D480}"/>
          </ac:spMkLst>
        </pc:spChg>
      </pc:sldChg>
      <pc:sldChg chg="modSp mod">
        <pc:chgData name="Manuj Agrawal" userId="8275e378daeca5b2" providerId="LiveId" clId="{34F33E52-A1F9-4AD9-B720-39C6CFB5E7BA}" dt="2021-12-07T14:57:46.778" v="1741" actId="1076"/>
        <pc:sldMkLst>
          <pc:docMk/>
          <pc:sldMk cId="3922207980" sldId="506"/>
        </pc:sldMkLst>
        <pc:spChg chg="mod">
          <ac:chgData name="Manuj Agrawal" userId="8275e378daeca5b2" providerId="LiveId" clId="{34F33E52-A1F9-4AD9-B720-39C6CFB5E7BA}" dt="2021-12-07T14:57:46.778" v="1741" actId="1076"/>
          <ac:spMkLst>
            <pc:docMk/>
            <pc:sldMk cId="3922207980" sldId="506"/>
            <ac:spMk id="51" creationId="{CAF82B13-1345-48AF-B911-02E1EC0B596E}"/>
          </ac:spMkLst>
        </pc:spChg>
      </pc:sldChg>
      <pc:sldChg chg="addSp delSp modSp mod">
        <pc:chgData name="Manuj Agrawal" userId="8275e378daeca5b2" providerId="LiveId" clId="{34F33E52-A1F9-4AD9-B720-39C6CFB5E7BA}" dt="2021-12-08T10:13:14.404" v="2852" actId="20577"/>
        <pc:sldMkLst>
          <pc:docMk/>
          <pc:sldMk cId="779782093" sldId="509"/>
        </pc:sldMkLst>
        <pc:spChg chg="mod">
          <ac:chgData name="Manuj Agrawal" userId="8275e378daeca5b2" providerId="LiveId" clId="{34F33E52-A1F9-4AD9-B720-39C6CFB5E7BA}" dt="2021-12-08T10:00:41.851" v="2802" actId="1076"/>
          <ac:spMkLst>
            <pc:docMk/>
            <pc:sldMk cId="779782093" sldId="509"/>
            <ac:spMk id="3" creationId="{133EF8DE-A871-4D30-8CB2-2E3B9CEA8D17}"/>
          </ac:spMkLst>
        </pc:spChg>
        <pc:spChg chg="mod">
          <ac:chgData name="Manuj Agrawal" userId="8275e378daeca5b2" providerId="LiveId" clId="{34F33E52-A1F9-4AD9-B720-39C6CFB5E7BA}" dt="2021-12-08T10:00:41.851" v="2802" actId="1076"/>
          <ac:spMkLst>
            <pc:docMk/>
            <pc:sldMk cId="779782093" sldId="509"/>
            <ac:spMk id="4" creationId="{1C12A753-1BBF-484A-BEBA-6845A6B4C183}"/>
          </ac:spMkLst>
        </pc:spChg>
        <pc:spChg chg="mod">
          <ac:chgData name="Manuj Agrawal" userId="8275e378daeca5b2" providerId="LiveId" clId="{34F33E52-A1F9-4AD9-B720-39C6CFB5E7BA}" dt="2021-12-08T10:00:41.851" v="2802" actId="1076"/>
          <ac:spMkLst>
            <pc:docMk/>
            <pc:sldMk cId="779782093" sldId="509"/>
            <ac:spMk id="12" creationId="{77BB407C-3743-4F18-91B5-B05E45CC47F0}"/>
          </ac:spMkLst>
        </pc:spChg>
        <pc:spChg chg="mod">
          <ac:chgData name="Manuj Agrawal" userId="8275e378daeca5b2" providerId="LiveId" clId="{34F33E52-A1F9-4AD9-B720-39C6CFB5E7BA}" dt="2021-12-08T10:00:41.851" v="2802" actId="1076"/>
          <ac:spMkLst>
            <pc:docMk/>
            <pc:sldMk cId="779782093" sldId="509"/>
            <ac:spMk id="13" creationId="{3B06627D-B71F-420B-814C-D88D7DA54208}"/>
          </ac:spMkLst>
        </pc:spChg>
        <pc:spChg chg="mod">
          <ac:chgData name="Manuj Agrawal" userId="8275e378daeca5b2" providerId="LiveId" clId="{34F33E52-A1F9-4AD9-B720-39C6CFB5E7BA}" dt="2021-12-08T10:13:14.404" v="2852" actId="20577"/>
          <ac:spMkLst>
            <pc:docMk/>
            <pc:sldMk cId="779782093" sldId="509"/>
            <ac:spMk id="16" creationId="{CCBF5BF0-3B8A-436E-99D6-A56580D2A253}"/>
          </ac:spMkLst>
        </pc:spChg>
        <pc:spChg chg="mod">
          <ac:chgData name="Manuj Agrawal" userId="8275e378daeca5b2" providerId="LiveId" clId="{34F33E52-A1F9-4AD9-B720-39C6CFB5E7BA}" dt="2021-12-08T10:00:41.851" v="2802" actId="1076"/>
          <ac:spMkLst>
            <pc:docMk/>
            <pc:sldMk cId="779782093" sldId="509"/>
            <ac:spMk id="17" creationId="{7CB4278A-0FCB-48D5-A981-FAA2F5D21932}"/>
          </ac:spMkLst>
        </pc:spChg>
        <pc:spChg chg="add del mod">
          <ac:chgData name="Manuj Agrawal" userId="8275e378daeca5b2" providerId="LiveId" clId="{34F33E52-A1F9-4AD9-B720-39C6CFB5E7BA}" dt="2021-12-08T09:28:22.253" v="2309" actId="478"/>
          <ac:spMkLst>
            <pc:docMk/>
            <pc:sldMk cId="779782093" sldId="509"/>
            <ac:spMk id="18" creationId="{FF25F28F-FAC0-4118-8E7E-1F3D0C71DB3A}"/>
          </ac:spMkLst>
        </pc:spChg>
        <pc:spChg chg="add del mod">
          <ac:chgData name="Manuj Agrawal" userId="8275e378daeca5b2" providerId="LiveId" clId="{34F33E52-A1F9-4AD9-B720-39C6CFB5E7BA}" dt="2021-12-08T10:00:28.483" v="2801" actId="478"/>
          <ac:spMkLst>
            <pc:docMk/>
            <pc:sldMk cId="779782093" sldId="509"/>
            <ac:spMk id="19" creationId="{02B305B7-2A83-4E35-8A76-157D3DACEEE3}"/>
          </ac:spMkLst>
        </pc:spChg>
        <pc:spChg chg="mod">
          <ac:chgData name="Manuj Agrawal" userId="8275e378daeca5b2" providerId="LiveId" clId="{34F33E52-A1F9-4AD9-B720-39C6CFB5E7BA}" dt="2021-12-08T10:00:48.499" v="2804" actId="1076"/>
          <ac:spMkLst>
            <pc:docMk/>
            <pc:sldMk cId="779782093" sldId="509"/>
            <ac:spMk id="20" creationId="{31474A7D-84AF-46FD-9927-EF534E8F4AC0}"/>
          </ac:spMkLst>
        </pc:spChg>
        <pc:spChg chg="mod">
          <ac:chgData name="Manuj Agrawal" userId="8275e378daeca5b2" providerId="LiveId" clId="{34F33E52-A1F9-4AD9-B720-39C6CFB5E7BA}" dt="2021-12-08T10:00:41.851" v="2802" actId="1076"/>
          <ac:spMkLst>
            <pc:docMk/>
            <pc:sldMk cId="779782093" sldId="509"/>
            <ac:spMk id="21" creationId="{F7FD0578-A9D5-4093-8310-DF82763A12AC}"/>
          </ac:spMkLst>
        </pc:spChg>
        <pc:spChg chg="mod">
          <ac:chgData name="Manuj Agrawal" userId="8275e378daeca5b2" providerId="LiveId" clId="{34F33E52-A1F9-4AD9-B720-39C6CFB5E7BA}" dt="2021-12-08T10:00:44.596" v="2803" actId="1076"/>
          <ac:spMkLst>
            <pc:docMk/>
            <pc:sldMk cId="779782093" sldId="509"/>
            <ac:spMk id="22" creationId="{CD35668E-8E0D-405C-8DD0-B008F582FF87}"/>
          </ac:spMkLst>
        </pc:spChg>
        <pc:picChg chg="mod">
          <ac:chgData name="Manuj Agrawal" userId="8275e378daeca5b2" providerId="LiveId" clId="{34F33E52-A1F9-4AD9-B720-39C6CFB5E7BA}" dt="2021-12-08T10:00:41.851" v="2802" actId="1076"/>
          <ac:picMkLst>
            <pc:docMk/>
            <pc:sldMk cId="779782093" sldId="509"/>
            <ac:picMk id="11" creationId="{0549BD24-E4D0-45A8-9773-670EFBA56E4D}"/>
          </ac:picMkLst>
        </pc:picChg>
        <pc:picChg chg="mod">
          <ac:chgData name="Manuj Agrawal" userId="8275e378daeca5b2" providerId="LiveId" clId="{34F33E52-A1F9-4AD9-B720-39C6CFB5E7BA}" dt="2021-12-08T10:00:41.851" v="2802" actId="1076"/>
          <ac:picMkLst>
            <pc:docMk/>
            <pc:sldMk cId="779782093" sldId="509"/>
            <ac:picMk id="14" creationId="{5DDA7663-7ABB-46BB-BEFA-E76D5AF57AAA}"/>
          </ac:picMkLst>
        </pc:picChg>
        <pc:picChg chg="mod">
          <ac:chgData name="Manuj Agrawal" userId="8275e378daeca5b2" providerId="LiveId" clId="{34F33E52-A1F9-4AD9-B720-39C6CFB5E7BA}" dt="2021-12-08T10:00:41.851" v="2802" actId="1076"/>
          <ac:picMkLst>
            <pc:docMk/>
            <pc:sldMk cId="779782093" sldId="509"/>
            <ac:picMk id="15" creationId="{AE1E27EC-7B7E-475D-9FB3-049287FE31D0}"/>
          </ac:picMkLst>
        </pc:picChg>
      </pc:sldChg>
      <pc:sldChg chg="addSp modSp mod">
        <pc:chgData name="Manuj Agrawal" userId="8275e378daeca5b2" providerId="LiveId" clId="{34F33E52-A1F9-4AD9-B720-39C6CFB5E7BA}" dt="2021-12-08T08:27:57.711" v="2306" actId="14861"/>
        <pc:sldMkLst>
          <pc:docMk/>
          <pc:sldMk cId="2864755014" sldId="510"/>
        </pc:sldMkLst>
        <pc:spChg chg="mod">
          <ac:chgData name="Manuj Agrawal" userId="8275e378daeca5b2" providerId="LiveId" clId="{34F33E52-A1F9-4AD9-B720-39C6CFB5E7BA}" dt="2021-12-08T08:27:57.711" v="2306" actId="14861"/>
          <ac:spMkLst>
            <pc:docMk/>
            <pc:sldMk cId="2864755014" sldId="510"/>
            <ac:spMk id="18" creationId="{A7462A68-4D27-4E85-B6E9-67AFB58C48DA}"/>
          </ac:spMkLst>
        </pc:spChg>
        <pc:spChg chg="mod">
          <ac:chgData name="Manuj Agrawal" userId="8275e378daeca5b2" providerId="LiveId" clId="{34F33E52-A1F9-4AD9-B720-39C6CFB5E7BA}" dt="2021-12-07T14:14:44.136" v="1232" actId="20577"/>
          <ac:spMkLst>
            <pc:docMk/>
            <pc:sldMk cId="2864755014" sldId="510"/>
            <ac:spMk id="21" creationId="{2F9D4FD8-27C0-4D94-B6AB-867213472F45}"/>
          </ac:spMkLst>
        </pc:spChg>
        <pc:spChg chg="mod">
          <ac:chgData name="Manuj Agrawal" userId="8275e378daeca5b2" providerId="LiveId" clId="{34F33E52-A1F9-4AD9-B720-39C6CFB5E7BA}" dt="2021-12-07T14:14:25.591" v="1220" actId="1076"/>
          <ac:spMkLst>
            <pc:docMk/>
            <pc:sldMk cId="2864755014" sldId="510"/>
            <ac:spMk id="26" creationId="{2A9EF1F2-128F-4671-BED6-76F5166D4715}"/>
          </ac:spMkLst>
        </pc:spChg>
        <pc:grpChg chg="add mod">
          <ac:chgData name="Manuj Agrawal" userId="8275e378daeca5b2" providerId="LiveId" clId="{34F33E52-A1F9-4AD9-B720-39C6CFB5E7BA}" dt="2021-12-07T14:13:39.167" v="1168" actId="1076"/>
          <ac:grpSpMkLst>
            <pc:docMk/>
            <pc:sldMk cId="2864755014" sldId="510"/>
            <ac:grpSpMk id="17" creationId="{1DB70D72-5A90-4FBA-B24A-6E36D61D4973}"/>
          </ac:grpSpMkLst>
        </pc:grpChg>
        <pc:grpChg chg="mod">
          <ac:chgData name="Manuj Agrawal" userId="8275e378daeca5b2" providerId="LiveId" clId="{34F33E52-A1F9-4AD9-B720-39C6CFB5E7BA}" dt="2021-12-07T14:13:35.527" v="1167" actId="1076"/>
          <ac:grpSpMkLst>
            <pc:docMk/>
            <pc:sldMk cId="2864755014" sldId="510"/>
            <ac:grpSpMk id="24" creationId="{19289AAE-D7DF-4180-8DFD-C2690E6BF378}"/>
          </ac:grpSpMkLst>
        </pc:grpChg>
        <pc:picChg chg="mod">
          <ac:chgData name="Manuj Agrawal" userId="8275e378daeca5b2" providerId="LiveId" clId="{34F33E52-A1F9-4AD9-B720-39C6CFB5E7BA}" dt="2021-12-07T14:13:30.264" v="1166" actId="1076"/>
          <ac:picMkLst>
            <pc:docMk/>
            <pc:sldMk cId="2864755014" sldId="510"/>
            <ac:picMk id="28" creationId="{FF2883D6-D07A-4C1B-93AD-1074559B8D67}"/>
          </ac:picMkLst>
        </pc:picChg>
      </pc:sldChg>
      <pc:sldChg chg="addSp delSp modSp mod">
        <pc:chgData name="Manuj Agrawal" userId="8275e378daeca5b2" providerId="LiveId" clId="{34F33E52-A1F9-4AD9-B720-39C6CFB5E7BA}" dt="2021-12-07T13:25:15.177" v="687" actId="1076"/>
        <pc:sldMkLst>
          <pc:docMk/>
          <pc:sldMk cId="3900484488" sldId="514"/>
        </pc:sldMkLst>
        <pc:spChg chg="add del mod">
          <ac:chgData name="Manuj Agrawal" userId="8275e378daeca5b2" providerId="LiveId" clId="{34F33E52-A1F9-4AD9-B720-39C6CFB5E7BA}" dt="2021-12-07T12:44:41.340" v="135" actId="478"/>
          <ac:spMkLst>
            <pc:docMk/>
            <pc:sldMk cId="3900484488" sldId="514"/>
            <ac:spMk id="16" creationId="{A8479F8D-14A7-438D-8C30-B212A4E8E619}"/>
          </ac:spMkLst>
        </pc:spChg>
        <pc:spChg chg="add mod ord">
          <ac:chgData name="Manuj Agrawal" userId="8275e378daeca5b2" providerId="LiveId" clId="{34F33E52-A1F9-4AD9-B720-39C6CFB5E7BA}" dt="2021-12-07T12:57:06.542" v="224" actId="1076"/>
          <ac:spMkLst>
            <pc:docMk/>
            <pc:sldMk cId="3900484488" sldId="514"/>
            <ac:spMk id="20" creationId="{F8980249-765D-4527-8A3B-3425E1BC21BE}"/>
          </ac:spMkLst>
        </pc:spChg>
        <pc:spChg chg="add mod">
          <ac:chgData name="Manuj Agrawal" userId="8275e378daeca5b2" providerId="LiveId" clId="{34F33E52-A1F9-4AD9-B720-39C6CFB5E7BA}" dt="2021-12-07T12:57:06.542" v="224" actId="1076"/>
          <ac:spMkLst>
            <pc:docMk/>
            <pc:sldMk cId="3900484488" sldId="514"/>
            <ac:spMk id="21" creationId="{4D10DE05-B5CC-44A7-91B1-9E171BA9875B}"/>
          </ac:spMkLst>
        </pc:spChg>
        <pc:spChg chg="mod topLvl">
          <ac:chgData name="Manuj Agrawal" userId="8275e378daeca5b2" providerId="LiveId" clId="{34F33E52-A1F9-4AD9-B720-39C6CFB5E7BA}" dt="2021-12-07T12:57:06.542" v="224" actId="1076"/>
          <ac:spMkLst>
            <pc:docMk/>
            <pc:sldMk cId="3900484488" sldId="514"/>
            <ac:spMk id="29" creationId="{6C46D106-05B3-4330-B887-EA65161653D3}"/>
          </ac:spMkLst>
        </pc:spChg>
        <pc:spChg chg="mod">
          <ac:chgData name="Manuj Agrawal" userId="8275e378daeca5b2" providerId="LiveId" clId="{34F33E52-A1F9-4AD9-B720-39C6CFB5E7BA}" dt="2021-12-07T12:57:06.542" v="224" actId="1076"/>
          <ac:spMkLst>
            <pc:docMk/>
            <pc:sldMk cId="3900484488" sldId="514"/>
            <ac:spMk id="30" creationId="{0041922B-D8BC-4909-8268-8E71FB5871CD}"/>
          </ac:spMkLst>
        </pc:spChg>
        <pc:spChg chg="del mod">
          <ac:chgData name="Manuj Agrawal" userId="8275e378daeca5b2" providerId="LiveId" clId="{34F33E52-A1F9-4AD9-B720-39C6CFB5E7BA}" dt="2021-12-07T12:25:44.285" v="31" actId="478"/>
          <ac:spMkLst>
            <pc:docMk/>
            <pc:sldMk cId="3900484488" sldId="514"/>
            <ac:spMk id="31" creationId="{196CB89C-8F98-48F6-9156-EE851111F03A}"/>
          </ac:spMkLst>
        </pc:spChg>
        <pc:spChg chg="add mod">
          <ac:chgData name="Manuj Agrawal" userId="8275e378daeca5b2" providerId="LiveId" clId="{34F33E52-A1F9-4AD9-B720-39C6CFB5E7BA}" dt="2021-12-07T12:57:06.542" v="224" actId="1076"/>
          <ac:spMkLst>
            <pc:docMk/>
            <pc:sldMk cId="3900484488" sldId="514"/>
            <ac:spMk id="32" creationId="{D72A03F3-BD5E-4084-9660-032C6CF8F7F7}"/>
          </ac:spMkLst>
        </pc:spChg>
        <pc:spChg chg="mod">
          <ac:chgData name="Manuj Agrawal" userId="8275e378daeca5b2" providerId="LiveId" clId="{34F33E52-A1F9-4AD9-B720-39C6CFB5E7BA}" dt="2021-12-07T12:57:06.542" v="224" actId="1076"/>
          <ac:spMkLst>
            <pc:docMk/>
            <pc:sldMk cId="3900484488" sldId="514"/>
            <ac:spMk id="34" creationId="{EEEBEB41-016A-45FA-972D-4AA3EB89D0D7}"/>
          </ac:spMkLst>
        </pc:spChg>
        <pc:spChg chg="mod">
          <ac:chgData name="Manuj Agrawal" userId="8275e378daeca5b2" providerId="LiveId" clId="{34F33E52-A1F9-4AD9-B720-39C6CFB5E7BA}" dt="2021-12-07T13:25:15.177" v="687" actId="1076"/>
          <ac:spMkLst>
            <pc:docMk/>
            <pc:sldMk cId="3900484488" sldId="514"/>
            <ac:spMk id="36" creationId="{A54E399F-D916-4F23-ADAD-412DB51411B1}"/>
          </ac:spMkLst>
        </pc:spChg>
        <pc:spChg chg="add del mod">
          <ac:chgData name="Manuj Agrawal" userId="8275e378daeca5b2" providerId="LiveId" clId="{34F33E52-A1F9-4AD9-B720-39C6CFB5E7BA}" dt="2021-12-07T12:52:37.214" v="148" actId="478"/>
          <ac:spMkLst>
            <pc:docMk/>
            <pc:sldMk cId="3900484488" sldId="514"/>
            <ac:spMk id="45" creationId="{A3B7A6C3-5C67-4BC9-B60F-6716772D581A}"/>
          </ac:spMkLst>
        </pc:spChg>
        <pc:spChg chg="add mod ord">
          <ac:chgData name="Manuj Agrawal" userId="8275e378daeca5b2" providerId="LiveId" clId="{34F33E52-A1F9-4AD9-B720-39C6CFB5E7BA}" dt="2021-12-07T12:57:06.542" v="224" actId="1076"/>
          <ac:spMkLst>
            <pc:docMk/>
            <pc:sldMk cId="3900484488" sldId="514"/>
            <ac:spMk id="46" creationId="{B547F4C9-7FFF-437C-AD7F-213998EB5647}"/>
          </ac:spMkLst>
        </pc:spChg>
        <pc:spChg chg="add mod ord">
          <ac:chgData name="Manuj Agrawal" userId="8275e378daeca5b2" providerId="LiveId" clId="{34F33E52-A1F9-4AD9-B720-39C6CFB5E7BA}" dt="2021-12-07T12:57:06.542" v="224" actId="1076"/>
          <ac:spMkLst>
            <pc:docMk/>
            <pc:sldMk cId="3900484488" sldId="514"/>
            <ac:spMk id="48" creationId="{5CEE5606-2EF2-4FD9-A70C-E7E169018F68}"/>
          </ac:spMkLst>
        </pc:spChg>
        <pc:spChg chg="add mod">
          <ac:chgData name="Manuj Agrawal" userId="8275e378daeca5b2" providerId="LiveId" clId="{34F33E52-A1F9-4AD9-B720-39C6CFB5E7BA}" dt="2021-12-07T13:11:03.169" v="379" actId="113"/>
          <ac:spMkLst>
            <pc:docMk/>
            <pc:sldMk cId="3900484488" sldId="514"/>
            <ac:spMk id="49" creationId="{3EC7AF37-31D3-4A2B-BF78-F7941FC41A77}"/>
          </ac:spMkLst>
        </pc:spChg>
        <pc:spChg chg="add mod">
          <ac:chgData name="Manuj Agrawal" userId="8275e378daeca5b2" providerId="LiveId" clId="{34F33E52-A1F9-4AD9-B720-39C6CFB5E7BA}" dt="2021-12-07T13:10:53.879" v="378" actId="20577"/>
          <ac:spMkLst>
            <pc:docMk/>
            <pc:sldMk cId="3900484488" sldId="514"/>
            <ac:spMk id="50" creationId="{5918198E-1558-4B4C-981E-19E17F441B99}"/>
          </ac:spMkLst>
        </pc:spChg>
        <pc:grpChg chg="del">
          <ac:chgData name="Manuj Agrawal" userId="8275e378daeca5b2" providerId="LiveId" clId="{34F33E52-A1F9-4AD9-B720-39C6CFB5E7BA}" dt="2021-12-07T12:34:05.949" v="81" actId="478"/>
          <ac:grpSpMkLst>
            <pc:docMk/>
            <pc:sldMk cId="3900484488" sldId="514"/>
            <ac:grpSpMk id="13" creationId="{D9A3F4F3-AF05-4D5F-BA22-905EA105D96F}"/>
          </ac:grpSpMkLst>
        </pc:grpChg>
        <pc:grpChg chg="del mod">
          <ac:chgData name="Manuj Agrawal" userId="8275e378daeca5b2" providerId="LiveId" clId="{34F33E52-A1F9-4AD9-B720-39C6CFB5E7BA}" dt="2021-12-07T12:07:37.371" v="2" actId="165"/>
          <ac:grpSpMkLst>
            <pc:docMk/>
            <pc:sldMk cId="3900484488" sldId="514"/>
            <ac:grpSpMk id="14" creationId="{7B54F5AC-D346-47A4-B6A7-B02AD20C1987}"/>
          </ac:grpSpMkLst>
        </pc:grpChg>
        <pc:grpChg chg="del">
          <ac:chgData name="Manuj Agrawal" userId="8275e378daeca5b2" providerId="LiveId" clId="{34F33E52-A1F9-4AD9-B720-39C6CFB5E7BA}" dt="2021-12-07T12:26:10.795" v="41" actId="478"/>
          <ac:grpSpMkLst>
            <pc:docMk/>
            <pc:sldMk cId="3900484488" sldId="514"/>
            <ac:grpSpMk id="40" creationId="{A60104F8-674F-4F95-9188-805A853AB189}"/>
          </ac:grpSpMkLst>
        </pc:grpChg>
        <pc:picChg chg="add mod">
          <ac:chgData name="Manuj Agrawal" userId="8275e378daeca5b2" providerId="LiveId" clId="{34F33E52-A1F9-4AD9-B720-39C6CFB5E7BA}" dt="2021-12-07T12:57:06.542" v="224" actId="1076"/>
          <ac:picMkLst>
            <pc:docMk/>
            <pc:sldMk cId="3900484488" sldId="514"/>
            <ac:picMk id="3" creationId="{4CB44D5E-D64C-40D1-80C8-39347EC91C64}"/>
          </ac:picMkLst>
        </pc:picChg>
        <pc:picChg chg="add del mod">
          <ac:chgData name="Manuj Agrawal" userId="8275e378daeca5b2" providerId="LiveId" clId="{34F33E52-A1F9-4AD9-B720-39C6CFB5E7BA}" dt="2021-12-07T12:36:57.474" v="113" actId="478"/>
          <ac:picMkLst>
            <pc:docMk/>
            <pc:sldMk cId="3900484488" sldId="514"/>
            <ac:picMk id="5" creationId="{E514BFF3-57DC-4FE8-B4E8-AB7E1F9A7D5A}"/>
          </ac:picMkLst>
        </pc:picChg>
        <pc:picChg chg="mod">
          <ac:chgData name="Manuj Agrawal" userId="8275e378daeca5b2" providerId="LiveId" clId="{34F33E52-A1F9-4AD9-B720-39C6CFB5E7BA}" dt="2021-12-07T12:57:06.542" v="224" actId="1076"/>
          <ac:picMkLst>
            <pc:docMk/>
            <pc:sldMk cId="3900484488" sldId="514"/>
            <ac:picMk id="6" creationId="{476C085C-C45D-4E1A-BF5F-C1827B208E3F}"/>
          </ac:picMkLst>
        </pc:picChg>
        <pc:picChg chg="add del mod modCrop">
          <ac:chgData name="Manuj Agrawal" userId="8275e378daeca5b2" providerId="LiveId" clId="{34F33E52-A1F9-4AD9-B720-39C6CFB5E7BA}" dt="2021-12-07T12:36:57.058" v="112" actId="478"/>
          <ac:picMkLst>
            <pc:docMk/>
            <pc:sldMk cId="3900484488" sldId="514"/>
            <ac:picMk id="8" creationId="{BE48EED9-2285-4BCB-BBDB-29B7FAB72AF0}"/>
          </ac:picMkLst>
        </pc:picChg>
        <pc:picChg chg="add mod">
          <ac:chgData name="Manuj Agrawal" userId="8275e378daeca5b2" providerId="LiveId" clId="{34F33E52-A1F9-4AD9-B720-39C6CFB5E7BA}" dt="2021-12-07T12:57:06.542" v="224" actId="1076"/>
          <ac:picMkLst>
            <pc:docMk/>
            <pc:sldMk cId="3900484488" sldId="514"/>
            <ac:picMk id="18" creationId="{E9E4BB58-7F4A-46E2-98AC-85D1B434208F}"/>
          </ac:picMkLst>
        </pc:picChg>
        <pc:picChg chg="add mod">
          <ac:chgData name="Manuj Agrawal" userId="8275e378daeca5b2" providerId="LiveId" clId="{34F33E52-A1F9-4AD9-B720-39C6CFB5E7BA}" dt="2021-12-07T12:57:06.542" v="224" actId="1076"/>
          <ac:picMkLst>
            <pc:docMk/>
            <pc:sldMk cId="3900484488" sldId="514"/>
            <ac:picMk id="22" creationId="{4EC7A6E7-C9B8-4A6B-934E-226487FD224F}"/>
          </ac:picMkLst>
        </pc:picChg>
        <pc:picChg chg="add mod">
          <ac:chgData name="Manuj Agrawal" userId="8275e378daeca5b2" providerId="LiveId" clId="{34F33E52-A1F9-4AD9-B720-39C6CFB5E7BA}" dt="2021-12-07T12:57:06.542" v="224" actId="1076"/>
          <ac:picMkLst>
            <pc:docMk/>
            <pc:sldMk cId="3900484488" sldId="514"/>
            <ac:picMk id="23" creationId="{70C135CE-FC89-4C4C-9D2C-91E045D2E642}"/>
          </ac:picMkLst>
        </pc:picChg>
        <pc:picChg chg="add mod">
          <ac:chgData name="Manuj Agrawal" userId="8275e378daeca5b2" providerId="LiveId" clId="{34F33E52-A1F9-4AD9-B720-39C6CFB5E7BA}" dt="2021-12-07T12:57:06.542" v="224" actId="1076"/>
          <ac:picMkLst>
            <pc:docMk/>
            <pc:sldMk cId="3900484488" sldId="514"/>
            <ac:picMk id="24" creationId="{0A3D4D98-1587-47B9-B6CE-FA8E1323EF5D}"/>
          </ac:picMkLst>
        </pc:picChg>
        <pc:picChg chg="add mod">
          <ac:chgData name="Manuj Agrawal" userId="8275e378daeca5b2" providerId="LiveId" clId="{34F33E52-A1F9-4AD9-B720-39C6CFB5E7BA}" dt="2021-12-07T12:57:06.542" v="224" actId="1076"/>
          <ac:picMkLst>
            <pc:docMk/>
            <pc:sldMk cId="3900484488" sldId="514"/>
            <ac:picMk id="33" creationId="{53B6B3BA-34E2-4CB3-A1BA-CFE3C7599B2D}"/>
          </ac:picMkLst>
        </pc:picChg>
        <pc:picChg chg="add del mod">
          <ac:chgData name="Manuj Agrawal" userId="8275e378daeca5b2" providerId="LiveId" clId="{34F33E52-A1F9-4AD9-B720-39C6CFB5E7BA}" dt="2021-12-07T12:36:58.450" v="114" actId="478"/>
          <ac:picMkLst>
            <pc:docMk/>
            <pc:sldMk cId="3900484488" sldId="514"/>
            <ac:picMk id="35" creationId="{87283246-D944-47CB-B824-4CA31909C699}"/>
          </ac:picMkLst>
        </pc:picChg>
        <pc:picChg chg="add del mod">
          <ac:chgData name="Manuj Agrawal" userId="8275e378daeca5b2" providerId="LiveId" clId="{34F33E52-A1F9-4AD9-B720-39C6CFB5E7BA}" dt="2021-12-07T12:36:59.218" v="115" actId="478"/>
          <ac:picMkLst>
            <pc:docMk/>
            <pc:sldMk cId="3900484488" sldId="514"/>
            <ac:picMk id="37" creationId="{D0EFD075-413D-407A-B9D9-40C65C9E87ED}"/>
          </ac:picMkLst>
        </pc:picChg>
        <pc:picChg chg="mod topLvl">
          <ac:chgData name="Manuj Agrawal" userId="8275e378daeca5b2" providerId="LiveId" clId="{34F33E52-A1F9-4AD9-B720-39C6CFB5E7BA}" dt="2021-12-07T12:57:06.542" v="224" actId="1076"/>
          <ac:picMkLst>
            <pc:docMk/>
            <pc:sldMk cId="3900484488" sldId="514"/>
            <ac:picMk id="1026" creationId="{51DB5056-9E2B-48D0-9638-9EBAC541F40E}"/>
          </ac:picMkLst>
        </pc:picChg>
        <pc:cxnChg chg="add del mod">
          <ac:chgData name="Manuj Agrawal" userId="8275e378daeca5b2" providerId="LiveId" clId="{34F33E52-A1F9-4AD9-B720-39C6CFB5E7BA}" dt="2021-12-07T12:35:26.819" v="108" actId="478"/>
          <ac:cxnSpMkLst>
            <pc:docMk/>
            <pc:sldMk cId="3900484488" sldId="514"/>
            <ac:cxnSpMk id="10" creationId="{B08840BF-7EEF-4F22-A31E-296D6BEC477D}"/>
          </ac:cxnSpMkLst>
        </pc:cxnChg>
        <pc:cxnChg chg="add del mod">
          <ac:chgData name="Manuj Agrawal" userId="8275e378daeca5b2" providerId="LiveId" clId="{34F33E52-A1F9-4AD9-B720-39C6CFB5E7BA}" dt="2021-12-07T12:51:37.343" v="143" actId="478"/>
          <ac:cxnSpMkLst>
            <pc:docMk/>
            <pc:sldMk cId="3900484488" sldId="514"/>
            <ac:cxnSpMk id="25" creationId="{C257DE8A-89C1-410A-8278-19F644E2497E}"/>
          </ac:cxnSpMkLst>
        </pc:cxnChg>
      </pc:sldChg>
      <pc:sldChg chg="addSp delSp modSp del">
        <pc:chgData name="Manuj Agrawal" userId="8275e378daeca5b2" providerId="LiveId" clId="{34F33E52-A1F9-4AD9-B720-39C6CFB5E7BA}" dt="2021-12-07T14:29:28.326" v="1423" actId="47"/>
        <pc:sldMkLst>
          <pc:docMk/>
          <pc:sldMk cId="3115088553" sldId="515"/>
        </pc:sldMkLst>
        <pc:spChg chg="add del mod">
          <ac:chgData name="Manuj Agrawal" userId="8275e378daeca5b2" providerId="LiveId" clId="{34F33E52-A1F9-4AD9-B720-39C6CFB5E7BA}" dt="2021-12-07T14:29:23.966" v="1422"/>
          <ac:spMkLst>
            <pc:docMk/>
            <pc:sldMk cId="3115088553" sldId="515"/>
            <ac:spMk id="14" creationId="{475125DB-5C34-4536-BCBB-8FC0CBDF9BF5}"/>
          </ac:spMkLst>
        </pc:spChg>
      </pc:sldChg>
      <pc:sldChg chg="addSp modSp mod">
        <pc:chgData name="Manuj Agrawal" userId="8275e378daeca5b2" providerId="LiveId" clId="{34F33E52-A1F9-4AD9-B720-39C6CFB5E7BA}" dt="2021-12-08T08:27:41.368" v="2305" actId="14861"/>
        <pc:sldMkLst>
          <pc:docMk/>
          <pc:sldMk cId="3398521564" sldId="516"/>
        </pc:sldMkLst>
        <pc:spChg chg="mod">
          <ac:chgData name="Manuj Agrawal" userId="8275e378daeca5b2" providerId="LiveId" clId="{34F33E52-A1F9-4AD9-B720-39C6CFB5E7BA}" dt="2021-12-07T14:56:39.353" v="1720"/>
          <ac:spMkLst>
            <pc:docMk/>
            <pc:sldMk cId="3398521564" sldId="516"/>
            <ac:spMk id="19" creationId="{14C22BF9-EE36-424C-9A5D-8E78D5C4F76F}"/>
          </ac:spMkLst>
        </pc:spChg>
        <pc:spChg chg="mod">
          <ac:chgData name="Manuj Agrawal" userId="8275e378daeca5b2" providerId="LiveId" clId="{34F33E52-A1F9-4AD9-B720-39C6CFB5E7BA}" dt="2021-12-07T14:56:39.353" v="1720"/>
          <ac:spMkLst>
            <pc:docMk/>
            <pc:sldMk cId="3398521564" sldId="516"/>
            <ac:spMk id="20" creationId="{5C1A77B3-FD88-4495-931B-2CDBC2125E7B}"/>
          </ac:spMkLst>
        </pc:spChg>
        <pc:spChg chg="mod">
          <ac:chgData name="Manuj Agrawal" userId="8275e378daeca5b2" providerId="LiveId" clId="{34F33E52-A1F9-4AD9-B720-39C6CFB5E7BA}" dt="2021-12-08T08:27:41.368" v="2305" actId="14861"/>
          <ac:spMkLst>
            <pc:docMk/>
            <pc:sldMk cId="3398521564" sldId="516"/>
            <ac:spMk id="28" creationId="{EF2DDCF6-8886-46AA-B9F1-D3EC4FD7C366}"/>
          </ac:spMkLst>
        </pc:spChg>
        <pc:grpChg chg="add mod">
          <ac:chgData name="Manuj Agrawal" userId="8275e378daeca5b2" providerId="LiveId" clId="{34F33E52-A1F9-4AD9-B720-39C6CFB5E7BA}" dt="2021-12-07T14:56:55.842" v="1725" actId="1076"/>
          <ac:grpSpMkLst>
            <pc:docMk/>
            <pc:sldMk cId="3398521564" sldId="516"/>
            <ac:grpSpMk id="18" creationId="{BDCC5268-0034-440C-9958-B0F4FCDDDCE9}"/>
          </ac:grpSpMkLst>
        </pc:grpChg>
        <pc:grpChg chg="mod">
          <ac:chgData name="Manuj Agrawal" userId="8275e378daeca5b2" providerId="LiveId" clId="{34F33E52-A1F9-4AD9-B720-39C6CFB5E7BA}" dt="2021-12-07T14:57:04.707" v="1727" actId="1076"/>
          <ac:grpSpMkLst>
            <pc:docMk/>
            <pc:sldMk cId="3398521564" sldId="516"/>
            <ac:grpSpMk id="24" creationId="{ADEA3C11-529E-4F0E-BB6B-54DAA165F8BA}"/>
          </ac:grpSpMkLst>
        </pc:grpChg>
        <pc:grpChg chg="mod">
          <ac:chgData name="Manuj Agrawal" userId="8275e378daeca5b2" providerId="LiveId" clId="{34F33E52-A1F9-4AD9-B720-39C6CFB5E7BA}" dt="2021-12-08T08:27:19.534" v="2304" actId="14861"/>
          <ac:grpSpMkLst>
            <pc:docMk/>
            <pc:sldMk cId="3398521564" sldId="516"/>
            <ac:grpSpMk id="27" creationId="{2FB9F58E-D3F5-4CFE-A9CB-82E204833ACC}"/>
          </ac:grpSpMkLst>
        </pc:grpChg>
      </pc:sldChg>
      <pc:sldChg chg="addSp delSp modSp mod">
        <pc:chgData name="Manuj Agrawal" userId="8275e378daeca5b2" providerId="LiveId" clId="{34F33E52-A1F9-4AD9-B720-39C6CFB5E7BA}" dt="2021-12-07T14:59:53.212" v="1759" actId="20577"/>
        <pc:sldMkLst>
          <pc:docMk/>
          <pc:sldMk cId="3154999266" sldId="517"/>
        </pc:sldMkLst>
        <pc:graphicFrameChg chg="mod modGraphic">
          <ac:chgData name="Manuj Agrawal" userId="8275e378daeca5b2" providerId="LiveId" clId="{34F33E52-A1F9-4AD9-B720-39C6CFB5E7BA}" dt="2021-12-07T14:33:34.013" v="1427" actId="1076"/>
          <ac:graphicFrameMkLst>
            <pc:docMk/>
            <pc:sldMk cId="3154999266" sldId="517"/>
            <ac:graphicFrameMk id="3" creationId="{347BC466-C3EC-4C67-B692-312C74ABC436}"/>
          </ac:graphicFrameMkLst>
        </pc:graphicFrameChg>
        <pc:graphicFrameChg chg="modGraphic">
          <ac:chgData name="Manuj Agrawal" userId="8275e378daeca5b2" providerId="LiveId" clId="{34F33E52-A1F9-4AD9-B720-39C6CFB5E7BA}" dt="2021-12-07T14:59:53.212" v="1759" actId="20577"/>
          <ac:graphicFrameMkLst>
            <pc:docMk/>
            <pc:sldMk cId="3154999266" sldId="517"/>
            <ac:graphicFrameMk id="5" creationId="{A01D1AF0-98FC-41C0-9F63-4A92FCD09B0C}"/>
          </ac:graphicFrameMkLst>
        </pc:graphicFrameChg>
        <pc:picChg chg="add del mod">
          <ac:chgData name="Manuj Agrawal" userId="8275e378daeca5b2" providerId="LiveId" clId="{34F33E52-A1F9-4AD9-B720-39C6CFB5E7BA}" dt="2021-12-07T14:47:51.246" v="1551" actId="21"/>
          <ac:picMkLst>
            <pc:docMk/>
            <pc:sldMk cId="3154999266" sldId="517"/>
            <ac:picMk id="4" creationId="{8A478A84-3776-4418-9A52-4733BAC41322}"/>
          </ac:picMkLst>
        </pc:picChg>
      </pc:sldChg>
      <pc:sldChg chg="modSp del mod">
        <pc:chgData name="Manuj Agrawal" userId="8275e378daeca5b2" providerId="LiveId" clId="{34F33E52-A1F9-4AD9-B720-39C6CFB5E7BA}" dt="2021-12-07T13:07:26.983" v="270" actId="2696"/>
        <pc:sldMkLst>
          <pc:docMk/>
          <pc:sldMk cId="2963754046" sldId="520"/>
        </pc:sldMkLst>
        <pc:spChg chg="mod">
          <ac:chgData name="Manuj Agrawal" userId="8275e378daeca5b2" providerId="LiveId" clId="{34F33E52-A1F9-4AD9-B720-39C6CFB5E7BA}" dt="2021-12-07T13:02:10.285" v="237" actId="1076"/>
          <ac:spMkLst>
            <pc:docMk/>
            <pc:sldMk cId="2963754046" sldId="520"/>
            <ac:spMk id="58" creationId="{00000000-0000-0000-0000-000000000000}"/>
          </ac:spMkLst>
        </pc:spChg>
      </pc:sldChg>
      <pc:sldChg chg="addSp modSp add mod">
        <pc:chgData name="Manuj Agrawal" userId="8275e378daeca5b2" providerId="LiveId" clId="{34F33E52-A1F9-4AD9-B720-39C6CFB5E7BA}" dt="2021-12-08T07:56:34.623" v="2121" actId="20577"/>
        <pc:sldMkLst>
          <pc:docMk/>
          <pc:sldMk cId="1872303264" sldId="521"/>
        </pc:sldMkLst>
        <pc:spChg chg="mod">
          <ac:chgData name="Manuj Agrawal" userId="8275e378daeca5b2" providerId="LiveId" clId="{34F33E52-A1F9-4AD9-B720-39C6CFB5E7BA}" dt="2021-12-07T13:05:07.760" v="256" actId="164"/>
          <ac:spMkLst>
            <pc:docMk/>
            <pc:sldMk cId="1872303264" sldId="521"/>
            <ac:spMk id="14" creationId="{797DD8EF-73B6-463E-8299-FA41AF5E1346}"/>
          </ac:spMkLst>
        </pc:spChg>
        <pc:spChg chg="mod">
          <ac:chgData name="Manuj Agrawal" userId="8275e378daeca5b2" providerId="LiveId" clId="{34F33E52-A1F9-4AD9-B720-39C6CFB5E7BA}" dt="2021-12-07T13:07:50.400" v="276" actId="1076"/>
          <ac:spMkLst>
            <pc:docMk/>
            <pc:sldMk cId="1872303264" sldId="521"/>
            <ac:spMk id="15" creationId="{E7577410-1D2A-4074-BCBF-8534CA075CDE}"/>
          </ac:spMkLst>
        </pc:spChg>
        <pc:spChg chg="mod">
          <ac:chgData name="Manuj Agrawal" userId="8275e378daeca5b2" providerId="LiveId" clId="{34F33E52-A1F9-4AD9-B720-39C6CFB5E7BA}" dt="2021-12-07T13:05:17.161" v="259" actId="164"/>
          <ac:spMkLst>
            <pc:docMk/>
            <pc:sldMk cId="1872303264" sldId="521"/>
            <ac:spMk id="16" creationId="{A62AB9ED-DBD4-4352-8360-12635345383C}"/>
          </ac:spMkLst>
        </pc:spChg>
        <pc:spChg chg="mod">
          <ac:chgData name="Manuj Agrawal" userId="8275e378daeca5b2" providerId="LiveId" clId="{34F33E52-A1F9-4AD9-B720-39C6CFB5E7BA}" dt="2021-12-07T13:05:07.760" v="256" actId="164"/>
          <ac:spMkLst>
            <pc:docMk/>
            <pc:sldMk cId="1872303264" sldId="521"/>
            <ac:spMk id="18" creationId="{0722B45C-2AA9-4F02-9363-7667386BE8B6}"/>
          </ac:spMkLst>
        </pc:spChg>
        <pc:spChg chg="add mod">
          <ac:chgData name="Manuj Agrawal" userId="8275e378daeca5b2" providerId="LiveId" clId="{34F33E52-A1F9-4AD9-B720-39C6CFB5E7BA}" dt="2021-12-07T14:15:49.834" v="1235" actId="207"/>
          <ac:spMkLst>
            <pc:docMk/>
            <pc:sldMk cId="1872303264" sldId="521"/>
            <ac:spMk id="35" creationId="{0B1CA89B-1B9A-4399-8387-71E5BB1A9415}"/>
          </ac:spMkLst>
        </pc:spChg>
        <pc:spChg chg="add mod">
          <ac:chgData name="Manuj Agrawal" userId="8275e378daeca5b2" providerId="LiveId" clId="{34F33E52-A1F9-4AD9-B720-39C6CFB5E7BA}" dt="2021-12-07T14:55:43.210" v="1719" actId="14100"/>
          <ac:spMkLst>
            <pc:docMk/>
            <pc:sldMk cId="1872303264" sldId="521"/>
            <ac:spMk id="37" creationId="{A4ABBBB9-6A39-4485-B6F1-12BD6CAC37DD}"/>
          </ac:spMkLst>
        </pc:spChg>
        <pc:spChg chg="mod">
          <ac:chgData name="Manuj Agrawal" userId="8275e378daeca5b2" providerId="LiveId" clId="{34F33E52-A1F9-4AD9-B720-39C6CFB5E7BA}" dt="2021-12-08T07:56:34.623" v="2121" actId="20577"/>
          <ac:spMkLst>
            <pc:docMk/>
            <pc:sldMk cId="1872303264" sldId="521"/>
            <ac:spMk id="58" creationId="{00000000-0000-0000-0000-000000000000}"/>
          </ac:spMkLst>
        </pc:spChg>
        <pc:spChg chg="mod">
          <ac:chgData name="Manuj Agrawal" userId="8275e378daeca5b2" providerId="LiveId" clId="{34F33E52-A1F9-4AD9-B720-39C6CFB5E7BA}" dt="2021-12-07T13:05:24.946" v="262" actId="1076"/>
          <ac:spMkLst>
            <pc:docMk/>
            <pc:sldMk cId="1872303264" sldId="521"/>
            <ac:spMk id="61" creationId="{1004B370-5E8D-4B3E-8DFF-C2A3D97F0425}"/>
          </ac:spMkLst>
        </pc:spChg>
        <pc:spChg chg="mod">
          <ac:chgData name="Manuj Agrawal" userId="8275e378daeca5b2" providerId="LiveId" clId="{34F33E52-A1F9-4AD9-B720-39C6CFB5E7BA}" dt="2021-12-07T13:05:27.265" v="263" actId="1076"/>
          <ac:spMkLst>
            <pc:docMk/>
            <pc:sldMk cId="1872303264" sldId="521"/>
            <ac:spMk id="62" creationId="{F988861E-74EA-4FCE-BBC0-AC409503177A}"/>
          </ac:spMkLst>
        </pc:spChg>
        <pc:grpChg chg="add mod">
          <ac:chgData name="Manuj Agrawal" userId="8275e378daeca5b2" providerId="LiveId" clId="{34F33E52-A1F9-4AD9-B720-39C6CFB5E7BA}" dt="2021-12-07T13:05:17.161" v="259" actId="164"/>
          <ac:grpSpMkLst>
            <pc:docMk/>
            <pc:sldMk cId="1872303264" sldId="521"/>
            <ac:grpSpMk id="2" creationId="{D540DC34-2BE6-4B4B-A024-A8E0228DDECB}"/>
          </ac:grpSpMkLst>
        </pc:grpChg>
        <pc:grpChg chg="add mod">
          <ac:chgData name="Manuj Agrawal" userId="8275e378daeca5b2" providerId="LiveId" clId="{34F33E52-A1F9-4AD9-B720-39C6CFB5E7BA}" dt="2021-12-07T13:07:37.698" v="272" actId="1076"/>
          <ac:grpSpMkLst>
            <pc:docMk/>
            <pc:sldMk cId="1872303264" sldId="521"/>
            <ac:grpSpMk id="5" creationId="{4BE8B746-BB28-4173-8D8E-01CB45BDAE3D}"/>
          </ac:grpSpMkLst>
        </pc:grpChg>
        <pc:grpChg chg="mod">
          <ac:chgData name="Manuj Agrawal" userId="8275e378daeca5b2" providerId="LiveId" clId="{34F33E52-A1F9-4AD9-B720-39C6CFB5E7BA}" dt="2021-12-07T13:05:07.760" v="256" actId="164"/>
          <ac:grpSpMkLst>
            <pc:docMk/>
            <pc:sldMk cId="1872303264" sldId="521"/>
            <ac:grpSpMk id="53" creationId="{F13938AE-8F80-4AB8-B0F3-3C148C13D867}"/>
          </ac:grpSpMkLst>
        </pc:grpChg>
        <pc:picChg chg="mod ord">
          <ac:chgData name="Manuj Agrawal" userId="8275e378daeca5b2" providerId="LiveId" clId="{34F33E52-A1F9-4AD9-B720-39C6CFB5E7BA}" dt="2021-12-07T13:07:46.736" v="275" actId="1076"/>
          <ac:picMkLst>
            <pc:docMk/>
            <pc:sldMk cId="1872303264" sldId="521"/>
            <ac:picMk id="3" creationId="{5C0034A4-BE84-42EC-8F5B-5D5C32999014}"/>
          </ac:picMkLst>
        </pc:picChg>
        <pc:picChg chg="mod">
          <ac:chgData name="Manuj Agrawal" userId="8275e378daeca5b2" providerId="LiveId" clId="{34F33E52-A1F9-4AD9-B720-39C6CFB5E7BA}" dt="2021-12-07T13:05:07.760" v="256" actId="164"/>
          <ac:picMkLst>
            <pc:docMk/>
            <pc:sldMk cId="1872303264" sldId="521"/>
            <ac:picMk id="6" creationId="{64F8798D-C46A-4A56-AA24-ACF4F3AA2EDC}"/>
          </ac:picMkLst>
        </pc:picChg>
        <pc:picChg chg="mod">
          <ac:chgData name="Manuj Agrawal" userId="8275e378daeca5b2" providerId="LiveId" clId="{34F33E52-A1F9-4AD9-B720-39C6CFB5E7BA}" dt="2021-12-07T13:05:07.760" v="256" actId="164"/>
          <ac:picMkLst>
            <pc:docMk/>
            <pc:sldMk cId="1872303264" sldId="521"/>
            <ac:picMk id="60" creationId="{C789FCB5-B7E6-4C72-B096-0795CEA4FE48}"/>
          </ac:picMkLst>
        </pc:picChg>
        <pc:picChg chg="mod">
          <ac:chgData name="Manuj Agrawal" userId="8275e378daeca5b2" providerId="LiveId" clId="{34F33E52-A1F9-4AD9-B720-39C6CFB5E7BA}" dt="2021-12-07T13:05:07.760" v="256" actId="164"/>
          <ac:picMkLst>
            <pc:docMk/>
            <pc:sldMk cId="1872303264" sldId="521"/>
            <ac:picMk id="63" creationId="{D7B8D639-2E42-473F-9102-7CA5907ECEB6}"/>
          </ac:picMkLst>
        </pc:picChg>
        <pc:cxnChg chg="mod">
          <ac:chgData name="Manuj Agrawal" userId="8275e378daeca5b2" providerId="LiveId" clId="{34F33E52-A1F9-4AD9-B720-39C6CFB5E7BA}" dt="2021-12-07T13:05:07.760" v="256" actId="164"/>
          <ac:cxnSpMkLst>
            <pc:docMk/>
            <pc:sldMk cId="1872303264" sldId="521"/>
            <ac:cxnSpMk id="8" creationId="{1F252A70-5BDB-4E26-97DA-AF43C231F5C2}"/>
          </ac:cxnSpMkLst>
        </pc:cxnChg>
        <pc:cxnChg chg="mod">
          <ac:chgData name="Manuj Agrawal" userId="8275e378daeca5b2" providerId="LiveId" clId="{34F33E52-A1F9-4AD9-B720-39C6CFB5E7BA}" dt="2021-12-07T13:05:07.760" v="256" actId="164"/>
          <ac:cxnSpMkLst>
            <pc:docMk/>
            <pc:sldMk cId="1872303264" sldId="521"/>
            <ac:cxnSpMk id="73" creationId="{F5078DAC-C259-4CCF-B84B-443E12764352}"/>
          </ac:cxnSpMkLst>
        </pc:cxnChg>
        <pc:cxnChg chg="mod">
          <ac:chgData name="Manuj Agrawal" userId="8275e378daeca5b2" providerId="LiveId" clId="{34F33E52-A1F9-4AD9-B720-39C6CFB5E7BA}" dt="2021-12-07T13:05:07.760" v="256" actId="164"/>
          <ac:cxnSpMkLst>
            <pc:docMk/>
            <pc:sldMk cId="1872303264" sldId="521"/>
            <ac:cxnSpMk id="76" creationId="{25C8AFD2-E6D1-44F1-8852-A1D2C319CAD0}"/>
          </ac:cxnSpMkLst>
        </pc:cxnChg>
        <pc:cxnChg chg="mod">
          <ac:chgData name="Manuj Agrawal" userId="8275e378daeca5b2" providerId="LiveId" clId="{34F33E52-A1F9-4AD9-B720-39C6CFB5E7BA}" dt="2021-12-07T13:05:07.760" v="256" actId="164"/>
          <ac:cxnSpMkLst>
            <pc:docMk/>
            <pc:sldMk cId="1872303264" sldId="521"/>
            <ac:cxnSpMk id="78" creationId="{F375AFC6-A12C-4AD4-B066-DEC374C85E36}"/>
          </ac:cxnSpMkLst>
        </pc:cxnChg>
      </pc:sldChg>
      <pc:sldChg chg="addSp delSp modSp add mod">
        <pc:chgData name="Manuj Agrawal" userId="8275e378daeca5b2" providerId="LiveId" clId="{34F33E52-A1F9-4AD9-B720-39C6CFB5E7BA}" dt="2021-12-08T08:13:24.814" v="2236" actId="20577"/>
        <pc:sldMkLst>
          <pc:docMk/>
          <pc:sldMk cId="4275699470" sldId="522"/>
        </pc:sldMkLst>
        <pc:spChg chg="add mod">
          <ac:chgData name="Manuj Agrawal" userId="8275e378daeca5b2" providerId="LiveId" clId="{34F33E52-A1F9-4AD9-B720-39C6CFB5E7BA}" dt="2021-12-07T13:29:31.945" v="1006" actId="1076"/>
          <ac:spMkLst>
            <pc:docMk/>
            <pc:sldMk cId="4275699470" sldId="522"/>
            <ac:spMk id="2" creationId="{2046AB03-77CB-4975-9FA9-2E325E11BAD1}"/>
          </ac:spMkLst>
        </pc:spChg>
        <pc:spChg chg="mod">
          <ac:chgData name="Manuj Agrawal" userId="8275e378daeca5b2" providerId="LiveId" clId="{34F33E52-A1F9-4AD9-B720-39C6CFB5E7BA}" dt="2021-12-07T14:19:08.694" v="1295" actId="20577"/>
          <ac:spMkLst>
            <pc:docMk/>
            <pc:sldMk cId="4275699470" sldId="522"/>
            <ac:spMk id="12" creationId="{9809EA00-F0A4-4A26-9EE8-BA24FCFB6614}"/>
          </ac:spMkLst>
        </pc:spChg>
        <pc:spChg chg="add mod">
          <ac:chgData name="Manuj Agrawal" userId="8275e378daeca5b2" providerId="LiveId" clId="{34F33E52-A1F9-4AD9-B720-39C6CFB5E7BA}" dt="2021-12-07T13:39:50.462" v="1062" actId="1076"/>
          <ac:spMkLst>
            <pc:docMk/>
            <pc:sldMk cId="4275699470" sldId="522"/>
            <ac:spMk id="18" creationId="{74F8109F-7398-400D-B305-C9733CB76ED5}"/>
          </ac:spMkLst>
        </pc:spChg>
        <pc:spChg chg="add mod">
          <ac:chgData name="Manuj Agrawal" userId="8275e378daeca5b2" providerId="LiveId" clId="{34F33E52-A1F9-4AD9-B720-39C6CFB5E7BA}" dt="2021-12-08T08:13:24.814" v="2236" actId="20577"/>
          <ac:spMkLst>
            <pc:docMk/>
            <pc:sldMk cId="4275699470" sldId="522"/>
            <ac:spMk id="19" creationId="{4CEE0472-5909-441F-947B-C412AF8974B0}"/>
          </ac:spMkLst>
        </pc:spChg>
        <pc:spChg chg="add mod">
          <ac:chgData name="Manuj Agrawal" userId="8275e378daeca5b2" providerId="LiveId" clId="{34F33E52-A1F9-4AD9-B720-39C6CFB5E7BA}" dt="2021-12-07T14:18:47.416" v="1293" actId="20577"/>
          <ac:spMkLst>
            <pc:docMk/>
            <pc:sldMk cId="4275699470" sldId="522"/>
            <ac:spMk id="20" creationId="{0972D5D1-D5AC-4B3E-B842-95444435580C}"/>
          </ac:spMkLst>
        </pc:spChg>
        <pc:grpChg chg="del">
          <ac:chgData name="Manuj Agrawal" userId="8275e378daeca5b2" providerId="LiveId" clId="{34F33E52-A1F9-4AD9-B720-39C6CFB5E7BA}" dt="2021-12-07T13:14:59.733" v="417" actId="478"/>
          <ac:grpSpMkLst>
            <pc:docMk/>
            <pc:sldMk cId="4275699470" sldId="522"/>
            <ac:grpSpMk id="13" creationId="{84C77CD8-84F8-43B0-AD37-297EAFC62C8F}"/>
          </ac:grpSpMkLst>
        </pc:grpChg>
        <pc:grpChg chg="del">
          <ac:chgData name="Manuj Agrawal" userId="8275e378daeca5b2" providerId="LiveId" clId="{34F33E52-A1F9-4AD9-B720-39C6CFB5E7BA}" dt="2021-12-07T13:14:59.733" v="417" actId="478"/>
          <ac:grpSpMkLst>
            <pc:docMk/>
            <pc:sldMk cId="4275699470" sldId="522"/>
            <ac:grpSpMk id="24" creationId="{ADEA3C11-529E-4F0E-BB6B-54DAA165F8BA}"/>
          </ac:grpSpMkLst>
        </pc:grpChg>
        <pc:grpChg chg="del">
          <ac:chgData name="Manuj Agrawal" userId="8275e378daeca5b2" providerId="LiveId" clId="{34F33E52-A1F9-4AD9-B720-39C6CFB5E7BA}" dt="2021-12-07T13:14:58.439" v="416" actId="478"/>
          <ac:grpSpMkLst>
            <pc:docMk/>
            <pc:sldMk cId="4275699470" sldId="522"/>
            <ac:grpSpMk id="27" creationId="{2FB9F58E-D3F5-4CFE-A9CB-82E204833ACC}"/>
          </ac:grpSpMkLst>
        </pc:grpChg>
        <pc:cxnChg chg="add mod">
          <ac:chgData name="Manuj Agrawal" userId="8275e378daeca5b2" providerId="LiveId" clId="{34F33E52-A1F9-4AD9-B720-39C6CFB5E7BA}" dt="2021-12-07T13:40:01.423" v="1063" actId="1076"/>
          <ac:cxnSpMkLst>
            <pc:docMk/>
            <pc:sldMk cId="4275699470" sldId="522"/>
            <ac:cxnSpMk id="4" creationId="{62977FF3-1BD9-43C1-9BF9-622EE356311E}"/>
          </ac:cxnSpMkLst>
        </pc:cxnChg>
      </pc:sldChg>
      <pc:sldChg chg="addSp delSp modSp add mod ord">
        <pc:chgData name="Manuj Agrawal" userId="8275e378daeca5b2" providerId="LiveId" clId="{34F33E52-A1F9-4AD9-B720-39C6CFB5E7BA}" dt="2021-12-08T08:25:02.771" v="2302" actId="14100"/>
        <pc:sldMkLst>
          <pc:docMk/>
          <pc:sldMk cId="497741117" sldId="523"/>
        </pc:sldMkLst>
        <pc:spChg chg="mod">
          <ac:chgData name="Manuj Agrawal" userId="8275e378daeca5b2" providerId="LiveId" clId="{34F33E52-A1F9-4AD9-B720-39C6CFB5E7BA}" dt="2021-12-08T07:43:13.200" v="1849" actId="1076"/>
          <ac:spMkLst>
            <pc:docMk/>
            <pc:sldMk cId="497741117" sldId="523"/>
            <ac:spMk id="3" creationId="{133EF8DE-A871-4D30-8CB2-2E3B9CEA8D17}"/>
          </ac:spMkLst>
        </pc:spChg>
        <pc:spChg chg="add mod ord">
          <ac:chgData name="Manuj Agrawal" userId="8275e378daeca5b2" providerId="LiveId" clId="{34F33E52-A1F9-4AD9-B720-39C6CFB5E7BA}" dt="2021-12-08T07:43:31.710" v="1852" actId="1076"/>
          <ac:spMkLst>
            <pc:docMk/>
            <pc:sldMk cId="497741117" sldId="523"/>
            <ac:spMk id="15" creationId="{F62A9418-C815-49C4-9C35-1A5A9295C7D5}"/>
          </ac:spMkLst>
        </pc:spChg>
        <pc:spChg chg="mod">
          <ac:chgData name="Manuj Agrawal" userId="8275e378daeca5b2" providerId="LiveId" clId="{34F33E52-A1F9-4AD9-B720-39C6CFB5E7BA}" dt="2021-12-08T07:43:27.894" v="1851" actId="1076"/>
          <ac:spMkLst>
            <pc:docMk/>
            <pc:sldMk cId="497741117" sldId="523"/>
            <ac:spMk id="16" creationId="{CCBF5BF0-3B8A-436E-99D6-A56580D2A253}"/>
          </ac:spMkLst>
        </pc:spChg>
        <pc:spChg chg="add mod ord">
          <ac:chgData name="Manuj Agrawal" userId="8275e378daeca5b2" providerId="LiveId" clId="{34F33E52-A1F9-4AD9-B720-39C6CFB5E7BA}" dt="2021-12-08T07:43:39.686" v="1853" actId="1076"/>
          <ac:spMkLst>
            <pc:docMk/>
            <pc:sldMk cId="497741117" sldId="523"/>
            <ac:spMk id="17" creationId="{390A340D-A72F-44DC-B3AF-6CF7E006B75C}"/>
          </ac:spMkLst>
        </pc:spChg>
        <pc:spChg chg="add mod">
          <ac:chgData name="Manuj Agrawal" userId="8275e378daeca5b2" providerId="LiveId" clId="{34F33E52-A1F9-4AD9-B720-39C6CFB5E7BA}" dt="2021-12-08T08:07:27.436" v="2224" actId="1076"/>
          <ac:spMkLst>
            <pc:docMk/>
            <pc:sldMk cId="497741117" sldId="523"/>
            <ac:spMk id="20" creationId="{B733DD3F-76EF-4173-9D6B-0916B6AF468B}"/>
          </ac:spMkLst>
        </pc:spChg>
        <pc:spChg chg="add mod">
          <ac:chgData name="Manuj Agrawal" userId="8275e378daeca5b2" providerId="LiveId" clId="{34F33E52-A1F9-4AD9-B720-39C6CFB5E7BA}" dt="2021-12-08T08:24:54.953" v="2300" actId="108"/>
          <ac:spMkLst>
            <pc:docMk/>
            <pc:sldMk cId="497741117" sldId="523"/>
            <ac:spMk id="21" creationId="{5711A07C-45F2-4E9D-8599-06C7BEB688EF}"/>
          </ac:spMkLst>
        </pc:spChg>
        <pc:spChg chg="add mod">
          <ac:chgData name="Manuj Agrawal" userId="8275e378daeca5b2" providerId="LiveId" clId="{34F33E52-A1F9-4AD9-B720-39C6CFB5E7BA}" dt="2021-12-08T08:25:02.771" v="2302" actId="14100"/>
          <ac:spMkLst>
            <pc:docMk/>
            <pc:sldMk cId="497741117" sldId="523"/>
            <ac:spMk id="22" creationId="{2C61D466-33EA-4C99-95BB-F6DC922B494A}"/>
          </ac:spMkLst>
        </pc:spChg>
        <pc:spChg chg="add mod">
          <ac:chgData name="Manuj Agrawal" userId="8275e378daeca5b2" providerId="LiveId" clId="{34F33E52-A1F9-4AD9-B720-39C6CFB5E7BA}" dt="2021-12-08T07:48:35.270" v="1985" actId="1076"/>
          <ac:spMkLst>
            <pc:docMk/>
            <pc:sldMk cId="497741117" sldId="523"/>
            <ac:spMk id="23" creationId="{21EFADB3-E61D-43BC-A1B9-73BE761B9860}"/>
          </ac:spMkLst>
        </pc:spChg>
        <pc:spChg chg="add mod">
          <ac:chgData name="Manuj Agrawal" userId="8275e378daeca5b2" providerId="LiveId" clId="{34F33E52-A1F9-4AD9-B720-39C6CFB5E7BA}" dt="2021-12-08T07:49:54.422" v="2040" actId="1076"/>
          <ac:spMkLst>
            <pc:docMk/>
            <pc:sldMk cId="497741117" sldId="523"/>
            <ac:spMk id="25" creationId="{BF3723D6-5742-4737-B6C3-355DEAD7E147}"/>
          </ac:spMkLst>
        </pc:spChg>
        <pc:spChg chg="add mod">
          <ac:chgData name="Manuj Agrawal" userId="8275e378daeca5b2" providerId="LiveId" clId="{34F33E52-A1F9-4AD9-B720-39C6CFB5E7BA}" dt="2021-12-08T08:24:38.082" v="2298" actId="1076"/>
          <ac:spMkLst>
            <pc:docMk/>
            <pc:sldMk cId="497741117" sldId="523"/>
            <ac:spMk id="27" creationId="{B9555D76-08FB-4B30-B72C-025717279641}"/>
          </ac:spMkLst>
        </pc:spChg>
        <pc:spChg chg="add del mod">
          <ac:chgData name="Manuj Agrawal" userId="8275e378daeca5b2" providerId="LiveId" clId="{34F33E52-A1F9-4AD9-B720-39C6CFB5E7BA}" dt="2021-12-08T07:50:35.997" v="2044"/>
          <ac:spMkLst>
            <pc:docMk/>
            <pc:sldMk cId="497741117" sldId="523"/>
            <ac:spMk id="29" creationId="{5A9E1C30-76B8-4DFC-B07D-D3D3A7B292DB}"/>
          </ac:spMkLst>
        </pc:spChg>
        <pc:spChg chg="add mod">
          <ac:chgData name="Manuj Agrawal" userId="8275e378daeca5b2" providerId="LiveId" clId="{34F33E52-A1F9-4AD9-B720-39C6CFB5E7BA}" dt="2021-12-08T07:54:02.558" v="2076" actId="20577"/>
          <ac:spMkLst>
            <pc:docMk/>
            <pc:sldMk cId="497741117" sldId="523"/>
            <ac:spMk id="31" creationId="{A4E52C6A-AB6A-440F-8C05-9F72EC2DEADD}"/>
          </ac:spMkLst>
        </pc:spChg>
        <pc:spChg chg="add mod">
          <ac:chgData name="Manuj Agrawal" userId="8275e378daeca5b2" providerId="LiveId" clId="{34F33E52-A1F9-4AD9-B720-39C6CFB5E7BA}" dt="2021-12-08T08:24:43.563" v="2299" actId="1076"/>
          <ac:spMkLst>
            <pc:docMk/>
            <pc:sldMk cId="497741117" sldId="523"/>
            <ac:spMk id="33" creationId="{2BA0DE9B-92FA-4DDE-86C8-53B7E2F230E7}"/>
          </ac:spMkLst>
        </pc:spChg>
        <pc:spChg chg="mod">
          <ac:chgData name="Manuj Agrawal" userId="8275e378daeca5b2" providerId="LiveId" clId="{34F33E52-A1F9-4AD9-B720-39C6CFB5E7BA}" dt="2021-12-08T07:45:09.759" v="1878" actId="403"/>
          <ac:spMkLst>
            <pc:docMk/>
            <pc:sldMk cId="497741117" sldId="523"/>
            <ac:spMk id="41" creationId="{7BDDB18F-BDAE-4256-9C83-6F6F188248B8}"/>
          </ac:spMkLst>
        </pc:spChg>
        <pc:picChg chg="add del mod">
          <ac:chgData name="Manuj Agrawal" userId="8275e378daeca5b2" providerId="LiveId" clId="{34F33E52-A1F9-4AD9-B720-39C6CFB5E7BA}" dt="2021-12-08T08:01:12.108" v="2134" actId="478"/>
          <ac:picMkLst>
            <pc:docMk/>
            <pc:sldMk cId="497741117" sldId="523"/>
            <ac:picMk id="4" creationId="{6724CB07-14CD-4B89-9A0E-D861C5893FF6}"/>
          </ac:picMkLst>
        </pc:picChg>
        <pc:picChg chg="add mod">
          <ac:chgData name="Manuj Agrawal" userId="8275e378daeca5b2" providerId="LiveId" clId="{34F33E52-A1F9-4AD9-B720-39C6CFB5E7BA}" dt="2021-12-08T08:11:15.036" v="2225" actId="1076"/>
          <ac:picMkLst>
            <pc:docMk/>
            <pc:sldMk cId="497741117" sldId="523"/>
            <ac:picMk id="6" creationId="{9FAC2DD0-9442-46AB-8963-4DFB2702F644}"/>
          </ac:picMkLst>
        </pc:picChg>
        <pc:picChg chg="add mod">
          <ac:chgData name="Manuj Agrawal" userId="8275e378daeca5b2" providerId="LiveId" clId="{34F33E52-A1F9-4AD9-B720-39C6CFB5E7BA}" dt="2021-12-08T07:43:31.710" v="1852" actId="1076"/>
          <ac:picMkLst>
            <pc:docMk/>
            <pc:sldMk cId="497741117" sldId="523"/>
            <ac:picMk id="14" creationId="{ABD5EB72-B83D-4FAB-BF90-B522521A129C}"/>
          </ac:picMkLst>
        </pc:picChg>
        <pc:picChg chg="add mod">
          <ac:chgData name="Manuj Agrawal" userId="8275e378daeca5b2" providerId="LiveId" clId="{34F33E52-A1F9-4AD9-B720-39C6CFB5E7BA}" dt="2021-12-08T08:07:23.924" v="2223" actId="1076"/>
          <ac:picMkLst>
            <pc:docMk/>
            <pc:sldMk cId="497741117" sldId="523"/>
            <ac:picMk id="18" creationId="{97C2D3F5-0BAA-45B9-92E4-2D357E018C96}"/>
          </ac:picMkLst>
        </pc:picChg>
        <pc:picChg chg="mod">
          <ac:chgData name="Manuj Agrawal" userId="8275e378daeca5b2" providerId="LiveId" clId="{34F33E52-A1F9-4AD9-B720-39C6CFB5E7BA}" dt="2021-12-08T08:11:16.772" v="2226" actId="1076"/>
          <ac:picMkLst>
            <pc:docMk/>
            <pc:sldMk cId="497741117" sldId="523"/>
            <ac:picMk id="19" creationId="{FCD26E8F-D287-4D9D-A722-A37DF7E11685}"/>
          </ac:picMkLst>
        </pc:picChg>
        <pc:picChg chg="mod">
          <ac:chgData name="Manuj Agrawal" userId="8275e378daeca5b2" providerId="LiveId" clId="{34F33E52-A1F9-4AD9-B720-39C6CFB5E7BA}" dt="2021-12-08T08:04:28.388" v="2197" actId="1076"/>
          <ac:picMkLst>
            <pc:docMk/>
            <pc:sldMk cId="497741117" sldId="523"/>
            <ac:picMk id="24" creationId="{E25C7525-FD0F-4EFB-9A7C-5D0467F5A931}"/>
          </ac:picMkLst>
        </pc:picChg>
        <pc:picChg chg="del mod">
          <ac:chgData name="Manuj Agrawal" userId="8275e378daeca5b2" providerId="LiveId" clId="{34F33E52-A1F9-4AD9-B720-39C6CFB5E7BA}" dt="2021-12-08T08:04:25.454" v="2196" actId="478"/>
          <ac:picMkLst>
            <pc:docMk/>
            <pc:sldMk cId="497741117" sldId="523"/>
            <ac:picMk id="26" creationId="{08125CA2-1611-4FC3-B83D-9F24150B8E97}"/>
          </ac:picMkLst>
        </pc:picChg>
        <pc:picChg chg="mod">
          <ac:chgData name="Manuj Agrawal" userId="8275e378daeca5b2" providerId="LiveId" clId="{34F33E52-A1F9-4AD9-B720-39C6CFB5E7BA}" dt="2021-12-08T08:04:38.756" v="2204" actId="1076"/>
          <ac:picMkLst>
            <pc:docMk/>
            <pc:sldMk cId="497741117" sldId="523"/>
            <ac:picMk id="28" creationId="{2E6C8A0F-C258-4611-8DC7-1E6F612F6628}"/>
          </ac:picMkLst>
        </pc:picChg>
        <pc:picChg chg="mod">
          <ac:chgData name="Manuj Agrawal" userId="8275e378daeca5b2" providerId="LiveId" clId="{34F33E52-A1F9-4AD9-B720-39C6CFB5E7BA}" dt="2021-12-08T08:04:36.364" v="2203" actId="1076"/>
          <ac:picMkLst>
            <pc:docMk/>
            <pc:sldMk cId="497741117" sldId="523"/>
            <ac:picMk id="30" creationId="{1897BABD-8DD2-428D-8D9C-7BF0F7523DC7}"/>
          </ac:picMkLst>
        </pc:picChg>
        <pc:picChg chg="add mod">
          <ac:chgData name="Manuj Agrawal" userId="8275e378daeca5b2" providerId="LiveId" clId="{34F33E52-A1F9-4AD9-B720-39C6CFB5E7BA}" dt="2021-12-08T07:54:14.870" v="2080" actId="1076"/>
          <ac:picMkLst>
            <pc:docMk/>
            <pc:sldMk cId="497741117" sldId="523"/>
            <ac:picMk id="32" creationId="{E29E4E56-B2AC-4DAB-82AB-E3283D9E1A79}"/>
          </ac:picMkLst>
        </pc:picChg>
        <pc:picChg chg="mod">
          <ac:chgData name="Manuj Agrawal" userId="8275e378daeca5b2" providerId="LiveId" clId="{34F33E52-A1F9-4AD9-B720-39C6CFB5E7BA}" dt="2021-12-08T07:43:31.710" v="1852" actId="1076"/>
          <ac:picMkLst>
            <pc:docMk/>
            <pc:sldMk cId="497741117" sldId="523"/>
            <ac:picMk id="34" creationId="{79F72604-A814-4DF1-BCAA-34B8E23C4974}"/>
          </ac:picMkLst>
        </pc:picChg>
        <pc:picChg chg="mod">
          <ac:chgData name="Manuj Agrawal" userId="8275e378daeca5b2" providerId="LiveId" clId="{34F33E52-A1F9-4AD9-B720-39C6CFB5E7BA}" dt="2021-12-08T07:43:31.710" v="1852" actId="1076"/>
          <ac:picMkLst>
            <pc:docMk/>
            <pc:sldMk cId="497741117" sldId="523"/>
            <ac:picMk id="36" creationId="{5AB9FECF-D670-4B3E-AB0B-7A09C7CBAEC7}"/>
          </ac:picMkLst>
        </pc:picChg>
        <pc:picChg chg="mod">
          <ac:chgData name="Manuj Agrawal" userId="8275e378daeca5b2" providerId="LiveId" clId="{34F33E52-A1F9-4AD9-B720-39C6CFB5E7BA}" dt="2021-12-08T08:11:17.892" v="2227" actId="1076"/>
          <ac:picMkLst>
            <pc:docMk/>
            <pc:sldMk cId="497741117" sldId="523"/>
            <ac:picMk id="38" creationId="{3A248A1E-032D-41AE-9087-91325F342FB4}"/>
          </ac:picMkLst>
        </pc:picChg>
        <pc:picChg chg="mod">
          <ac:chgData name="Manuj Agrawal" userId="8275e378daeca5b2" providerId="LiveId" clId="{34F33E52-A1F9-4AD9-B720-39C6CFB5E7BA}" dt="2021-12-08T07:43:31.710" v="1852" actId="1076"/>
          <ac:picMkLst>
            <pc:docMk/>
            <pc:sldMk cId="497741117" sldId="523"/>
            <ac:picMk id="40" creationId="{69DC3DAF-28E3-4F73-99C7-E1E0BE4E5DC9}"/>
          </ac:picMkLst>
        </pc:picChg>
      </pc:sldChg>
      <pc:sldChg chg="addSp delSp modSp add mod">
        <pc:chgData name="Manuj Agrawal" userId="8275e378daeca5b2" providerId="LiveId" clId="{34F33E52-A1F9-4AD9-B720-39C6CFB5E7BA}" dt="2021-12-08T08:12:40.284" v="2232" actId="1076"/>
        <pc:sldMkLst>
          <pc:docMk/>
          <pc:sldMk cId="1786916546" sldId="524"/>
        </pc:sldMkLst>
        <pc:spChg chg="mod">
          <ac:chgData name="Manuj Agrawal" userId="8275e378daeca5b2" providerId="LiveId" clId="{34F33E52-A1F9-4AD9-B720-39C6CFB5E7BA}" dt="2021-12-07T15:02:25.251" v="1773" actId="1076"/>
          <ac:spMkLst>
            <pc:docMk/>
            <pc:sldMk cId="1786916546" sldId="524"/>
            <ac:spMk id="16" creationId="{CCBF5BF0-3B8A-436E-99D6-A56580D2A253}"/>
          </ac:spMkLst>
        </pc:spChg>
        <pc:spChg chg="del">
          <ac:chgData name="Manuj Agrawal" userId="8275e378daeca5b2" providerId="LiveId" clId="{34F33E52-A1F9-4AD9-B720-39C6CFB5E7BA}" dt="2021-12-07T14:37:05.923" v="1485" actId="478"/>
          <ac:spMkLst>
            <pc:docMk/>
            <pc:sldMk cId="1786916546" sldId="524"/>
            <ac:spMk id="41" creationId="{7BDDB18F-BDAE-4256-9C83-6F6F188248B8}"/>
          </ac:spMkLst>
        </pc:spChg>
        <pc:picChg chg="add mod modCrop">
          <ac:chgData name="Manuj Agrawal" userId="8275e378daeca5b2" providerId="LiveId" clId="{34F33E52-A1F9-4AD9-B720-39C6CFB5E7BA}" dt="2021-12-08T08:12:40.284" v="2232" actId="1076"/>
          <ac:picMkLst>
            <pc:docMk/>
            <pc:sldMk cId="1786916546" sldId="524"/>
            <ac:picMk id="4" creationId="{DA14A035-DF67-4380-9D90-8A8021F2DBAC}"/>
          </ac:picMkLst>
        </pc:picChg>
        <pc:picChg chg="add del mod">
          <ac:chgData name="Manuj Agrawal" userId="8275e378daeca5b2" providerId="LiveId" clId="{34F33E52-A1F9-4AD9-B720-39C6CFB5E7BA}" dt="2021-12-07T14:43:49.692" v="1514" actId="478"/>
          <ac:picMkLst>
            <pc:docMk/>
            <pc:sldMk cId="1786916546" sldId="524"/>
            <ac:picMk id="6" creationId="{05FD91EE-9AA1-4C00-BB08-453D1144D9C5}"/>
          </ac:picMkLst>
        </pc:picChg>
        <pc:picChg chg="add mod">
          <ac:chgData name="Manuj Agrawal" userId="8275e378daeca5b2" providerId="LiveId" clId="{34F33E52-A1F9-4AD9-B720-39C6CFB5E7BA}" dt="2021-12-08T08:12:38.276" v="2231" actId="1076"/>
          <ac:picMkLst>
            <pc:docMk/>
            <pc:sldMk cId="1786916546" sldId="524"/>
            <ac:picMk id="8" creationId="{CF075508-6EDD-4C7D-BED6-8369E75044AA}"/>
          </ac:picMkLst>
        </pc:picChg>
        <pc:picChg chg="add del mod">
          <ac:chgData name="Manuj Agrawal" userId="8275e378daeca5b2" providerId="LiveId" clId="{34F33E52-A1F9-4AD9-B720-39C6CFB5E7BA}" dt="2021-12-08T08:12:36.915" v="2230" actId="1076"/>
          <ac:picMkLst>
            <pc:docMk/>
            <pc:sldMk cId="1786916546" sldId="524"/>
            <ac:picMk id="10" creationId="{7222BB76-8602-40D2-B067-C7246CE7C3E6}"/>
          </ac:picMkLst>
        </pc:picChg>
        <pc:picChg chg="add mod">
          <ac:chgData name="Manuj Agrawal" userId="8275e378daeca5b2" providerId="LiveId" clId="{34F33E52-A1F9-4AD9-B720-39C6CFB5E7BA}" dt="2021-12-07T14:51:37.634" v="1595" actId="1076"/>
          <ac:picMkLst>
            <pc:docMk/>
            <pc:sldMk cId="1786916546" sldId="524"/>
            <ac:picMk id="12" creationId="{5E801A0D-6905-4BA8-B87A-9B7D3B10F3E7}"/>
          </ac:picMkLst>
        </pc:picChg>
        <pc:picChg chg="add mod modCrop">
          <ac:chgData name="Manuj Agrawal" userId="8275e378daeca5b2" providerId="LiveId" clId="{34F33E52-A1F9-4AD9-B720-39C6CFB5E7BA}" dt="2021-12-07T14:58:58.882" v="1752" actId="1076"/>
          <ac:picMkLst>
            <pc:docMk/>
            <pc:sldMk cId="1786916546" sldId="524"/>
            <ac:picMk id="14" creationId="{5CA43DAD-C336-428B-B87A-00CD4BB54C84}"/>
          </ac:picMkLst>
        </pc:picChg>
        <pc:picChg chg="add mod">
          <ac:chgData name="Manuj Agrawal" userId="8275e378daeca5b2" providerId="LiveId" clId="{34F33E52-A1F9-4AD9-B720-39C6CFB5E7BA}" dt="2021-12-07T14:58:57.562" v="1751" actId="1076"/>
          <ac:picMkLst>
            <pc:docMk/>
            <pc:sldMk cId="1786916546" sldId="524"/>
            <ac:picMk id="17" creationId="{7AFD80E5-9164-4B91-B99C-298E01EA709D}"/>
          </ac:picMkLst>
        </pc:picChg>
        <pc:picChg chg="del">
          <ac:chgData name="Manuj Agrawal" userId="8275e378daeca5b2" providerId="LiveId" clId="{34F33E52-A1F9-4AD9-B720-39C6CFB5E7BA}" dt="2021-12-07T14:37:05.003" v="1484" actId="478"/>
          <ac:picMkLst>
            <pc:docMk/>
            <pc:sldMk cId="1786916546" sldId="524"/>
            <ac:picMk id="19" creationId="{FCD26E8F-D287-4D9D-A722-A37DF7E11685}"/>
          </ac:picMkLst>
        </pc:picChg>
        <pc:picChg chg="del">
          <ac:chgData name="Manuj Agrawal" userId="8275e378daeca5b2" providerId="LiveId" clId="{34F33E52-A1F9-4AD9-B720-39C6CFB5E7BA}" dt="2021-12-07T14:37:02.803" v="1478" actId="478"/>
          <ac:picMkLst>
            <pc:docMk/>
            <pc:sldMk cId="1786916546" sldId="524"/>
            <ac:picMk id="24" creationId="{E25C7525-FD0F-4EFB-9A7C-5D0467F5A931}"/>
          </ac:picMkLst>
        </pc:picChg>
        <pc:picChg chg="add mod">
          <ac:chgData name="Manuj Agrawal" userId="8275e378daeca5b2" providerId="LiveId" clId="{34F33E52-A1F9-4AD9-B720-39C6CFB5E7BA}" dt="2021-12-07T14:58:53.002" v="1749" actId="1076"/>
          <ac:picMkLst>
            <pc:docMk/>
            <pc:sldMk cId="1786916546" sldId="524"/>
            <ac:picMk id="25" creationId="{2F6AC052-285F-43BE-9678-3E8A8A629C75}"/>
          </ac:picMkLst>
        </pc:picChg>
        <pc:picChg chg="del">
          <ac:chgData name="Manuj Agrawal" userId="8275e378daeca5b2" providerId="LiveId" clId="{34F33E52-A1F9-4AD9-B720-39C6CFB5E7BA}" dt="2021-12-07T14:37:03.149" v="1479" actId="478"/>
          <ac:picMkLst>
            <pc:docMk/>
            <pc:sldMk cId="1786916546" sldId="524"/>
            <ac:picMk id="26" creationId="{08125CA2-1611-4FC3-B83D-9F24150B8E97}"/>
          </ac:picMkLst>
        </pc:picChg>
        <pc:picChg chg="del">
          <ac:chgData name="Manuj Agrawal" userId="8275e378daeca5b2" providerId="LiveId" clId="{34F33E52-A1F9-4AD9-B720-39C6CFB5E7BA}" dt="2021-12-07T14:37:04.635" v="1483" actId="478"/>
          <ac:picMkLst>
            <pc:docMk/>
            <pc:sldMk cId="1786916546" sldId="524"/>
            <ac:picMk id="28" creationId="{2E6C8A0F-C258-4611-8DC7-1E6F612F6628}"/>
          </ac:picMkLst>
        </pc:picChg>
        <pc:picChg chg="del">
          <ac:chgData name="Manuj Agrawal" userId="8275e378daeca5b2" providerId="LiveId" clId="{34F33E52-A1F9-4AD9-B720-39C6CFB5E7BA}" dt="2021-12-07T14:37:03.516" v="1480" actId="478"/>
          <ac:picMkLst>
            <pc:docMk/>
            <pc:sldMk cId="1786916546" sldId="524"/>
            <ac:picMk id="30" creationId="{1897BABD-8DD2-428D-8D9C-7BF0F7523DC7}"/>
          </ac:picMkLst>
        </pc:picChg>
        <pc:picChg chg="del">
          <ac:chgData name="Manuj Agrawal" userId="8275e378daeca5b2" providerId="LiveId" clId="{34F33E52-A1F9-4AD9-B720-39C6CFB5E7BA}" dt="2021-12-07T14:37:02.451" v="1477" actId="478"/>
          <ac:picMkLst>
            <pc:docMk/>
            <pc:sldMk cId="1786916546" sldId="524"/>
            <ac:picMk id="34" creationId="{79F72604-A814-4DF1-BCAA-34B8E23C4974}"/>
          </ac:picMkLst>
        </pc:picChg>
        <pc:picChg chg="del">
          <ac:chgData name="Manuj Agrawal" userId="8275e378daeca5b2" providerId="LiveId" clId="{34F33E52-A1F9-4AD9-B720-39C6CFB5E7BA}" dt="2021-12-07T14:37:02.123" v="1476" actId="478"/>
          <ac:picMkLst>
            <pc:docMk/>
            <pc:sldMk cId="1786916546" sldId="524"/>
            <ac:picMk id="36" creationId="{5AB9FECF-D670-4B3E-AB0B-7A09C7CBAEC7}"/>
          </ac:picMkLst>
        </pc:picChg>
        <pc:picChg chg="del">
          <ac:chgData name="Manuj Agrawal" userId="8275e378daeca5b2" providerId="LiveId" clId="{34F33E52-A1F9-4AD9-B720-39C6CFB5E7BA}" dt="2021-12-07T14:37:04.259" v="1482" actId="478"/>
          <ac:picMkLst>
            <pc:docMk/>
            <pc:sldMk cId="1786916546" sldId="524"/>
            <ac:picMk id="38" creationId="{3A248A1E-032D-41AE-9087-91325F342FB4}"/>
          </ac:picMkLst>
        </pc:picChg>
        <pc:picChg chg="del">
          <ac:chgData name="Manuj Agrawal" userId="8275e378daeca5b2" providerId="LiveId" clId="{34F33E52-A1F9-4AD9-B720-39C6CFB5E7BA}" dt="2021-12-07T14:37:03.884" v="1481" actId="478"/>
          <ac:picMkLst>
            <pc:docMk/>
            <pc:sldMk cId="1786916546" sldId="524"/>
            <ac:picMk id="40" creationId="{69DC3DAF-28E3-4F73-99C7-E1E0BE4E5DC9}"/>
          </ac:picMkLst>
        </pc:picChg>
      </pc:sldChg>
      <pc:sldChg chg="modSp add del mod">
        <pc:chgData name="Manuj Agrawal" userId="8275e378daeca5b2" providerId="LiveId" clId="{34F33E52-A1F9-4AD9-B720-39C6CFB5E7BA}" dt="2021-12-08T08:24:26.270" v="2296" actId="2696"/>
        <pc:sldMkLst>
          <pc:docMk/>
          <pc:sldMk cId="292879640" sldId="525"/>
        </pc:sldMkLst>
        <pc:spChg chg="mod">
          <ac:chgData name="Manuj Agrawal" userId="8275e378daeca5b2" providerId="LiveId" clId="{34F33E52-A1F9-4AD9-B720-39C6CFB5E7BA}" dt="2021-12-08T08:22:33.245" v="2268" actId="403"/>
          <ac:spMkLst>
            <pc:docMk/>
            <pc:sldMk cId="292879640" sldId="525"/>
            <ac:spMk id="21" creationId="{5711A07C-45F2-4E9D-8599-06C7BEB688EF}"/>
          </ac:spMkLst>
        </pc:spChg>
        <pc:spChg chg="mod">
          <ac:chgData name="Manuj Agrawal" userId="8275e378daeca5b2" providerId="LiveId" clId="{34F33E52-A1F9-4AD9-B720-39C6CFB5E7BA}" dt="2021-12-08T08:23:50.677" v="2295" actId="14861"/>
          <ac:spMkLst>
            <pc:docMk/>
            <pc:sldMk cId="292879640" sldId="525"/>
            <ac:spMk id="22" creationId="{2C61D466-33EA-4C99-95BB-F6DC922B494A}"/>
          </ac:spMkLst>
        </pc:spChg>
        <pc:picChg chg="mod">
          <ac:chgData name="Manuj Agrawal" userId="8275e378daeca5b2" providerId="LiveId" clId="{34F33E52-A1F9-4AD9-B720-39C6CFB5E7BA}" dt="2021-12-08T08:23:20.195" v="2290" actId="1076"/>
          <ac:picMkLst>
            <pc:docMk/>
            <pc:sldMk cId="292879640" sldId="525"/>
            <ac:picMk id="6" creationId="{9FAC2DD0-9442-46AB-8963-4DFB2702F644}"/>
          </ac:picMkLst>
        </pc:picChg>
        <pc:picChg chg="mod">
          <ac:chgData name="Manuj Agrawal" userId="8275e378daeca5b2" providerId="LiveId" clId="{34F33E52-A1F9-4AD9-B720-39C6CFB5E7BA}" dt="2021-12-08T08:22:29.107" v="2266" actId="1076"/>
          <ac:picMkLst>
            <pc:docMk/>
            <pc:sldMk cId="292879640" sldId="525"/>
            <ac:picMk id="14" creationId="{ABD5EB72-B83D-4FAB-BF90-B522521A129C}"/>
          </ac:picMkLst>
        </pc:picChg>
        <pc:picChg chg="mod">
          <ac:chgData name="Manuj Agrawal" userId="8275e378daeca5b2" providerId="LiveId" clId="{34F33E52-A1F9-4AD9-B720-39C6CFB5E7BA}" dt="2021-12-08T08:23:21.322" v="2291" actId="1076"/>
          <ac:picMkLst>
            <pc:docMk/>
            <pc:sldMk cId="292879640" sldId="525"/>
            <ac:picMk id="18" creationId="{97C2D3F5-0BAA-45B9-92E4-2D357E018C96}"/>
          </ac:picMkLst>
        </pc:picChg>
        <pc:picChg chg="mod">
          <ac:chgData name="Manuj Agrawal" userId="8275e378daeca5b2" providerId="LiveId" clId="{34F33E52-A1F9-4AD9-B720-39C6CFB5E7BA}" dt="2021-12-08T08:23:16.387" v="2288" actId="1076"/>
          <ac:picMkLst>
            <pc:docMk/>
            <pc:sldMk cId="292879640" sldId="525"/>
            <ac:picMk id="19" creationId="{FCD26E8F-D287-4D9D-A722-A37DF7E11685}"/>
          </ac:picMkLst>
        </pc:picChg>
        <pc:picChg chg="mod">
          <ac:chgData name="Manuj Agrawal" userId="8275e378daeca5b2" providerId="LiveId" clId="{34F33E52-A1F9-4AD9-B720-39C6CFB5E7BA}" dt="2021-12-08T08:22:30.811" v="2267" actId="1076"/>
          <ac:picMkLst>
            <pc:docMk/>
            <pc:sldMk cId="292879640" sldId="525"/>
            <ac:picMk id="24" creationId="{E25C7525-FD0F-4EFB-9A7C-5D0467F5A931}"/>
          </ac:picMkLst>
        </pc:picChg>
        <pc:picChg chg="mod">
          <ac:chgData name="Manuj Agrawal" userId="8275e378daeca5b2" providerId="LiveId" clId="{34F33E52-A1F9-4AD9-B720-39C6CFB5E7BA}" dt="2021-12-08T08:22:16.571" v="2262" actId="1076"/>
          <ac:picMkLst>
            <pc:docMk/>
            <pc:sldMk cId="292879640" sldId="525"/>
            <ac:picMk id="30" creationId="{1897BABD-8DD2-428D-8D9C-7BF0F7523DC7}"/>
          </ac:picMkLst>
        </pc:picChg>
        <pc:picChg chg="mod">
          <ac:chgData name="Manuj Agrawal" userId="8275e378daeca5b2" providerId="LiveId" clId="{34F33E52-A1F9-4AD9-B720-39C6CFB5E7BA}" dt="2021-12-08T08:22:28.004" v="2265" actId="1076"/>
          <ac:picMkLst>
            <pc:docMk/>
            <pc:sldMk cId="292879640" sldId="525"/>
            <ac:picMk id="34" creationId="{79F72604-A814-4DF1-BCAA-34B8E23C4974}"/>
          </ac:picMkLst>
        </pc:picChg>
      </pc:sldChg>
      <pc:sldChg chg="delSp modSp add del mod">
        <pc:chgData name="Manuj Agrawal" userId="8275e378daeca5b2" providerId="LiveId" clId="{34F33E52-A1F9-4AD9-B720-39C6CFB5E7BA}" dt="2021-12-08T10:06:35.967" v="2821" actId="2696"/>
        <pc:sldMkLst>
          <pc:docMk/>
          <pc:sldMk cId="1704733649" sldId="525"/>
        </pc:sldMkLst>
        <pc:spChg chg="del">
          <ac:chgData name="Manuj Agrawal" userId="8275e378daeca5b2" providerId="LiveId" clId="{34F33E52-A1F9-4AD9-B720-39C6CFB5E7BA}" dt="2021-12-08T09:57:12.803" v="2747" actId="478"/>
          <ac:spMkLst>
            <pc:docMk/>
            <pc:sldMk cId="1704733649" sldId="525"/>
            <ac:spMk id="4" creationId="{1C12A753-1BBF-484A-BEBA-6845A6B4C183}"/>
          </ac:spMkLst>
        </pc:spChg>
        <pc:spChg chg="del">
          <ac:chgData name="Manuj Agrawal" userId="8275e378daeca5b2" providerId="LiveId" clId="{34F33E52-A1F9-4AD9-B720-39C6CFB5E7BA}" dt="2021-12-08T09:57:16.347" v="2748" actId="478"/>
          <ac:spMkLst>
            <pc:docMk/>
            <pc:sldMk cId="1704733649" sldId="525"/>
            <ac:spMk id="12" creationId="{77BB407C-3743-4F18-91B5-B05E45CC47F0}"/>
          </ac:spMkLst>
        </pc:spChg>
        <pc:spChg chg="del">
          <ac:chgData name="Manuj Agrawal" userId="8275e378daeca5b2" providerId="LiveId" clId="{34F33E52-A1F9-4AD9-B720-39C6CFB5E7BA}" dt="2021-12-08T09:57:11.286" v="2746" actId="478"/>
          <ac:spMkLst>
            <pc:docMk/>
            <pc:sldMk cId="1704733649" sldId="525"/>
            <ac:spMk id="13" creationId="{3B06627D-B71F-420B-814C-D88D7DA54208}"/>
          </ac:spMkLst>
        </pc:spChg>
        <pc:spChg chg="del">
          <ac:chgData name="Manuj Agrawal" userId="8275e378daeca5b2" providerId="LiveId" clId="{34F33E52-A1F9-4AD9-B720-39C6CFB5E7BA}" dt="2021-12-08T09:57:11.286" v="2746" actId="478"/>
          <ac:spMkLst>
            <pc:docMk/>
            <pc:sldMk cId="1704733649" sldId="525"/>
            <ac:spMk id="17" creationId="{7CB4278A-0FCB-48D5-A981-FAA2F5D21932}"/>
          </ac:spMkLst>
        </pc:spChg>
        <pc:spChg chg="mod">
          <ac:chgData name="Manuj Agrawal" userId="8275e378daeca5b2" providerId="LiveId" clId="{34F33E52-A1F9-4AD9-B720-39C6CFB5E7BA}" dt="2021-12-08T09:57:27.069" v="2751" actId="14100"/>
          <ac:spMkLst>
            <pc:docMk/>
            <pc:sldMk cId="1704733649" sldId="525"/>
            <ac:spMk id="19" creationId="{02B305B7-2A83-4E35-8A76-157D3DACEEE3}"/>
          </ac:spMkLst>
        </pc:spChg>
        <pc:spChg chg="del">
          <ac:chgData name="Manuj Agrawal" userId="8275e378daeca5b2" providerId="LiveId" clId="{34F33E52-A1F9-4AD9-B720-39C6CFB5E7BA}" dt="2021-12-08T09:57:19.132" v="2749" actId="478"/>
          <ac:spMkLst>
            <pc:docMk/>
            <pc:sldMk cId="1704733649" sldId="525"/>
            <ac:spMk id="20" creationId="{31474A7D-84AF-46FD-9927-EF534E8F4AC0}"/>
          </ac:spMkLst>
        </pc:spChg>
        <pc:spChg chg="del">
          <ac:chgData name="Manuj Agrawal" userId="8275e378daeca5b2" providerId="LiveId" clId="{34F33E52-A1F9-4AD9-B720-39C6CFB5E7BA}" dt="2021-12-08T09:57:09.699" v="2745" actId="478"/>
          <ac:spMkLst>
            <pc:docMk/>
            <pc:sldMk cId="1704733649" sldId="525"/>
            <ac:spMk id="21" creationId="{F7FD0578-A9D5-4093-8310-DF82763A12AC}"/>
          </ac:spMkLst>
        </pc:spChg>
        <pc:spChg chg="del">
          <ac:chgData name="Manuj Agrawal" userId="8275e378daeca5b2" providerId="LiveId" clId="{34F33E52-A1F9-4AD9-B720-39C6CFB5E7BA}" dt="2021-12-08T09:57:09.699" v="2745" actId="478"/>
          <ac:spMkLst>
            <pc:docMk/>
            <pc:sldMk cId="1704733649" sldId="525"/>
            <ac:spMk id="22" creationId="{CD35668E-8E0D-405C-8DD0-B008F582FF87}"/>
          </ac:spMkLst>
        </pc:spChg>
        <pc:picChg chg="del">
          <ac:chgData name="Manuj Agrawal" userId="8275e378daeca5b2" providerId="LiveId" clId="{34F33E52-A1F9-4AD9-B720-39C6CFB5E7BA}" dt="2021-12-08T09:57:09.699" v="2745" actId="478"/>
          <ac:picMkLst>
            <pc:docMk/>
            <pc:sldMk cId="1704733649" sldId="525"/>
            <ac:picMk id="11" creationId="{0549BD24-E4D0-45A8-9773-670EFBA56E4D}"/>
          </ac:picMkLst>
        </pc:picChg>
        <pc:picChg chg="del">
          <ac:chgData name="Manuj Agrawal" userId="8275e378daeca5b2" providerId="LiveId" clId="{34F33E52-A1F9-4AD9-B720-39C6CFB5E7BA}" dt="2021-12-08T09:57:16.347" v="2748" actId="478"/>
          <ac:picMkLst>
            <pc:docMk/>
            <pc:sldMk cId="1704733649" sldId="525"/>
            <ac:picMk id="14" creationId="{5DDA7663-7ABB-46BB-BEFA-E76D5AF57AAA}"/>
          </ac:picMkLst>
        </pc:picChg>
        <pc:picChg chg="del">
          <ac:chgData name="Manuj Agrawal" userId="8275e378daeca5b2" providerId="LiveId" clId="{34F33E52-A1F9-4AD9-B720-39C6CFB5E7BA}" dt="2021-12-08T09:57:09.699" v="2745" actId="478"/>
          <ac:picMkLst>
            <pc:docMk/>
            <pc:sldMk cId="1704733649" sldId="525"/>
            <ac:picMk id="15" creationId="{AE1E27EC-7B7E-475D-9FB3-049287FE31D0}"/>
          </ac:picMkLst>
        </pc:picChg>
      </pc:sldChg>
      <pc:sldChg chg="addSp delSp modSp add mod ord">
        <pc:chgData name="Manuj Agrawal" userId="8275e378daeca5b2" providerId="LiveId" clId="{34F33E52-A1F9-4AD9-B720-39C6CFB5E7BA}" dt="2021-12-08T10:17:34.226" v="2933" actId="1076"/>
        <pc:sldMkLst>
          <pc:docMk/>
          <pc:sldMk cId="4219030133" sldId="526"/>
        </pc:sldMkLst>
        <pc:spChg chg="add del mod">
          <ac:chgData name="Manuj Agrawal" userId="8275e378daeca5b2" providerId="LiveId" clId="{34F33E52-A1F9-4AD9-B720-39C6CFB5E7BA}" dt="2021-12-08T10:00:06.691" v="2798" actId="478"/>
          <ac:spMkLst>
            <pc:docMk/>
            <pc:sldMk cId="4219030133" sldId="526"/>
            <ac:spMk id="19" creationId="{DE66511F-33A4-435C-B1E7-58A95F12744C}"/>
          </ac:spMkLst>
        </pc:spChg>
        <pc:spChg chg="add del mod">
          <ac:chgData name="Manuj Agrawal" userId="8275e378daeca5b2" providerId="LiveId" clId="{34F33E52-A1F9-4AD9-B720-39C6CFB5E7BA}" dt="2021-12-08T10:09:10.834" v="2827" actId="478"/>
          <ac:spMkLst>
            <pc:docMk/>
            <pc:sldMk cId="4219030133" sldId="526"/>
            <ac:spMk id="20" creationId="{86C3A569-4BCF-46E7-BA42-3541973988DF}"/>
          </ac:spMkLst>
        </pc:spChg>
        <pc:spChg chg="add mod">
          <ac:chgData name="Manuj Agrawal" userId="8275e378daeca5b2" providerId="LiveId" clId="{34F33E52-A1F9-4AD9-B720-39C6CFB5E7BA}" dt="2021-12-08T10:16:13.746" v="2932" actId="1076"/>
          <ac:spMkLst>
            <pc:docMk/>
            <pc:sldMk cId="4219030133" sldId="526"/>
            <ac:spMk id="24" creationId="{05579C17-573E-4692-B80B-3F9CF87CECC1}"/>
          </ac:spMkLst>
        </pc:spChg>
        <pc:spChg chg="mod topLvl">
          <ac:chgData name="Manuj Agrawal" userId="8275e378daeca5b2" providerId="LiveId" clId="{34F33E52-A1F9-4AD9-B720-39C6CFB5E7BA}" dt="2021-12-08T10:06:12.913" v="2820" actId="164"/>
          <ac:spMkLst>
            <pc:docMk/>
            <pc:sldMk cId="4219030133" sldId="526"/>
            <ac:spMk id="59" creationId="{F3D98673-FCB4-4156-9363-CD834E4ABEF7}"/>
          </ac:spMkLst>
        </pc:spChg>
        <pc:spChg chg="del topLvl">
          <ac:chgData name="Manuj Agrawal" userId="8275e378daeca5b2" providerId="LiveId" clId="{34F33E52-A1F9-4AD9-B720-39C6CFB5E7BA}" dt="2021-12-08T10:02:54.916" v="2814" actId="478"/>
          <ac:spMkLst>
            <pc:docMk/>
            <pc:sldMk cId="4219030133" sldId="526"/>
            <ac:spMk id="61" creationId="{DBBD8241-A32A-4542-A229-D19AE7CB6E29}"/>
          </ac:spMkLst>
        </pc:spChg>
        <pc:spChg chg="mod">
          <ac:chgData name="Manuj Agrawal" userId="8275e378daeca5b2" providerId="LiveId" clId="{34F33E52-A1F9-4AD9-B720-39C6CFB5E7BA}" dt="2021-12-08T10:12:01.722" v="2838" actId="1076"/>
          <ac:spMkLst>
            <pc:docMk/>
            <pc:sldMk cId="4219030133" sldId="526"/>
            <ac:spMk id="65" creationId="{8E393A79-A444-4546-B5E9-4CF502C3AFF3}"/>
          </ac:spMkLst>
        </pc:spChg>
        <pc:spChg chg="mod">
          <ac:chgData name="Manuj Agrawal" userId="8275e378daeca5b2" providerId="LiveId" clId="{34F33E52-A1F9-4AD9-B720-39C6CFB5E7BA}" dt="2021-12-08T10:12:08.058" v="2840" actId="1076"/>
          <ac:spMkLst>
            <pc:docMk/>
            <pc:sldMk cId="4219030133" sldId="526"/>
            <ac:spMk id="67" creationId="{CB0486CF-73E8-4F3A-A2DF-81DA3E090F57}"/>
          </ac:spMkLst>
        </pc:spChg>
        <pc:spChg chg="mod">
          <ac:chgData name="Manuj Agrawal" userId="8275e378daeca5b2" providerId="LiveId" clId="{34F33E52-A1F9-4AD9-B720-39C6CFB5E7BA}" dt="2021-12-08T09:58:52.973" v="2775" actId="1076"/>
          <ac:spMkLst>
            <pc:docMk/>
            <pc:sldMk cId="4219030133" sldId="526"/>
            <ac:spMk id="68" creationId="{2040E616-B33D-44D5-A818-5C3BF8DA2E61}"/>
          </ac:spMkLst>
        </pc:spChg>
        <pc:spChg chg="mod">
          <ac:chgData name="Manuj Agrawal" userId="8275e378daeca5b2" providerId="LiveId" clId="{34F33E52-A1F9-4AD9-B720-39C6CFB5E7BA}" dt="2021-12-08T10:12:04.850" v="2839" actId="1076"/>
          <ac:spMkLst>
            <pc:docMk/>
            <pc:sldMk cId="4219030133" sldId="526"/>
            <ac:spMk id="69" creationId="{998E259F-B6CF-432C-8A69-96230A7E6C67}"/>
          </ac:spMkLst>
        </pc:spChg>
        <pc:spChg chg="mod">
          <ac:chgData name="Manuj Agrawal" userId="8275e378daeca5b2" providerId="LiveId" clId="{34F33E52-A1F9-4AD9-B720-39C6CFB5E7BA}" dt="2021-12-08T10:11:52.042" v="2837" actId="1076"/>
          <ac:spMkLst>
            <pc:docMk/>
            <pc:sldMk cId="4219030133" sldId="526"/>
            <ac:spMk id="85" creationId="{D066F3B6-7A3E-4D8A-B624-3C92398D50E2}"/>
          </ac:spMkLst>
        </pc:spChg>
        <pc:spChg chg="del">
          <ac:chgData name="Manuj Agrawal" userId="8275e378daeca5b2" providerId="LiveId" clId="{34F33E52-A1F9-4AD9-B720-39C6CFB5E7BA}" dt="2021-12-08T10:00:21.396" v="2799" actId="478"/>
          <ac:spMkLst>
            <pc:docMk/>
            <pc:sldMk cId="4219030133" sldId="526"/>
            <ac:spMk id="86" creationId="{E6D78FE2-115E-4B44-B160-9E460360C0E5}"/>
          </ac:spMkLst>
        </pc:spChg>
        <pc:grpChg chg="mod">
          <ac:chgData name="Manuj Agrawal" userId="8275e378daeca5b2" providerId="LiveId" clId="{34F33E52-A1F9-4AD9-B720-39C6CFB5E7BA}" dt="2021-12-08T10:06:50.075" v="2823" actId="1076"/>
          <ac:grpSpMkLst>
            <pc:docMk/>
            <pc:sldMk cId="4219030133" sldId="526"/>
            <ac:grpSpMk id="2" creationId="{7B434BFC-E357-4590-8EC7-F4F5BE57B668}"/>
          </ac:grpSpMkLst>
        </pc:grpChg>
        <pc:grpChg chg="mod">
          <ac:chgData name="Manuj Agrawal" userId="8275e378daeca5b2" providerId="LiveId" clId="{34F33E52-A1F9-4AD9-B720-39C6CFB5E7BA}" dt="2021-12-08T10:06:46.514" v="2822" actId="1076"/>
          <ac:grpSpMkLst>
            <pc:docMk/>
            <pc:sldMk cId="4219030133" sldId="526"/>
            <ac:grpSpMk id="3" creationId="{B1A27F38-E6B7-4DA0-8DBE-81C6C8DB2BCE}"/>
          </ac:grpSpMkLst>
        </pc:grpChg>
        <pc:grpChg chg="del">
          <ac:chgData name="Manuj Agrawal" userId="8275e378daeca5b2" providerId="LiveId" clId="{34F33E52-A1F9-4AD9-B720-39C6CFB5E7BA}" dt="2021-12-08T10:02:54.916" v="2814" actId="478"/>
          <ac:grpSpMkLst>
            <pc:docMk/>
            <pc:sldMk cId="4219030133" sldId="526"/>
            <ac:grpSpMk id="5" creationId="{BCF52D7B-C193-4C96-A399-9411F8240ADD}"/>
          </ac:grpSpMkLst>
        </pc:grpChg>
        <pc:grpChg chg="add mod">
          <ac:chgData name="Manuj Agrawal" userId="8275e378daeca5b2" providerId="LiveId" clId="{34F33E52-A1F9-4AD9-B720-39C6CFB5E7BA}" dt="2021-12-08T10:06:12.913" v="2820" actId="164"/>
          <ac:grpSpMkLst>
            <pc:docMk/>
            <pc:sldMk cId="4219030133" sldId="526"/>
            <ac:grpSpMk id="6" creationId="{D579DCF3-CD03-4927-80D7-AC72D2D14779}"/>
          </ac:grpSpMkLst>
        </pc:grpChg>
        <pc:grpChg chg="mod">
          <ac:chgData name="Manuj Agrawal" userId="8275e378daeca5b2" providerId="LiveId" clId="{34F33E52-A1F9-4AD9-B720-39C6CFB5E7BA}" dt="2021-12-08T10:17:34.226" v="2933" actId="1076"/>
          <ac:grpSpMkLst>
            <pc:docMk/>
            <pc:sldMk cId="4219030133" sldId="526"/>
            <ac:grpSpMk id="83" creationId="{698A1BE5-E878-4C94-A9E8-02F4CD98D769}"/>
          </ac:grpSpMkLst>
        </pc:grpChg>
        <pc:picChg chg="del">
          <ac:chgData name="Manuj Agrawal" userId="8275e378daeca5b2" providerId="LiveId" clId="{34F33E52-A1F9-4AD9-B720-39C6CFB5E7BA}" dt="2021-12-08T10:02:53.155" v="2813" actId="478"/>
          <ac:picMkLst>
            <pc:docMk/>
            <pc:sldMk cId="4219030133" sldId="526"/>
            <ac:picMk id="62" creationId="{B4637E5D-1F94-467C-B397-1EEE6682A977}"/>
          </ac:picMkLst>
        </pc:picChg>
        <pc:picChg chg="add del mod">
          <ac:chgData name="Manuj Agrawal" userId="8275e378daeca5b2" providerId="LiveId" clId="{34F33E52-A1F9-4AD9-B720-39C6CFB5E7BA}" dt="2021-12-08T10:02:11.002" v="2807" actId="478"/>
          <ac:picMkLst>
            <pc:docMk/>
            <pc:sldMk cId="4219030133" sldId="526"/>
            <ac:picMk id="1026" creationId="{335C046A-653A-41E8-97D5-C0F0A2E77C2B}"/>
          </ac:picMkLst>
        </pc:picChg>
        <pc:picChg chg="add mod">
          <ac:chgData name="Manuj Agrawal" userId="8275e378daeca5b2" providerId="LiveId" clId="{34F33E52-A1F9-4AD9-B720-39C6CFB5E7BA}" dt="2021-12-08T10:07:31.538" v="2824"/>
          <ac:picMkLst>
            <pc:docMk/>
            <pc:sldMk cId="4219030133" sldId="526"/>
            <ac:picMk id="1028" creationId="{72C127AF-7C4E-4D3D-A5D7-716B1CA60946}"/>
          </ac:picMkLst>
        </pc:picChg>
      </pc:sldChg>
    </pc:docChg>
  </pc:docChgLst>
  <pc:docChgLst>
    <pc:chgData name="Manuj" userId="1a07f523-e16f-486a-b610-37539cc763a0" providerId="ADAL" clId="{850F98AA-AE2A-4081-B180-725FB7075F49}"/>
    <pc:docChg chg="modSld">
      <pc:chgData name="Manuj" userId="1a07f523-e16f-486a-b610-37539cc763a0" providerId="ADAL" clId="{850F98AA-AE2A-4081-B180-725FB7075F49}" dt="2024-01-30T08:23:32.249" v="31" actId="20577"/>
      <pc:docMkLst>
        <pc:docMk/>
      </pc:docMkLst>
      <pc:sldChg chg="modSp mod">
        <pc:chgData name="Manuj" userId="1a07f523-e16f-486a-b610-37539cc763a0" providerId="ADAL" clId="{850F98AA-AE2A-4081-B180-725FB7075F49}" dt="2024-01-30T08:18:04.483" v="1" actId="20577"/>
        <pc:sldMkLst>
          <pc:docMk/>
          <pc:sldMk cId="4028893296" sldId="577"/>
        </pc:sldMkLst>
        <pc:spChg chg="mod">
          <ac:chgData name="Manuj" userId="1a07f523-e16f-486a-b610-37539cc763a0" providerId="ADAL" clId="{850F98AA-AE2A-4081-B180-725FB7075F49}" dt="2024-01-30T08:18:04.483" v="1" actId="20577"/>
          <ac:spMkLst>
            <pc:docMk/>
            <pc:sldMk cId="4028893296" sldId="577"/>
            <ac:spMk id="14" creationId="{514D091D-50A9-520B-1F2C-76DA6EC04245}"/>
          </ac:spMkLst>
        </pc:spChg>
      </pc:sldChg>
      <pc:sldChg chg="modSp mod">
        <pc:chgData name="Manuj" userId="1a07f523-e16f-486a-b610-37539cc763a0" providerId="ADAL" clId="{850F98AA-AE2A-4081-B180-725FB7075F49}" dt="2024-01-30T08:18:26.476" v="4" actId="20577"/>
        <pc:sldMkLst>
          <pc:docMk/>
          <pc:sldMk cId="2743113738" sldId="578"/>
        </pc:sldMkLst>
        <pc:graphicFrameChg chg="modGraphic">
          <ac:chgData name="Manuj" userId="1a07f523-e16f-486a-b610-37539cc763a0" providerId="ADAL" clId="{850F98AA-AE2A-4081-B180-725FB7075F49}" dt="2024-01-30T08:18:26.476" v="4" actId="20577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  <pc:sldChg chg="modSp mod">
        <pc:chgData name="Manuj" userId="1a07f523-e16f-486a-b610-37539cc763a0" providerId="ADAL" clId="{850F98AA-AE2A-4081-B180-725FB7075F49}" dt="2024-01-30T08:23:32.249" v="31" actId="20577"/>
        <pc:sldMkLst>
          <pc:docMk/>
          <pc:sldMk cId="1054229470" sldId="581"/>
        </pc:sldMkLst>
        <pc:spChg chg="mod">
          <ac:chgData name="Manuj" userId="1a07f523-e16f-486a-b610-37539cc763a0" providerId="ADAL" clId="{850F98AA-AE2A-4081-B180-725FB7075F49}" dt="2024-01-30T08:23:32.249" v="31" actId="20577"/>
          <ac:spMkLst>
            <pc:docMk/>
            <pc:sldMk cId="1054229470" sldId="581"/>
            <ac:spMk id="4" creationId="{607776AC-6D13-6EF2-4DAE-6DC747EE478E}"/>
          </ac:spMkLst>
        </pc:spChg>
      </pc:sldChg>
      <pc:sldChg chg="modSp mod">
        <pc:chgData name="Manuj" userId="1a07f523-e16f-486a-b610-37539cc763a0" providerId="ADAL" clId="{850F98AA-AE2A-4081-B180-725FB7075F49}" dt="2024-01-30T08:18:55.658" v="14" actId="20577"/>
        <pc:sldMkLst>
          <pc:docMk/>
          <pc:sldMk cId="3826781572" sldId="585"/>
        </pc:sldMkLst>
        <pc:graphicFrameChg chg="modGraphic">
          <ac:chgData name="Manuj" userId="1a07f523-e16f-486a-b610-37539cc763a0" providerId="ADAL" clId="{850F98AA-AE2A-4081-B180-725FB7075F49}" dt="2024-01-30T08:18:55.658" v="14" actId="20577"/>
          <ac:graphicFrameMkLst>
            <pc:docMk/>
            <pc:sldMk cId="3826781572" sldId="585"/>
            <ac:graphicFrameMk id="2" creationId="{7DED05D6-6E5A-5DC5-0CD8-EC3880E4C3DA}"/>
          </ac:graphicFrameMkLst>
        </pc:graphicFrameChg>
      </pc:sldChg>
    </pc:docChg>
  </pc:docChgLst>
  <pc:docChgLst>
    <pc:chgData name="Manuj Agrawal" userId="8275e378daeca5b2" providerId="LiveId" clId="{316D9F79-00BA-41CF-AA83-D3F31A222D18}"/>
    <pc:docChg chg="modSld sldOrd">
      <pc:chgData name="Manuj Agrawal" userId="8275e378daeca5b2" providerId="LiveId" clId="{316D9F79-00BA-41CF-AA83-D3F31A222D18}" dt="2022-05-30T12:21:55.439" v="20" actId="1076"/>
      <pc:docMkLst>
        <pc:docMk/>
      </pc:docMkLst>
      <pc:sldChg chg="modSp mod">
        <pc:chgData name="Manuj Agrawal" userId="8275e378daeca5b2" providerId="LiveId" clId="{316D9F79-00BA-41CF-AA83-D3F31A222D18}" dt="2022-05-20T10:41:28.148" v="16" actId="20577"/>
        <pc:sldMkLst>
          <pc:docMk/>
          <pc:sldMk cId="2719421991" sldId="565"/>
        </pc:sldMkLst>
        <pc:spChg chg="mod">
          <ac:chgData name="Manuj Agrawal" userId="8275e378daeca5b2" providerId="LiveId" clId="{316D9F79-00BA-41CF-AA83-D3F31A222D18}" dt="2022-05-20T10:41:28.148" v="16" actId="20577"/>
          <ac:spMkLst>
            <pc:docMk/>
            <pc:sldMk cId="2719421991" sldId="565"/>
            <ac:spMk id="33" creationId="{BE6AB5C2-BC3E-4584-B348-CCD34032BCEC}"/>
          </ac:spMkLst>
        </pc:spChg>
      </pc:sldChg>
      <pc:sldChg chg="ord">
        <pc:chgData name="Manuj Agrawal" userId="8275e378daeca5b2" providerId="LiveId" clId="{316D9F79-00BA-41CF-AA83-D3F31A222D18}" dt="2022-05-20T10:42:03.145" v="18"/>
        <pc:sldMkLst>
          <pc:docMk/>
          <pc:sldMk cId="2856650110" sldId="566"/>
        </pc:sldMkLst>
      </pc:sldChg>
      <pc:sldChg chg="modSp mod">
        <pc:chgData name="Manuj Agrawal" userId="8275e378daeca5b2" providerId="LiveId" clId="{316D9F79-00BA-41CF-AA83-D3F31A222D18}" dt="2022-05-30T12:21:55.439" v="20" actId="1076"/>
        <pc:sldMkLst>
          <pc:docMk/>
          <pc:sldMk cId="4106624454" sldId="569"/>
        </pc:sldMkLst>
        <pc:picChg chg="mod">
          <ac:chgData name="Manuj Agrawal" userId="8275e378daeca5b2" providerId="LiveId" clId="{316D9F79-00BA-41CF-AA83-D3F31A222D18}" dt="2022-05-30T12:21:55.439" v="20" actId="1076"/>
          <ac:picMkLst>
            <pc:docMk/>
            <pc:sldMk cId="4106624454" sldId="569"/>
            <ac:picMk id="5" creationId="{B83B9B5F-0A70-75EF-2641-3FED67CBAC81}"/>
          </ac:picMkLst>
        </pc:picChg>
      </pc:sldChg>
    </pc:docChg>
  </pc:docChgLst>
  <pc:docChgLst>
    <pc:chgData name="Shyama" userId="S::shyama@webberec.com::6bc29e3b-d18d-4efe-9776-d232efa51d08" providerId="AD" clId="Web-{A36DB3EE-0833-9107-0022-9EC46DCAD0CA}"/>
    <pc:docChg chg="modSld">
      <pc:chgData name="Shyama" userId="S::shyama@webberec.com::6bc29e3b-d18d-4efe-9776-d232efa51d08" providerId="AD" clId="Web-{A36DB3EE-0833-9107-0022-9EC46DCAD0CA}" dt="2023-04-23T10:23:18.097" v="240" actId="14100"/>
      <pc:docMkLst>
        <pc:docMk/>
      </pc:docMkLst>
      <pc:sldChg chg="modSp">
        <pc:chgData name="Shyama" userId="S::shyama@webberec.com::6bc29e3b-d18d-4efe-9776-d232efa51d08" providerId="AD" clId="Web-{A36DB3EE-0833-9107-0022-9EC46DCAD0CA}" dt="2023-04-22T16:47:51.988" v="72" actId="20577"/>
        <pc:sldMkLst>
          <pc:docMk/>
          <pc:sldMk cId="3922207980" sldId="506"/>
        </pc:sldMkLst>
        <pc:spChg chg="mod">
          <ac:chgData name="Shyama" userId="S::shyama@webberec.com::6bc29e3b-d18d-4efe-9776-d232efa51d08" providerId="AD" clId="Web-{A36DB3EE-0833-9107-0022-9EC46DCAD0CA}" dt="2023-04-22T16:47:51.988" v="72" actId="20577"/>
          <ac:spMkLst>
            <pc:docMk/>
            <pc:sldMk cId="3922207980" sldId="506"/>
            <ac:spMk id="68" creationId="{5BE7B6A3-79F6-470F-89AC-7BA31B7B6379}"/>
          </ac:spMkLst>
        </pc:spChg>
        <pc:grpChg chg="mod">
          <ac:chgData name="Shyama" userId="S::shyama@webberec.com::6bc29e3b-d18d-4efe-9776-d232efa51d08" providerId="AD" clId="Web-{A36DB3EE-0833-9107-0022-9EC46DCAD0CA}" dt="2023-04-22T16:47:06.627" v="71" actId="1076"/>
          <ac:grpSpMkLst>
            <pc:docMk/>
            <pc:sldMk cId="3922207980" sldId="506"/>
            <ac:grpSpMk id="5" creationId="{2D604B6B-EDF7-477D-B622-0DABE34AE06F}"/>
          </ac:grpSpMkLst>
        </pc:grpChg>
      </pc:sldChg>
      <pc:sldChg chg="modSp">
        <pc:chgData name="Shyama" userId="S::shyama@webberec.com::6bc29e3b-d18d-4efe-9776-d232efa51d08" providerId="AD" clId="Web-{A36DB3EE-0833-9107-0022-9EC46DCAD0CA}" dt="2023-04-22T16:36:57.132" v="15" actId="20577"/>
        <pc:sldMkLst>
          <pc:docMk/>
          <pc:sldMk cId="1213225221" sldId="546"/>
        </pc:sldMkLst>
        <pc:spChg chg="mod">
          <ac:chgData name="Shyama" userId="S::shyama@webberec.com::6bc29e3b-d18d-4efe-9776-d232efa51d08" providerId="AD" clId="Web-{A36DB3EE-0833-9107-0022-9EC46DCAD0CA}" dt="2023-04-22T16:36:57.132" v="15" actId="20577"/>
          <ac:spMkLst>
            <pc:docMk/>
            <pc:sldMk cId="1213225221" sldId="546"/>
            <ac:spMk id="23" creationId="{648C08C5-82B4-4F7B-A857-2B793046AEBD}"/>
          </ac:spMkLst>
        </pc:spChg>
      </pc:sldChg>
      <pc:sldChg chg="addSp modSp">
        <pc:chgData name="Shyama" userId="S::shyama@webberec.com::6bc29e3b-d18d-4efe-9776-d232efa51d08" providerId="AD" clId="Web-{A36DB3EE-0833-9107-0022-9EC46DCAD0CA}" dt="2023-04-22T16:37:40.853" v="17"/>
        <pc:sldMkLst>
          <pc:docMk/>
          <pc:sldMk cId="505145951" sldId="551"/>
        </pc:sldMkLst>
        <pc:spChg chg="mod">
          <ac:chgData name="Shyama" userId="S::shyama@webberec.com::6bc29e3b-d18d-4efe-9776-d232efa51d08" providerId="AD" clId="Web-{A36DB3EE-0833-9107-0022-9EC46DCAD0CA}" dt="2023-04-22T16:37:28.446" v="16" actId="1076"/>
          <ac:spMkLst>
            <pc:docMk/>
            <pc:sldMk cId="505145951" sldId="551"/>
            <ac:spMk id="17" creationId="{B5C1152F-7231-435A-B06E-64C56434D480}"/>
          </ac:spMkLst>
        </pc:spChg>
        <pc:grpChg chg="add">
          <ac:chgData name="Shyama" userId="S::shyama@webberec.com::6bc29e3b-d18d-4efe-9776-d232efa51d08" providerId="AD" clId="Web-{A36DB3EE-0833-9107-0022-9EC46DCAD0CA}" dt="2023-04-22T16:37:40.853" v="17"/>
          <ac:grpSpMkLst>
            <pc:docMk/>
            <pc:sldMk cId="505145951" sldId="551"/>
            <ac:grpSpMk id="4" creationId="{6154C10E-0548-596F-1E94-F66FE3B6E831}"/>
          </ac:grpSpMkLst>
        </pc:grpChg>
      </pc:sldChg>
      <pc:sldChg chg="modSp">
        <pc:chgData name="Shyama" userId="S::shyama@webberec.com::6bc29e3b-d18d-4efe-9776-d232efa51d08" providerId="AD" clId="Web-{A36DB3EE-0833-9107-0022-9EC46DCAD0CA}" dt="2023-04-23T10:21:43.048" v="231" actId="20577"/>
        <pc:sldMkLst>
          <pc:docMk/>
          <pc:sldMk cId="2856650110" sldId="566"/>
        </pc:sldMkLst>
        <pc:spChg chg="mod">
          <ac:chgData name="Shyama" userId="S::shyama@webberec.com::6bc29e3b-d18d-4efe-9776-d232efa51d08" providerId="AD" clId="Web-{A36DB3EE-0833-9107-0022-9EC46DCAD0CA}" dt="2023-04-23T10:21:43.048" v="231" actId="20577"/>
          <ac:spMkLst>
            <pc:docMk/>
            <pc:sldMk cId="2856650110" sldId="566"/>
            <ac:spMk id="16" creationId="{406E45B0-1E65-8BF1-E0CB-5BE6FFC0905E}"/>
          </ac:spMkLst>
        </pc:spChg>
      </pc:sldChg>
      <pc:sldChg chg="modSp">
        <pc:chgData name="Shyama" userId="S::shyama@webberec.com::6bc29e3b-d18d-4efe-9776-d232efa51d08" providerId="AD" clId="Web-{A36DB3EE-0833-9107-0022-9EC46DCAD0CA}" dt="2023-04-23T10:23:18.097" v="240" actId="14100"/>
        <pc:sldMkLst>
          <pc:docMk/>
          <pc:sldMk cId="3324685487" sldId="571"/>
        </pc:sldMkLst>
        <pc:spChg chg="mod">
          <ac:chgData name="Shyama" userId="S::shyama@webberec.com::6bc29e3b-d18d-4efe-9776-d232efa51d08" providerId="AD" clId="Web-{A36DB3EE-0833-9107-0022-9EC46DCAD0CA}" dt="2023-04-23T10:23:18.097" v="240" actId="14100"/>
          <ac:spMkLst>
            <pc:docMk/>
            <pc:sldMk cId="3324685487" sldId="571"/>
            <ac:spMk id="4" creationId="{AE44E577-F54B-1115-82EA-3CD5A5313247}"/>
          </ac:spMkLst>
        </pc:spChg>
        <pc:spChg chg="mod">
          <ac:chgData name="Shyama" userId="S::shyama@webberec.com::6bc29e3b-d18d-4efe-9776-d232efa51d08" providerId="AD" clId="Web-{A36DB3EE-0833-9107-0022-9EC46DCAD0CA}" dt="2023-04-23T10:22:58.894" v="237"/>
          <ac:spMkLst>
            <pc:docMk/>
            <pc:sldMk cId="3324685487" sldId="571"/>
            <ac:spMk id="13" creationId="{644173CC-2EE8-3FE8-5C1C-F2374C3E5BB2}"/>
          </ac:spMkLst>
        </pc:spChg>
        <pc:spChg chg="mod">
          <ac:chgData name="Shyama" userId="S::shyama@webberec.com::6bc29e3b-d18d-4efe-9776-d232efa51d08" providerId="AD" clId="Web-{A36DB3EE-0833-9107-0022-9EC46DCAD0CA}" dt="2023-04-23T10:22:55.159" v="236"/>
          <ac:spMkLst>
            <pc:docMk/>
            <pc:sldMk cId="3324685487" sldId="571"/>
            <ac:spMk id="30" creationId="{226A7DB8-CB5F-49CA-9699-89158673C6C7}"/>
          </ac:spMkLst>
        </pc:spChg>
        <pc:spChg chg="mod">
          <ac:chgData name="Shyama" userId="S::shyama@webberec.com::6bc29e3b-d18d-4efe-9776-d232efa51d08" providerId="AD" clId="Web-{A36DB3EE-0833-9107-0022-9EC46DCAD0CA}" dt="2023-04-23T10:22:50.518" v="235"/>
          <ac:spMkLst>
            <pc:docMk/>
            <pc:sldMk cId="3324685487" sldId="571"/>
            <ac:spMk id="32" creationId="{8A18CD4F-51AB-4878-857A-CFAB419F0682}"/>
          </ac:spMkLst>
        </pc:spChg>
      </pc:sldChg>
      <pc:sldChg chg="addSp delSp modSp">
        <pc:chgData name="Shyama" userId="S::shyama@webberec.com::6bc29e3b-d18d-4efe-9776-d232efa51d08" providerId="AD" clId="Web-{A36DB3EE-0833-9107-0022-9EC46DCAD0CA}" dt="2023-04-23T10:00:14.359" v="102" actId="1076"/>
        <pc:sldMkLst>
          <pc:docMk/>
          <pc:sldMk cId="247023824" sldId="572"/>
        </pc:sldMkLst>
        <pc:spChg chg="mod">
          <ac:chgData name="Shyama" userId="S::shyama@webberec.com::6bc29e3b-d18d-4efe-9776-d232efa51d08" providerId="AD" clId="Web-{A36DB3EE-0833-9107-0022-9EC46DCAD0CA}" dt="2023-04-23T09:59:29.123" v="93" actId="1076"/>
          <ac:spMkLst>
            <pc:docMk/>
            <pc:sldMk cId="247023824" sldId="572"/>
            <ac:spMk id="4" creationId="{AE44E577-F54B-1115-82EA-3CD5A5313247}"/>
          </ac:spMkLst>
        </pc:spChg>
        <pc:spChg chg="del mod">
          <ac:chgData name="Shyama" userId="S::shyama@webberec.com::6bc29e3b-d18d-4efe-9776-d232efa51d08" providerId="AD" clId="Web-{A36DB3EE-0833-9107-0022-9EC46DCAD0CA}" dt="2023-04-23T09:59:21.280" v="92"/>
          <ac:spMkLst>
            <pc:docMk/>
            <pc:sldMk cId="247023824" sldId="572"/>
            <ac:spMk id="16" creationId="{406E45B0-1E65-8BF1-E0CB-5BE6FFC0905E}"/>
          </ac:spMkLst>
        </pc:spChg>
        <pc:spChg chg="mod">
          <ac:chgData name="Shyama" userId="S::shyama@webberec.com::6bc29e3b-d18d-4efe-9776-d232efa51d08" providerId="AD" clId="Web-{A36DB3EE-0833-9107-0022-9EC46DCAD0CA}" dt="2023-04-23T09:59:50.515" v="99" actId="1076"/>
          <ac:spMkLst>
            <pc:docMk/>
            <pc:sldMk cId="247023824" sldId="572"/>
            <ac:spMk id="17" creationId="{00000000-0000-0000-0000-000000000000}"/>
          </ac:spMkLst>
        </pc:spChg>
        <pc:spChg chg="mod">
          <ac:chgData name="Shyama" userId="S::shyama@webberec.com::6bc29e3b-d18d-4efe-9776-d232efa51d08" providerId="AD" clId="Web-{A36DB3EE-0833-9107-0022-9EC46DCAD0CA}" dt="2023-04-23T09:59:29.123" v="94" actId="1076"/>
          <ac:spMkLst>
            <pc:docMk/>
            <pc:sldMk cId="247023824" sldId="572"/>
            <ac:spMk id="21" creationId="{53B8B4E3-7B2B-8EE6-E5DF-01848E110E26}"/>
          </ac:spMkLst>
        </pc:spChg>
        <pc:grpChg chg="add mod">
          <ac:chgData name="Shyama" userId="S::shyama@webberec.com::6bc29e3b-d18d-4efe-9776-d232efa51d08" providerId="AD" clId="Web-{A36DB3EE-0833-9107-0022-9EC46DCAD0CA}" dt="2023-04-23T10:00:14.359" v="102" actId="1076"/>
          <ac:grpSpMkLst>
            <pc:docMk/>
            <pc:sldMk cId="247023824" sldId="572"/>
            <ac:grpSpMk id="3" creationId="{070DAF2B-5F6D-C58B-15F4-BF167DC179A5}"/>
          </ac:grpSpMkLst>
        </pc:grpChg>
        <pc:picChg chg="mod">
          <ac:chgData name="Shyama" userId="S::shyama@webberec.com::6bc29e3b-d18d-4efe-9776-d232efa51d08" providerId="AD" clId="Web-{A36DB3EE-0833-9107-0022-9EC46DCAD0CA}" dt="2023-04-23T09:59:29.155" v="95" actId="1076"/>
          <ac:picMkLst>
            <pc:docMk/>
            <pc:sldMk cId="247023824" sldId="572"/>
            <ac:picMk id="2" creationId="{A66E333B-7B24-4EF1-CD41-E5072904428D}"/>
          </ac:picMkLst>
        </pc:picChg>
      </pc:sldChg>
      <pc:sldChg chg="modSp">
        <pc:chgData name="Shyama" userId="S::shyama@webberec.com::6bc29e3b-d18d-4efe-9776-d232efa51d08" providerId="AD" clId="Web-{A36DB3EE-0833-9107-0022-9EC46DCAD0CA}" dt="2023-04-23T10:14:26.428" v="226"/>
        <pc:sldMkLst>
          <pc:docMk/>
          <pc:sldMk cId="2876836253" sldId="573"/>
        </pc:sldMkLst>
        <pc:spChg chg="mod">
          <ac:chgData name="Shyama" userId="S::shyama@webberec.com::6bc29e3b-d18d-4efe-9776-d232efa51d08" providerId="AD" clId="Web-{A36DB3EE-0833-9107-0022-9EC46DCAD0CA}" dt="2023-04-23T10:14:26.428" v="226"/>
          <ac:spMkLst>
            <pc:docMk/>
            <pc:sldMk cId="2876836253" sldId="573"/>
            <ac:spMk id="8" creationId="{FEF10653-88F6-403A-B3F7-56311D716540}"/>
          </ac:spMkLst>
        </pc:spChg>
      </pc:sldChg>
    </pc:docChg>
  </pc:docChgLst>
  <pc:docChgLst>
    <pc:chgData name="Manuj Agrawal" userId="8275e378daeca5b2" providerId="LiveId" clId="{AFBFD12A-1053-4ACF-B729-DA3BA73EDBC3}"/>
    <pc:docChg chg="undo custSel addSld delSld modSld sldOrd">
      <pc:chgData name="Manuj Agrawal" userId="8275e378daeca5b2" providerId="LiveId" clId="{AFBFD12A-1053-4ACF-B729-DA3BA73EDBC3}" dt="2022-01-06T03:05:52.550" v="1320" actId="478"/>
      <pc:docMkLst>
        <pc:docMk/>
      </pc:docMkLst>
      <pc:sldChg chg="ord">
        <pc:chgData name="Manuj Agrawal" userId="8275e378daeca5b2" providerId="LiveId" clId="{AFBFD12A-1053-4ACF-B729-DA3BA73EDBC3}" dt="2022-01-05T13:33:56.418" v="782"/>
        <pc:sldMkLst>
          <pc:docMk/>
          <pc:sldMk cId="722639226" sldId="481"/>
        </pc:sldMkLst>
      </pc:sldChg>
      <pc:sldChg chg="ord">
        <pc:chgData name="Manuj Agrawal" userId="8275e378daeca5b2" providerId="LiveId" clId="{AFBFD12A-1053-4ACF-B729-DA3BA73EDBC3}" dt="2022-01-05T13:34:10.125" v="784"/>
        <pc:sldMkLst>
          <pc:docMk/>
          <pc:sldMk cId="2413752973" sldId="486"/>
        </pc:sldMkLst>
      </pc:sldChg>
      <pc:sldChg chg="modSp mod">
        <pc:chgData name="Manuj Agrawal" userId="8275e378daeca5b2" providerId="LiveId" clId="{AFBFD12A-1053-4ACF-B729-DA3BA73EDBC3}" dt="2022-01-05T08:53:01.409" v="119" actId="20577"/>
        <pc:sldMkLst>
          <pc:docMk/>
          <pc:sldMk cId="3922207980" sldId="506"/>
        </pc:sldMkLst>
        <pc:spChg chg="mod">
          <ac:chgData name="Manuj Agrawal" userId="8275e378daeca5b2" providerId="LiveId" clId="{AFBFD12A-1053-4ACF-B729-DA3BA73EDBC3}" dt="2022-01-05T08:53:01.409" v="119" actId="20577"/>
          <ac:spMkLst>
            <pc:docMk/>
            <pc:sldMk cId="3922207980" sldId="506"/>
            <ac:spMk id="67" creationId="{94E64F28-29E4-4A49-BA01-D3717058AA3E}"/>
          </ac:spMkLst>
        </pc:spChg>
        <pc:grpChg chg="mod">
          <ac:chgData name="Manuj Agrawal" userId="8275e378daeca5b2" providerId="LiveId" clId="{AFBFD12A-1053-4ACF-B729-DA3BA73EDBC3}" dt="2022-01-05T08:50:29.239" v="104" actId="1076"/>
          <ac:grpSpMkLst>
            <pc:docMk/>
            <pc:sldMk cId="3922207980" sldId="506"/>
            <ac:grpSpMk id="19" creationId="{576475BE-3286-4055-B7CA-03E89AACEF68}"/>
          </ac:grpSpMkLst>
        </pc:grpChg>
      </pc:sldChg>
      <pc:sldChg chg="addSp delSp modSp mod">
        <pc:chgData name="Manuj Agrawal" userId="8275e378daeca5b2" providerId="LiveId" clId="{AFBFD12A-1053-4ACF-B729-DA3BA73EDBC3}" dt="2022-01-06T02:51:44.085" v="1078" actId="1076"/>
        <pc:sldMkLst>
          <pc:docMk/>
          <pc:sldMk cId="1146830387" sldId="541"/>
        </pc:sldMkLst>
        <pc:spChg chg="del">
          <ac:chgData name="Manuj Agrawal" userId="8275e378daeca5b2" providerId="LiveId" clId="{AFBFD12A-1053-4ACF-B729-DA3BA73EDBC3}" dt="2022-01-05T10:25:26.021" v="122" actId="478"/>
          <ac:spMkLst>
            <pc:docMk/>
            <pc:sldMk cId="1146830387" sldId="541"/>
            <ac:spMk id="13" creationId="{ABBD351F-C305-45C6-9FDD-B4CBC3D6FF41}"/>
          </ac:spMkLst>
        </pc:spChg>
        <pc:spChg chg="add mod">
          <ac:chgData name="Manuj Agrawal" userId="8275e378daeca5b2" providerId="LiveId" clId="{AFBFD12A-1053-4ACF-B729-DA3BA73EDBC3}" dt="2022-01-05T13:53:49.990" v="793" actId="164"/>
          <ac:spMkLst>
            <pc:docMk/>
            <pc:sldMk cId="1146830387" sldId="541"/>
            <ac:spMk id="14" creationId="{F682A8D9-3578-4068-83AF-E25841D57D00}"/>
          </ac:spMkLst>
        </pc:spChg>
        <pc:spChg chg="add mod">
          <ac:chgData name="Manuj Agrawal" userId="8275e378daeca5b2" providerId="LiveId" clId="{AFBFD12A-1053-4ACF-B729-DA3BA73EDBC3}" dt="2022-01-05T13:53:49.990" v="793" actId="164"/>
          <ac:spMkLst>
            <pc:docMk/>
            <pc:sldMk cId="1146830387" sldId="541"/>
            <ac:spMk id="15" creationId="{ED900EC8-3DBE-460A-8067-B1738E441063}"/>
          </ac:spMkLst>
        </pc:spChg>
        <pc:spChg chg="add mod">
          <ac:chgData name="Manuj Agrawal" userId="8275e378daeca5b2" providerId="LiveId" clId="{AFBFD12A-1053-4ACF-B729-DA3BA73EDBC3}" dt="2022-01-05T13:53:49.990" v="793" actId="164"/>
          <ac:spMkLst>
            <pc:docMk/>
            <pc:sldMk cId="1146830387" sldId="541"/>
            <ac:spMk id="16" creationId="{32A8C3B4-8A63-4F27-8E49-AFFB49BEFE12}"/>
          </ac:spMkLst>
        </pc:spChg>
        <pc:spChg chg="mod">
          <ac:chgData name="Manuj Agrawal" userId="8275e378daeca5b2" providerId="LiveId" clId="{AFBFD12A-1053-4ACF-B729-DA3BA73EDBC3}" dt="2022-01-06T02:51:44.085" v="1078" actId="1076"/>
          <ac:spMkLst>
            <pc:docMk/>
            <pc:sldMk cId="1146830387" sldId="541"/>
            <ac:spMk id="17" creationId="{00000000-0000-0000-0000-000000000000}"/>
          </ac:spMkLst>
        </pc:spChg>
        <pc:spChg chg="add mod">
          <ac:chgData name="Manuj Agrawal" userId="8275e378daeca5b2" providerId="LiveId" clId="{AFBFD12A-1053-4ACF-B729-DA3BA73EDBC3}" dt="2022-01-05T13:53:49.990" v="793" actId="164"/>
          <ac:spMkLst>
            <pc:docMk/>
            <pc:sldMk cId="1146830387" sldId="541"/>
            <ac:spMk id="18" creationId="{58842E3D-D594-40AA-BCAC-D0AB039A56D9}"/>
          </ac:spMkLst>
        </pc:spChg>
        <pc:spChg chg="add del mod">
          <ac:chgData name="Manuj Agrawal" userId="8275e378daeca5b2" providerId="LiveId" clId="{AFBFD12A-1053-4ACF-B729-DA3BA73EDBC3}" dt="2022-01-05T10:27:58.553" v="214" actId="478"/>
          <ac:spMkLst>
            <pc:docMk/>
            <pc:sldMk cId="1146830387" sldId="541"/>
            <ac:spMk id="19" creationId="{F7AEB604-537E-4464-842F-41669DA5B1B3}"/>
          </ac:spMkLst>
        </pc:spChg>
        <pc:spChg chg="add mod">
          <ac:chgData name="Manuj Agrawal" userId="8275e378daeca5b2" providerId="LiveId" clId="{AFBFD12A-1053-4ACF-B729-DA3BA73EDBC3}" dt="2022-01-05T13:53:49.990" v="793" actId="164"/>
          <ac:spMkLst>
            <pc:docMk/>
            <pc:sldMk cId="1146830387" sldId="541"/>
            <ac:spMk id="20" creationId="{63F845E1-193E-4E15-BF4B-224A80A3387C}"/>
          </ac:spMkLst>
        </pc:spChg>
        <pc:spChg chg="add mod">
          <ac:chgData name="Manuj Agrawal" userId="8275e378daeca5b2" providerId="LiveId" clId="{AFBFD12A-1053-4ACF-B729-DA3BA73EDBC3}" dt="2022-01-05T13:53:49.990" v="793" actId="164"/>
          <ac:spMkLst>
            <pc:docMk/>
            <pc:sldMk cId="1146830387" sldId="541"/>
            <ac:spMk id="21" creationId="{87F59199-6CA5-45B2-AF4C-8C8E3E8FF68F}"/>
          </ac:spMkLst>
        </pc:spChg>
        <pc:spChg chg="mod">
          <ac:chgData name="Manuj Agrawal" userId="8275e378daeca5b2" providerId="LiveId" clId="{AFBFD12A-1053-4ACF-B729-DA3BA73EDBC3}" dt="2022-01-05T12:46:58.822" v="757"/>
          <ac:spMkLst>
            <pc:docMk/>
            <pc:sldMk cId="1146830387" sldId="541"/>
            <ac:spMk id="29" creationId="{B0966A24-F2BD-483F-96A7-8EDE537C39A9}"/>
          </ac:spMkLst>
        </pc:spChg>
        <pc:spChg chg="add del mod">
          <ac:chgData name="Manuj Agrawal" userId="8275e378daeca5b2" providerId="LiveId" clId="{AFBFD12A-1053-4ACF-B729-DA3BA73EDBC3}" dt="2022-01-05T13:53:34.199" v="789"/>
          <ac:spMkLst>
            <pc:docMk/>
            <pc:sldMk cId="1146830387" sldId="541"/>
            <ac:spMk id="30" creationId="{6ADAF200-0EE2-4818-8BF0-625B86396A55}"/>
          </ac:spMkLst>
        </pc:spChg>
        <pc:spChg chg="add del mod">
          <ac:chgData name="Manuj Agrawal" userId="8275e378daeca5b2" providerId="LiveId" clId="{AFBFD12A-1053-4ACF-B729-DA3BA73EDBC3}" dt="2022-01-05T13:53:34.199" v="789"/>
          <ac:spMkLst>
            <pc:docMk/>
            <pc:sldMk cId="1146830387" sldId="541"/>
            <ac:spMk id="31" creationId="{199E63C7-610D-41B0-8B4F-F755FA03E57D}"/>
          </ac:spMkLst>
        </pc:spChg>
        <pc:spChg chg="add del mod">
          <ac:chgData name="Manuj Agrawal" userId="8275e378daeca5b2" providerId="LiveId" clId="{AFBFD12A-1053-4ACF-B729-DA3BA73EDBC3}" dt="2022-01-05T13:53:34.199" v="789"/>
          <ac:spMkLst>
            <pc:docMk/>
            <pc:sldMk cId="1146830387" sldId="541"/>
            <ac:spMk id="32" creationId="{DBEFB642-A1E5-4E07-9236-F8B64E769C91}"/>
          </ac:spMkLst>
        </pc:spChg>
        <pc:spChg chg="add del mod">
          <ac:chgData name="Manuj Agrawal" userId="8275e378daeca5b2" providerId="LiveId" clId="{AFBFD12A-1053-4ACF-B729-DA3BA73EDBC3}" dt="2022-01-05T13:53:34.199" v="789"/>
          <ac:spMkLst>
            <pc:docMk/>
            <pc:sldMk cId="1146830387" sldId="541"/>
            <ac:spMk id="33" creationId="{AA99514D-79A1-4A97-947E-7F41886198B6}"/>
          </ac:spMkLst>
        </pc:spChg>
        <pc:spChg chg="add del mod">
          <ac:chgData name="Manuj Agrawal" userId="8275e378daeca5b2" providerId="LiveId" clId="{AFBFD12A-1053-4ACF-B729-DA3BA73EDBC3}" dt="2022-01-05T13:53:34.199" v="789"/>
          <ac:spMkLst>
            <pc:docMk/>
            <pc:sldMk cId="1146830387" sldId="541"/>
            <ac:spMk id="34" creationId="{4A9E9A76-A2F2-4A08-B37D-006BB238E60D}"/>
          </ac:spMkLst>
        </pc:spChg>
        <pc:spChg chg="add del mod">
          <ac:chgData name="Manuj Agrawal" userId="8275e378daeca5b2" providerId="LiveId" clId="{AFBFD12A-1053-4ACF-B729-DA3BA73EDBC3}" dt="2022-01-05T13:53:34.199" v="789"/>
          <ac:spMkLst>
            <pc:docMk/>
            <pc:sldMk cId="1146830387" sldId="541"/>
            <ac:spMk id="35" creationId="{31453E81-1A0F-455D-9C5E-E91CB142E2D2}"/>
          </ac:spMkLst>
        </pc:spChg>
        <pc:spChg chg="add del mod">
          <ac:chgData name="Manuj Agrawal" userId="8275e378daeca5b2" providerId="LiveId" clId="{AFBFD12A-1053-4ACF-B729-DA3BA73EDBC3}" dt="2022-01-05T13:53:41.865" v="792" actId="478"/>
          <ac:spMkLst>
            <pc:docMk/>
            <pc:sldMk cId="1146830387" sldId="541"/>
            <ac:spMk id="36" creationId="{6352F08E-9834-4957-82F5-EFB4FE6C12C2}"/>
          </ac:spMkLst>
        </pc:spChg>
        <pc:spChg chg="del mod">
          <ac:chgData name="Manuj Agrawal" userId="8275e378daeca5b2" providerId="LiveId" clId="{AFBFD12A-1053-4ACF-B729-DA3BA73EDBC3}" dt="2022-01-05T10:28:21.903" v="222" actId="478"/>
          <ac:spMkLst>
            <pc:docMk/>
            <pc:sldMk cId="1146830387" sldId="541"/>
            <ac:spMk id="37" creationId="{42B42F82-AEC2-4464-889B-1A93FAE34CFE}"/>
          </ac:spMkLst>
        </pc:spChg>
        <pc:spChg chg="add del mod">
          <ac:chgData name="Manuj Agrawal" userId="8275e378daeca5b2" providerId="LiveId" clId="{AFBFD12A-1053-4ACF-B729-DA3BA73EDBC3}" dt="2022-01-05T13:53:41.865" v="792" actId="478"/>
          <ac:spMkLst>
            <pc:docMk/>
            <pc:sldMk cId="1146830387" sldId="541"/>
            <ac:spMk id="38" creationId="{6D57A281-5CB0-46BE-AC35-382B15155420}"/>
          </ac:spMkLst>
        </pc:spChg>
        <pc:spChg chg="add del mod">
          <ac:chgData name="Manuj Agrawal" userId="8275e378daeca5b2" providerId="LiveId" clId="{AFBFD12A-1053-4ACF-B729-DA3BA73EDBC3}" dt="2022-01-05T13:53:41.865" v="792" actId="478"/>
          <ac:spMkLst>
            <pc:docMk/>
            <pc:sldMk cId="1146830387" sldId="541"/>
            <ac:spMk id="39" creationId="{48FE2B2E-B492-4EF5-BDBE-732DBCCE1E8D}"/>
          </ac:spMkLst>
        </pc:spChg>
        <pc:spChg chg="add del mod">
          <ac:chgData name="Manuj Agrawal" userId="8275e378daeca5b2" providerId="LiveId" clId="{AFBFD12A-1053-4ACF-B729-DA3BA73EDBC3}" dt="2022-01-05T13:53:41.865" v="792" actId="478"/>
          <ac:spMkLst>
            <pc:docMk/>
            <pc:sldMk cId="1146830387" sldId="541"/>
            <ac:spMk id="40" creationId="{436F5089-B0A0-4174-9C0B-426DE1CB8C64}"/>
          </ac:spMkLst>
        </pc:spChg>
        <pc:spChg chg="add del mod">
          <ac:chgData name="Manuj Agrawal" userId="8275e378daeca5b2" providerId="LiveId" clId="{AFBFD12A-1053-4ACF-B729-DA3BA73EDBC3}" dt="2022-01-05T13:53:41.865" v="792" actId="478"/>
          <ac:spMkLst>
            <pc:docMk/>
            <pc:sldMk cId="1146830387" sldId="541"/>
            <ac:spMk id="41" creationId="{8FA24FF6-D9A6-4F7F-BF07-BA0C768A7698}"/>
          </ac:spMkLst>
        </pc:spChg>
        <pc:spChg chg="add del mod">
          <ac:chgData name="Manuj Agrawal" userId="8275e378daeca5b2" providerId="LiveId" clId="{AFBFD12A-1053-4ACF-B729-DA3BA73EDBC3}" dt="2022-01-05T13:53:41.865" v="792" actId="478"/>
          <ac:spMkLst>
            <pc:docMk/>
            <pc:sldMk cId="1146830387" sldId="541"/>
            <ac:spMk id="42" creationId="{B31F73F0-7CEC-4C5A-92BC-1350D6905CF5}"/>
          </ac:spMkLst>
        </pc:spChg>
        <pc:spChg chg="mod">
          <ac:chgData name="Manuj Agrawal" userId="8275e378daeca5b2" providerId="LiveId" clId="{AFBFD12A-1053-4ACF-B729-DA3BA73EDBC3}" dt="2022-01-05T13:55:05.785" v="797"/>
          <ac:spMkLst>
            <pc:docMk/>
            <pc:sldMk cId="1146830387" sldId="541"/>
            <ac:spMk id="44" creationId="{F0D6C1FA-C5B8-41DD-9885-437A13732D36}"/>
          </ac:spMkLst>
        </pc:spChg>
        <pc:spChg chg="mod">
          <ac:chgData name="Manuj Agrawal" userId="8275e378daeca5b2" providerId="LiveId" clId="{AFBFD12A-1053-4ACF-B729-DA3BA73EDBC3}" dt="2022-01-05T13:55:05.785" v="797"/>
          <ac:spMkLst>
            <pc:docMk/>
            <pc:sldMk cId="1146830387" sldId="541"/>
            <ac:spMk id="45" creationId="{6A81A162-5B14-44D1-9215-9D65AB85DB87}"/>
          </ac:spMkLst>
        </pc:spChg>
        <pc:spChg chg="mod">
          <ac:chgData name="Manuj Agrawal" userId="8275e378daeca5b2" providerId="LiveId" clId="{AFBFD12A-1053-4ACF-B729-DA3BA73EDBC3}" dt="2022-01-05T13:55:05.785" v="797"/>
          <ac:spMkLst>
            <pc:docMk/>
            <pc:sldMk cId="1146830387" sldId="541"/>
            <ac:spMk id="46" creationId="{F980349C-6CC5-4B45-B12A-18B30CD68DA7}"/>
          </ac:spMkLst>
        </pc:spChg>
        <pc:spChg chg="mod">
          <ac:chgData name="Manuj Agrawal" userId="8275e378daeca5b2" providerId="LiveId" clId="{AFBFD12A-1053-4ACF-B729-DA3BA73EDBC3}" dt="2022-01-05T13:55:05.785" v="797"/>
          <ac:spMkLst>
            <pc:docMk/>
            <pc:sldMk cId="1146830387" sldId="541"/>
            <ac:spMk id="47" creationId="{39AC0483-A382-46B3-89F7-B32361840792}"/>
          </ac:spMkLst>
        </pc:spChg>
        <pc:spChg chg="mod">
          <ac:chgData name="Manuj Agrawal" userId="8275e378daeca5b2" providerId="LiveId" clId="{AFBFD12A-1053-4ACF-B729-DA3BA73EDBC3}" dt="2022-01-05T13:55:05.785" v="797"/>
          <ac:spMkLst>
            <pc:docMk/>
            <pc:sldMk cId="1146830387" sldId="541"/>
            <ac:spMk id="48" creationId="{66236ADD-7A7C-4F6D-B572-3686AFD48DA2}"/>
          </ac:spMkLst>
        </pc:spChg>
        <pc:spChg chg="mod">
          <ac:chgData name="Manuj Agrawal" userId="8275e378daeca5b2" providerId="LiveId" clId="{AFBFD12A-1053-4ACF-B729-DA3BA73EDBC3}" dt="2022-01-05T13:55:05.785" v="797"/>
          <ac:spMkLst>
            <pc:docMk/>
            <pc:sldMk cId="1146830387" sldId="541"/>
            <ac:spMk id="49" creationId="{AB12AEF9-22DF-441B-AA26-A7EB58EAC975}"/>
          </ac:spMkLst>
        </pc:spChg>
        <pc:spChg chg="mod">
          <ac:chgData name="Manuj Agrawal" userId="8275e378daeca5b2" providerId="LiveId" clId="{AFBFD12A-1053-4ACF-B729-DA3BA73EDBC3}" dt="2022-01-05T13:55:29.452" v="803"/>
          <ac:spMkLst>
            <pc:docMk/>
            <pc:sldMk cId="1146830387" sldId="541"/>
            <ac:spMk id="51" creationId="{3D26BAE6-B9F8-4FBB-9084-76D239B0F7CD}"/>
          </ac:spMkLst>
        </pc:spChg>
        <pc:spChg chg="mod">
          <ac:chgData name="Manuj Agrawal" userId="8275e378daeca5b2" providerId="LiveId" clId="{AFBFD12A-1053-4ACF-B729-DA3BA73EDBC3}" dt="2022-01-05T13:55:29.452" v="803"/>
          <ac:spMkLst>
            <pc:docMk/>
            <pc:sldMk cId="1146830387" sldId="541"/>
            <ac:spMk id="52" creationId="{0CF744A0-74B9-467E-9130-3C921A2924F4}"/>
          </ac:spMkLst>
        </pc:spChg>
        <pc:spChg chg="mod">
          <ac:chgData name="Manuj Agrawal" userId="8275e378daeca5b2" providerId="LiveId" clId="{AFBFD12A-1053-4ACF-B729-DA3BA73EDBC3}" dt="2022-01-05T13:55:29.452" v="803"/>
          <ac:spMkLst>
            <pc:docMk/>
            <pc:sldMk cId="1146830387" sldId="541"/>
            <ac:spMk id="53" creationId="{64975DA2-ABE3-42E7-98C1-5EE980B63B02}"/>
          </ac:spMkLst>
        </pc:spChg>
        <pc:spChg chg="mod">
          <ac:chgData name="Manuj Agrawal" userId="8275e378daeca5b2" providerId="LiveId" clId="{AFBFD12A-1053-4ACF-B729-DA3BA73EDBC3}" dt="2022-01-05T13:55:29.452" v="803"/>
          <ac:spMkLst>
            <pc:docMk/>
            <pc:sldMk cId="1146830387" sldId="541"/>
            <ac:spMk id="54" creationId="{8E45933B-F40B-476C-A4A8-8EA0FC0CCC56}"/>
          </ac:spMkLst>
        </pc:spChg>
        <pc:spChg chg="mod">
          <ac:chgData name="Manuj Agrawal" userId="8275e378daeca5b2" providerId="LiveId" clId="{AFBFD12A-1053-4ACF-B729-DA3BA73EDBC3}" dt="2022-01-05T13:55:29.452" v="803"/>
          <ac:spMkLst>
            <pc:docMk/>
            <pc:sldMk cId="1146830387" sldId="541"/>
            <ac:spMk id="55" creationId="{40EF080B-948F-475D-B476-349FE271405B}"/>
          </ac:spMkLst>
        </pc:spChg>
        <pc:spChg chg="mod">
          <ac:chgData name="Manuj Agrawal" userId="8275e378daeca5b2" providerId="LiveId" clId="{AFBFD12A-1053-4ACF-B729-DA3BA73EDBC3}" dt="2022-01-05T13:55:29.452" v="803"/>
          <ac:spMkLst>
            <pc:docMk/>
            <pc:sldMk cId="1146830387" sldId="541"/>
            <ac:spMk id="56" creationId="{ED99CD93-EF19-4452-A2A7-63E2CE7F4FFD}"/>
          </ac:spMkLst>
        </pc:spChg>
        <pc:spChg chg="mod">
          <ac:chgData name="Manuj Agrawal" userId="8275e378daeca5b2" providerId="LiveId" clId="{AFBFD12A-1053-4ACF-B729-DA3BA73EDBC3}" dt="2022-01-05T13:55:50.516" v="807"/>
          <ac:spMkLst>
            <pc:docMk/>
            <pc:sldMk cId="1146830387" sldId="541"/>
            <ac:spMk id="58" creationId="{6FA588B5-0020-405F-837A-2A0147EEAC5C}"/>
          </ac:spMkLst>
        </pc:spChg>
        <pc:spChg chg="mod">
          <ac:chgData name="Manuj Agrawal" userId="8275e378daeca5b2" providerId="LiveId" clId="{AFBFD12A-1053-4ACF-B729-DA3BA73EDBC3}" dt="2022-01-05T13:55:50.516" v="807"/>
          <ac:spMkLst>
            <pc:docMk/>
            <pc:sldMk cId="1146830387" sldId="541"/>
            <ac:spMk id="59" creationId="{0933D92C-12EC-4A0E-A1FE-70B931B69666}"/>
          </ac:spMkLst>
        </pc:spChg>
        <pc:spChg chg="mod">
          <ac:chgData name="Manuj Agrawal" userId="8275e378daeca5b2" providerId="LiveId" clId="{AFBFD12A-1053-4ACF-B729-DA3BA73EDBC3}" dt="2022-01-05T13:55:50.516" v="807"/>
          <ac:spMkLst>
            <pc:docMk/>
            <pc:sldMk cId="1146830387" sldId="541"/>
            <ac:spMk id="60" creationId="{81069280-D304-48A5-9ADD-C4726A3EAEF5}"/>
          </ac:spMkLst>
        </pc:spChg>
        <pc:spChg chg="mod">
          <ac:chgData name="Manuj Agrawal" userId="8275e378daeca5b2" providerId="LiveId" clId="{AFBFD12A-1053-4ACF-B729-DA3BA73EDBC3}" dt="2022-01-06T02:44:53.111" v="831" actId="20577"/>
          <ac:spMkLst>
            <pc:docMk/>
            <pc:sldMk cId="1146830387" sldId="541"/>
            <ac:spMk id="61" creationId="{C6E6924E-D158-4539-9002-9A354E4DC12D}"/>
          </ac:spMkLst>
        </pc:spChg>
        <pc:spChg chg="mod">
          <ac:chgData name="Manuj Agrawal" userId="8275e378daeca5b2" providerId="LiveId" clId="{AFBFD12A-1053-4ACF-B729-DA3BA73EDBC3}" dt="2022-01-06T02:45:30.713" v="838" actId="20577"/>
          <ac:spMkLst>
            <pc:docMk/>
            <pc:sldMk cId="1146830387" sldId="541"/>
            <ac:spMk id="62" creationId="{33A6D480-E425-4C1B-ACED-D60EC58E6D2F}"/>
          </ac:spMkLst>
        </pc:spChg>
        <pc:spChg chg="mod">
          <ac:chgData name="Manuj Agrawal" userId="8275e378daeca5b2" providerId="LiveId" clId="{AFBFD12A-1053-4ACF-B729-DA3BA73EDBC3}" dt="2022-01-06T02:46:32.442" v="845" actId="1076"/>
          <ac:spMkLst>
            <pc:docMk/>
            <pc:sldMk cId="1146830387" sldId="541"/>
            <ac:spMk id="63" creationId="{F4062239-9AA7-4ADB-934B-50D34AB3D107}"/>
          </ac:spMkLst>
        </pc:spChg>
        <pc:spChg chg="add mod">
          <ac:chgData name="Manuj Agrawal" userId="8275e378daeca5b2" providerId="LiveId" clId="{AFBFD12A-1053-4ACF-B729-DA3BA73EDBC3}" dt="2022-01-06T02:50:59.762" v="1024" actId="1076"/>
          <ac:spMkLst>
            <pc:docMk/>
            <pc:sldMk cId="1146830387" sldId="541"/>
            <ac:spMk id="64" creationId="{0D321B0F-5D8F-4303-8377-F89DDCC3DE28}"/>
          </ac:spMkLst>
        </pc:spChg>
        <pc:spChg chg="add mod">
          <ac:chgData name="Manuj Agrawal" userId="8275e378daeca5b2" providerId="LiveId" clId="{AFBFD12A-1053-4ACF-B729-DA3BA73EDBC3}" dt="2022-01-06T02:50:25.038" v="1010" actId="1076"/>
          <ac:spMkLst>
            <pc:docMk/>
            <pc:sldMk cId="1146830387" sldId="541"/>
            <ac:spMk id="65" creationId="{792BEC2D-B54F-47B0-8EF1-182D95E1536C}"/>
          </ac:spMkLst>
        </pc:spChg>
        <pc:spChg chg="add mod">
          <ac:chgData name="Manuj Agrawal" userId="8275e378daeca5b2" providerId="LiveId" clId="{AFBFD12A-1053-4ACF-B729-DA3BA73EDBC3}" dt="2022-01-06T02:51:29.422" v="1076" actId="403"/>
          <ac:spMkLst>
            <pc:docMk/>
            <pc:sldMk cId="1146830387" sldId="541"/>
            <ac:spMk id="66" creationId="{75F845C5-E633-44C2-8A30-309DEFDADD2C}"/>
          </ac:spMkLst>
        </pc:spChg>
        <pc:grpChg chg="add mod">
          <ac:chgData name="Manuj Agrawal" userId="8275e378daeca5b2" providerId="LiveId" clId="{AFBFD12A-1053-4ACF-B729-DA3BA73EDBC3}" dt="2022-01-05T13:56:35.550" v="811" actId="1076"/>
          <ac:grpSpMkLst>
            <pc:docMk/>
            <pc:sldMk cId="1146830387" sldId="541"/>
            <ac:grpSpMk id="2" creationId="{5628D5A2-24B2-434B-A0EC-209114E92C4C}"/>
          </ac:grpSpMkLst>
        </pc:grpChg>
        <pc:grpChg chg="del">
          <ac:chgData name="Manuj Agrawal" userId="8275e378daeca5b2" providerId="LiveId" clId="{AFBFD12A-1053-4ACF-B729-DA3BA73EDBC3}" dt="2022-01-05T10:25:26.021" v="122" actId="478"/>
          <ac:grpSpMkLst>
            <pc:docMk/>
            <pc:sldMk cId="1146830387" sldId="541"/>
            <ac:grpSpMk id="10" creationId="{C55365AD-5A61-412C-B21B-C8E9FC6C65A7}"/>
          </ac:grpSpMkLst>
        </pc:grpChg>
        <pc:grpChg chg="add del mod">
          <ac:chgData name="Manuj Agrawal" userId="8275e378daeca5b2" providerId="LiveId" clId="{AFBFD12A-1053-4ACF-B729-DA3BA73EDBC3}" dt="2022-01-05T13:52:55.183" v="785" actId="478"/>
          <ac:grpSpMkLst>
            <pc:docMk/>
            <pc:sldMk cId="1146830387" sldId="541"/>
            <ac:grpSpMk id="26" creationId="{25610F76-33B1-42A9-9B8C-C1CCFFDD8736}"/>
          </ac:grpSpMkLst>
        </pc:grpChg>
        <pc:grpChg chg="add del mod">
          <ac:chgData name="Manuj Agrawal" userId="8275e378daeca5b2" providerId="LiveId" clId="{AFBFD12A-1053-4ACF-B729-DA3BA73EDBC3}" dt="2022-01-05T13:55:08.674" v="799" actId="478"/>
          <ac:grpSpMkLst>
            <pc:docMk/>
            <pc:sldMk cId="1146830387" sldId="541"/>
            <ac:grpSpMk id="43" creationId="{98484823-E8C4-454F-A1EB-89BBE44A3AB9}"/>
          </ac:grpSpMkLst>
        </pc:grpChg>
        <pc:grpChg chg="add del mod">
          <ac:chgData name="Manuj Agrawal" userId="8275e378daeca5b2" providerId="LiveId" clId="{AFBFD12A-1053-4ACF-B729-DA3BA73EDBC3}" dt="2022-01-05T13:55:40.031" v="805" actId="478"/>
          <ac:grpSpMkLst>
            <pc:docMk/>
            <pc:sldMk cId="1146830387" sldId="541"/>
            <ac:grpSpMk id="50" creationId="{18CA5A42-4FA5-4341-B6BF-0079AEE8A5B1}"/>
          </ac:grpSpMkLst>
        </pc:grpChg>
        <pc:grpChg chg="add mod">
          <ac:chgData name="Manuj Agrawal" userId="8275e378daeca5b2" providerId="LiveId" clId="{AFBFD12A-1053-4ACF-B729-DA3BA73EDBC3}" dt="2022-01-05T13:56:28.859" v="810" actId="1076"/>
          <ac:grpSpMkLst>
            <pc:docMk/>
            <pc:sldMk cId="1146830387" sldId="541"/>
            <ac:grpSpMk id="57" creationId="{13ACEF1E-1335-4111-8A52-F561699B5EA0}"/>
          </ac:grpSpMkLst>
        </pc:grpChg>
        <pc:graphicFrameChg chg="del">
          <ac:chgData name="Manuj Agrawal" userId="8275e378daeca5b2" providerId="LiveId" clId="{AFBFD12A-1053-4ACF-B729-DA3BA73EDBC3}" dt="2022-01-05T10:25:26.021" v="122" actId="478"/>
          <ac:graphicFrameMkLst>
            <pc:docMk/>
            <pc:sldMk cId="1146830387" sldId="541"/>
            <ac:graphicFrameMk id="9" creationId="{26E5A1B9-A8D1-47DB-A261-8C73C3BA00CF}"/>
          </ac:graphicFrameMkLst>
        </pc:graphicFrameChg>
        <pc:picChg chg="del">
          <ac:chgData name="Manuj Agrawal" userId="8275e378daeca5b2" providerId="LiveId" clId="{AFBFD12A-1053-4ACF-B729-DA3BA73EDBC3}" dt="2022-01-05T10:25:26.021" v="122" actId="478"/>
          <ac:picMkLst>
            <pc:docMk/>
            <pc:sldMk cId="1146830387" sldId="541"/>
            <ac:picMk id="4" creationId="{011CC322-0458-4822-9425-2DDEF4FFB5DA}"/>
          </ac:picMkLst>
        </pc:picChg>
        <pc:picChg chg="add del mod">
          <ac:chgData name="Manuj Agrawal" userId="8275e378daeca5b2" providerId="LiveId" clId="{AFBFD12A-1053-4ACF-B729-DA3BA73EDBC3}" dt="2022-01-05T13:52:55.183" v="785" actId="478"/>
          <ac:picMkLst>
            <pc:docMk/>
            <pc:sldMk cId="1146830387" sldId="541"/>
            <ac:picMk id="22" creationId="{BAA68EDE-1722-4EB5-BFB2-791C4AFB2C89}"/>
          </ac:picMkLst>
        </pc:picChg>
        <pc:picChg chg="add del mod">
          <ac:chgData name="Manuj Agrawal" userId="8275e378daeca5b2" providerId="LiveId" clId="{AFBFD12A-1053-4ACF-B729-DA3BA73EDBC3}" dt="2022-01-05T13:52:55.183" v="785" actId="478"/>
          <ac:picMkLst>
            <pc:docMk/>
            <pc:sldMk cId="1146830387" sldId="541"/>
            <ac:picMk id="23" creationId="{2163A3A1-D374-4C23-9DFD-79CDC80E5B77}"/>
          </ac:picMkLst>
        </pc:picChg>
        <pc:picChg chg="add del mod">
          <ac:chgData name="Manuj Agrawal" userId="8275e378daeca5b2" providerId="LiveId" clId="{AFBFD12A-1053-4ACF-B729-DA3BA73EDBC3}" dt="2022-01-05T13:52:55.183" v="785" actId="478"/>
          <ac:picMkLst>
            <pc:docMk/>
            <pc:sldMk cId="1146830387" sldId="541"/>
            <ac:picMk id="24" creationId="{F655366F-4F62-41D4-940D-1B1B72D9DD3F}"/>
          </ac:picMkLst>
        </pc:picChg>
        <pc:picChg chg="del">
          <ac:chgData name="Manuj Agrawal" userId="8275e378daeca5b2" providerId="LiveId" clId="{AFBFD12A-1053-4ACF-B729-DA3BA73EDBC3}" dt="2022-01-05T10:25:26.021" v="122" actId="478"/>
          <ac:picMkLst>
            <pc:docMk/>
            <pc:sldMk cId="1146830387" sldId="541"/>
            <ac:picMk id="25" creationId="{1C54A1A4-1356-40AE-A051-9D3169453ECA}"/>
          </ac:picMkLst>
        </pc:picChg>
        <pc:picChg chg="del">
          <ac:chgData name="Manuj Agrawal" userId="8275e378daeca5b2" providerId="LiveId" clId="{AFBFD12A-1053-4ACF-B729-DA3BA73EDBC3}" dt="2022-01-05T10:25:26.021" v="122" actId="478"/>
          <ac:picMkLst>
            <pc:docMk/>
            <pc:sldMk cId="1146830387" sldId="541"/>
            <ac:picMk id="27" creationId="{9FFB78D9-0CB0-4524-826D-A80602BFB69B}"/>
          </ac:picMkLst>
        </pc:picChg>
        <pc:picChg chg="mod">
          <ac:chgData name="Manuj Agrawal" userId="8275e378daeca5b2" providerId="LiveId" clId="{AFBFD12A-1053-4ACF-B729-DA3BA73EDBC3}" dt="2022-01-05T12:46:58.822" v="757"/>
          <ac:picMkLst>
            <pc:docMk/>
            <pc:sldMk cId="1146830387" sldId="541"/>
            <ac:picMk id="28" creationId="{05FAA428-FF15-4C9C-9274-FB0EA9377E1A}"/>
          </ac:picMkLst>
        </pc:picChg>
      </pc:sldChg>
      <pc:sldChg chg="delSp mod">
        <pc:chgData name="Manuj Agrawal" userId="8275e378daeca5b2" providerId="LiveId" clId="{AFBFD12A-1053-4ACF-B729-DA3BA73EDBC3}" dt="2022-01-06T03:05:52.550" v="1320" actId="478"/>
        <pc:sldMkLst>
          <pc:docMk/>
          <pc:sldMk cId="1213225221" sldId="546"/>
        </pc:sldMkLst>
        <pc:spChg chg="del">
          <ac:chgData name="Manuj Agrawal" userId="8275e378daeca5b2" providerId="LiveId" clId="{AFBFD12A-1053-4ACF-B729-DA3BA73EDBC3}" dt="2022-01-06T03:05:52.550" v="1320" actId="478"/>
          <ac:spMkLst>
            <pc:docMk/>
            <pc:sldMk cId="1213225221" sldId="546"/>
            <ac:spMk id="23" creationId="{E49E67DB-7E75-40A9-8A71-9AA3176077A1}"/>
          </ac:spMkLst>
        </pc:spChg>
      </pc:sldChg>
      <pc:sldChg chg="addSp delSp modSp mod">
        <pc:chgData name="Manuj Agrawal" userId="8275e378daeca5b2" providerId="LiveId" clId="{AFBFD12A-1053-4ACF-B729-DA3BA73EDBC3}" dt="2022-01-06T02:54:00.300" v="1093" actId="1076"/>
        <pc:sldMkLst>
          <pc:docMk/>
          <pc:sldMk cId="505145951" sldId="551"/>
        </pc:sldMkLst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5" creationId="{A031F14A-3CF1-47D5-A774-25EF10AF8BC6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6" creationId="{A5873D64-51DD-4B2F-9B73-DFED3489ABC7}"/>
          </ac:spMkLst>
        </pc:spChg>
        <pc:spChg chg="mod">
          <ac:chgData name="Manuj Agrawal" userId="8275e378daeca5b2" providerId="LiveId" clId="{AFBFD12A-1053-4ACF-B729-DA3BA73EDBC3}" dt="2022-01-05T12:41:04.560" v="739" actId="1076"/>
          <ac:spMkLst>
            <pc:docMk/>
            <pc:sldMk cId="505145951" sldId="551"/>
            <ac:spMk id="17" creationId="{B5C1152F-7231-435A-B06E-64C56434D480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8" creationId="{4404F841-ABDF-496C-89FD-82282A536C7D}"/>
          </ac:spMkLst>
        </pc:spChg>
        <pc:spChg chg="mod">
          <ac:chgData name="Manuj Agrawal" userId="8275e378daeca5b2" providerId="LiveId" clId="{AFBFD12A-1053-4ACF-B729-DA3BA73EDBC3}" dt="2022-01-05T12:42:18.008" v="741" actId="14100"/>
          <ac:spMkLst>
            <pc:docMk/>
            <pc:sldMk cId="505145951" sldId="551"/>
            <ac:spMk id="20" creationId="{9163CE2E-4075-43F6-B3C8-6D888F74F0EC}"/>
          </ac:spMkLst>
        </pc:spChg>
        <pc:spChg chg="mod">
          <ac:chgData name="Manuj Agrawal" userId="8275e378daeca5b2" providerId="LiveId" clId="{AFBFD12A-1053-4ACF-B729-DA3BA73EDBC3}" dt="2022-01-05T12:43:11.518" v="747" actId="1076"/>
          <ac:spMkLst>
            <pc:docMk/>
            <pc:sldMk cId="505145951" sldId="551"/>
            <ac:spMk id="21" creationId="{05EFDBB0-AD6F-4EF8-BD3B-3FA65C0E1323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22" creationId="{CA1D4342-C308-4551-92F4-FDC5E83207C7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26" creationId="{0C072908-626F-4034-9DF6-AB9BDF604F8C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27" creationId="{729A1C33-B914-4645-85C4-3EC88F9F6915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29" creationId="{4AE5FD80-6163-4A16-AC0B-F20111A1D8A7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31" creationId="{CB885069-920C-44DA-B425-2F7EED2F3917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60" creationId="{F22CBE75-6EEB-41C3-9465-6FD154C9E8CC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61" creationId="{3D718D99-3516-497D-B7A3-33034378FB6D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62" creationId="{83407C4E-DA66-43D0-B2CE-87F471319208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70" creationId="{E7422E6C-CB65-4FA4-B173-BE96360B4FA1}"/>
          </ac:spMkLst>
        </pc:spChg>
        <pc:spChg chg="mod topLvl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77" creationId="{12DE2BA0-7754-412F-A74B-913D3E0DF4DA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87" creationId="{91933716-805D-4E53-8BD2-80ED19DCCFA3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88" creationId="{4FEC8A4C-9AF1-4DD6-B97F-7FEE0D9FCD89}"/>
          </ac:spMkLst>
        </pc:spChg>
        <pc:spChg chg="mod">
          <ac:chgData name="Manuj Agrawal" userId="8275e378daeca5b2" providerId="LiveId" clId="{AFBFD12A-1053-4ACF-B729-DA3BA73EDBC3}" dt="2022-01-05T12:43:18.255" v="748" actId="1076"/>
          <ac:spMkLst>
            <pc:docMk/>
            <pc:sldMk cId="505145951" sldId="551"/>
            <ac:spMk id="113" creationId="{F31FF402-FD1F-4F2D-B362-DD72A5075B18}"/>
          </ac:spMkLst>
        </pc:spChg>
        <pc:spChg chg="mod">
          <ac:chgData name="Manuj Agrawal" userId="8275e378daeca5b2" providerId="LiveId" clId="{AFBFD12A-1053-4ACF-B729-DA3BA73EDBC3}" dt="2022-01-05T12:42:33.489" v="743" actId="1076"/>
          <ac:spMkLst>
            <pc:docMk/>
            <pc:sldMk cId="505145951" sldId="551"/>
            <ac:spMk id="114" creationId="{B89B8139-51E2-4F02-880C-BBB07909C208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15" creationId="{59355AD8-61C7-4445-95E3-E542CEE48A2D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16" creationId="{5432D211-0C48-411A-B158-6D880723758E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20" creationId="{84EB1176-F8D8-4621-B9F1-855FFDA9EA6C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21" creationId="{B2E38780-5259-4058-BD3E-5328DEF3A944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23" creationId="{DC4A19F5-C0B3-428C-8C0F-DA72687ECE51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24" creationId="{6A803AC6-9519-40A3-AD3C-9B68A5049758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25" creationId="{489EDD8D-0F66-41A7-89C4-666AA8BF8495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26" creationId="{8CE4B644-5A84-4F60-9551-F8432C91D156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27" creationId="{DF3368CD-7593-46FB-A4CB-BB07FA2AD6B4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29" creationId="{B51C8A79-99DB-4B10-8656-1B49F26EAEA8}"/>
          </ac:spMkLst>
        </pc:spChg>
        <pc:grpChg chg="mod topLvl">
          <ac:chgData name="Manuj Agrawal" userId="8275e378daeca5b2" providerId="LiveId" clId="{AFBFD12A-1053-4ACF-B729-DA3BA73EDBC3}" dt="2022-01-06T02:53:37.026" v="1091" actId="1076"/>
          <ac:grpSpMkLst>
            <pc:docMk/>
            <pc:sldMk cId="505145951" sldId="551"/>
            <ac:grpSpMk id="4" creationId="{D2B4A540-68B4-4EF8-B373-3DAE88F729B6}"/>
          </ac:grpSpMkLst>
        </pc:grpChg>
        <pc:grpChg chg="mod">
          <ac:chgData name="Manuj Agrawal" userId="8275e378daeca5b2" providerId="LiveId" clId="{AFBFD12A-1053-4ACF-B729-DA3BA73EDBC3}" dt="2022-01-06T02:54:00.300" v="1093" actId="1076"/>
          <ac:grpSpMkLst>
            <pc:docMk/>
            <pc:sldMk cId="505145951" sldId="551"/>
            <ac:grpSpMk id="6" creationId="{9EAA7019-067C-4E88-B918-13FF27087EB4}"/>
          </ac:grpSpMkLst>
        </pc:grpChg>
        <pc:grpChg chg="mod topLvl">
          <ac:chgData name="Manuj Agrawal" userId="8275e378daeca5b2" providerId="LiveId" clId="{AFBFD12A-1053-4ACF-B729-DA3BA73EDBC3}" dt="2022-01-06T02:52:18.167" v="1079" actId="165"/>
          <ac:grpSpMkLst>
            <pc:docMk/>
            <pc:sldMk cId="505145951" sldId="551"/>
            <ac:grpSpMk id="8" creationId="{A7F5C519-0B30-4A10-AA33-4EACE506F418}"/>
          </ac:grpSpMkLst>
        </pc:grpChg>
        <pc:grpChg chg="mod topLvl">
          <ac:chgData name="Manuj Agrawal" userId="8275e378daeca5b2" providerId="LiveId" clId="{AFBFD12A-1053-4ACF-B729-DA3BA73EDBC3}" dt="2022-01-06T02:53:30.431" v="1090" actId="1076"/>
          <ac:grpSpMkLst>
            <pc:docMk/>
            <pc:sldMk cId="505145951" sldId="551"/>
            <ac:grpSpMk id="25" creationId="{52BB2087-8EE7-4C9E-BD28-7E423C394D4B}"/>
          </ac:grpSpMkLst>
        </pc:grpChg>
        <pc:grpChg chg="del">
          <ac:chgData name="Manuj Agrawal" userId="8275e378daeca5b2" providerId="LiveId" clId="{AFBFD12A-1053-4ACF-B729-DA3BA73EDBC3}" dt="2022-01-06T02:52:18.167" v="1079" actId="165"/>
          <ac:grpSpMkLst>
            <pc:docMk/>
            <pc:sldMk cId="505145951" sldId="551"/>
            <ac:grpSpMk id="39" creationId="{9A6A7242-335E-48FB-9DF2-64E3078477E7}"/>
          </ac:grpSpMkLst>
        </pc:grpChg>
        <pc:grpChg chg="mod topLvl">
          <ac:chgData name="Manuj Agrawal" userId="8275e378daeca5b2" providerId="LiveId" clId="{AFBFD12A-1053-4ACF-B729-DA3BA73EDBC3}" dt="2022-01-06T02:52:18.167" v="1079" actId="165"/>
          <ac:grpSpMkLst>
            <pc:docMk/>
            <pc:sldMk cId="505145951" sldId="551"/>
            <ac:grpSpMk id="40" creationId="{79938374-E01C-45A0-ABB2-D608F73B43F9}"/>
          </ac:grpSpMkLst>
        </pc:grpChg>
        <pc:grpChg chg="mod">
          <ac:chgData name="Manuj Agrawal" userId="8275e378daeca5b2" providerId="LiveId" clId="{AFBFD12A-1053-4ACF-B729-DA3BA73EDBC3}" dt="2022-01-05T12:42:53.604" v="745" actId="1076"/>
          <ac:grpSpMkLst>
            <pc:docMk/>
            <pc:sldMk cId="505145951" sldId="551"/>
            <ac:grpSpMk id="43" creationId="{E4CE2C30-B21A-49A5-9FB6-3A3747C90CA7}"/>
          </ac:grpSpMkLst>
        </pc:grpChg>
        <pc:grpChg chg="mod">
          <ac:chgData name="Manuj Agrawal" userId="8275e378daeca5b2" providerId="LiveId" clId="{AFBFD12A-1053-4ACF-B729-DA3BA73EDBC3}" dt="2022-01-06T02:52:18.167" v="1079" actId="165"/>
          <ac:grpSpMkLst>
            <pc:docMk/>
            <pc:sldMk cId="505145951" sldId="551"/>
            <ac:grpSpMk id="122" creationId="{27904036-43AA-41B0-8FAF-8976E11E1FAA}"/>
          </ac:grpSpMkLst>
        </pc:grpChg>
        <pc:cxnChg chg="add del mod">
          <ac:chgData name="Manuj Agrawal" userId="8275e378daeca5b2" providerId="LiveId" clId="{AFBFD12A-1053-4ACF-B729-DA3BA73EDBC3}" dt="2022-01-06T02:53:42.290" v="1092" actId="478"/>
          <ac:cxnSpMkLst>
            <pc:docMk/>
            <pc:sldMk cId="505145951" sldId="551"/>
            <ac:cxnSpMk id="13" creationId="{01BB5831-193C-4926-8BEE-C248A1A9EB7B}"/>
          </ac:cxnSpMkLst>
        </pc:cxnChg>
      </pc:sldChg>
      <pc:sldChg chg="modSp mod">
        <pc:chgData name="Manuj Agrawal" userId="8275e378daeca5b2" providerId="LiveId" clId="{AFBFD12A-1053-4ACF-B729-DA3BA73EDBC3}" dt="2022-01-05T12:48:47.731" v="778" actId="20577"/>
        <pc:sldMkLst>
          <pc:docMk/>
          <pc:sldMk cId="1004415067" sldId="553"/>
        </pc:sldMkLst>
        <pc:spChg chg="mod">
          <ac:chgData name="Manuj Agrawal" userId="8275e378daeca5b2" providerId="LiveId" clId="{AFBFD12A-1053-4ACF-B729-DA3BA73EDBC3}" dt="2022-01-05T12:38:00.170" v="631" actId="1076"/>
          <ac:spMkLst>
            <pc:docMk/>
            <pc:sldMk cId="1004415067" sldId="553"/>
            <ac:spMk id="6" creationId="{6056F6F9-FE0F-4AF6-B6DC-ADC24E2DF9BD}"/>
          </ac:spMkLst>
        </pc:spChg>
        <pc:spChg chg="mod">
          <ac:chgData name="Manuj Agrawal" userId="8275e378daeca5b2" providerId="LiveId" clId="{AFBFD12A-1053-4ACF-B729-DA3BA73EDBC3}" dt="2022-01-05T12:38:00.170" v="631" actId="1076"/>
          <ac:spMkLst>
            <pc:docMk/>
            <pc:sldMk cId="1004415067" sldId="553"/>
            <ac:spMk id="14" creationId="{CEE97A97-ECA4-4B0D-8BD4-1F3A72D594A3}"/>
          </ac:spMkLst>
        </pc:spChg>
        <pc:spChg chg="mod">
          <ac:chgData name="Manuj Agrawal" userId="8275e378daeca5b2" providerId="LiveId" clId="{AFBFD12A-1053-4ACF-B729-DA3BA73EDBC3}" dt="2022-01-05T12:38:00.170" v="631" actId="1076"/>
          <ac:spMkLst>
            <pc:docMk/>
            <pc:sldMk cId="1004415067" sldId="553"/>
            <ac:spMk id="18" creationId="{B45BF955-10EF-4208-B60B-9F578C28EE3D}"/>
          </ac:spMkLst>
        </pc:spChg>
        <pc:graphicFrameChg chg="modGraphic">
          <ac:chgData name="Manuj Agrawal" userId="8275e378daeca5b2" providerId="LiveId" clId="{AFBFD12A-1053-4ACF-B729-DA3BA73EDBC3}" dt="2022-01-05T12:07:55.065" v="587" actId="14734"/>
          <ac:graphicFrameMkLst>
            <pc:docMk/>
            <pc:sldMk cId="1004415067" sldId="553"/>
            <ac:graphicFrameMk id="5" creationId="{2AEFA3C9-197F-4366-B79E-CB79B3624D7D}"/>
          </ac:graphicFrameMkLst>
        </pc:graphicFrameChg>
        <pc:graphicFrameChg chg="mod modGraphic">
          <ac:chgData name="Manuj Agrawal" userId="8275e378daeca5b2" providerId="LiveId" clId="{AFBFD12A-1053-4ACF-B729-DA3BA73EDBC3}" dt="2022-01-05T10:58:20.305" v="503" actId="20577"/>
          <ac:graphicFrameMkLst>
            <pc:docMk/>
            <pc:sldMk cId="1004415067" sldId="553"/>
            <ac:graphicFrameMk id="11" creationId="{6E8D4C69-EC4B-4047-8E77-96AE21D108D7}"/>
          </ac:graphicFrameMkLst>
        </pc:graphicFrameChg>
        <pc:graphicFrameChg chg="mod modGraphic">
          <ac:chgData name="Manuj Agrawal" userId="8275e378daeca5b2" providerId="LiveId" clId="{AFBFD12A-1053-4ACF-B729-DA3BA73EDBC3}" dt="2022-01-05T12:48:47.731" v="778" actId="20577"/>
          <ac:graphicFrameMkLst>
            <pc:docMk/>
            <pc:sldMk cId="1004415067" sldId="553"/>
            <ac:graphicFrameMk id="12" creationId="{0EA897DE-982B-4F72-97F1-02E7B535AB95}"/>
          </ac:graphicFrameMkLst>
        </pc:graphicFrameChg>
      </pc:sldChg>
      <pc:sldChg chg="modSp mod">
        <pc:chgData name="Manuj Agrawal" userId="8275e378daeca5b2" providerId="LiveId" clId="{AFBFD12A-1053-4ACF-B729-DA3BA73EDBC3}" dt="2022-01-05T10:26:46.983" v="192" actId="1076"/>
        <pc:sldMkLst>
          <pc:docMk/>
          <pc:sldMk cId="2191335115" sldId="556"/>
        </pc:sldMkLst>
        <pc:spChg chg="mod">
          <ac:chgData name="Manuj Agrawal" userId="8275e378daeca5b2" providerId="LiveId" clId="{AFBFD12A-1053-4ACF-B729-DA3BA73EDBC3}" dt="2022-01-05T10:26:46.983" v="192" actId="1076"/>
          <ac:spMkLst>
            <pc:docMk/>
            <pc:sldMk cId="2191335115" sldId="556"/>
            <ac:spMk id="143" creationId="{0730F525-FF3D-46B5-8A33-EBE17783189A}"/>
          </ac:spMkLst>
        </pc:spChg>
      </pc:sldChg>
      <pc:sldChg chg="add del ord">
        <pc:chgData name="Manuj Agrawal" userId="8275e378daeca5b2" providerId="LiveId" clId="{AFBFD12A-1053-4ACF-B729-DA3BA73EDBC3}" dt="2022-01-05T09:39:02.588" v="120" actId="2696"/>
        <pc:sldMkLst>
          <pc:docMk/>
          <pc:sldMk cId="1458837357" sldId="560"/>
        </pc:sldMkLst>
      </pc:sldChg>
      <pc:sldChg chg="add del">
        <pc:chgData name="Manuj Agrawal" userId="8275e378daeca5b2" providerId="LiveId" clId="{AFBFD12A-1053-4ACF-B729-DA3BA73EDBC3}" dt="2022-01-06T02:54:08.750" v="1094" actId="47"/>
        <pc:sldMkLst>
          <pc:docMk/>
          <pc:sldMk cId="2765457545" sldId="560"/>
        </pc:sldMkLst>
      </pc:sldChg>
      <pc:sldChg chg="addSp delSp modSp add mod">
        <pc:chgData name="Manuj Agrawal" userId="8275e378daeca5b2" providerId="LiveId" clId="{AFBFD12A-1053-4ACF-B729-DA3BA73EDBC3}" dt="2022-01-06T03:05:18.377" v="1316" actId="1076"/>
        <pc:sldMkLst>
          <pc:docMk/>
          <pc:sldMk cId="3569473709" sldId="560"/>
        </pc:sldMkLst>
        <pc:spChg chg="mod">
          <ac:chgData name="Manuj Agrawal" userId="8275e378daeca5b2" providerId="LiveId" clId="{AFBFD12A-1053-4ACF-B729-DA3BA73EDBC3}" dt="2022-01-06T03:04:11.996" v="1299" actId="1076"/>
          <ac:spMkLst>
            <pc:docMk/>
            <pc:sldMk cId="3569473709" sldId="560"/>
            <ac:spMk id="3" creationId="{133EF8DE-A871-4D30-8CB2-2E3B9CEA8D17}"/>
          </ac:spMkLst>
        </pc:spChg>
        <pc:spChg chg="del">
          <ac:chgData name="Manuj Agrawal" userId="8275e378daeca5b2" providerId="LiveId" clId="{AFBFD12A-1053-4ACF-B729-DA3BA73EDBC3}" dt="2022-01-06T02:56:03.500" v="1099" actId="478"/>
          <ac:spMkLst>
            <pc:docMk/>
            <pc:sldMk cId="3569473709" sldId="560"/>
            <ac:spMk id="4" creationId="{1C12A753-1BBF-484A-BEBA-6845A6B4C183}"/>
          </ac:spMkLst>
        </pc:spChg>
        <pc:spChg chg="del">
          <ac:chgData name="Manuj Agrawal" userId="8275e378daeca5b2" providerId="LiveId" clId="{AFBFD12A-1053-4ACF-B729-DA3BA73EDBC3}" dt="2022-01-06T02:56:03.500" v="1099" actId="478"/>
          <ac:spMkLst>
            <pc:docMk/>
            <pc:sldMk cId="3569473709" sldId="560"/>
            <ac:spMk id="12" creationId="{77BB407C-3743-4F18-91B5-B05E45CC47F0}"/>
          </ac:spMkLst>
        </pc:spChg>
        <pc:spChg chg="del">
          <ac:chgData name="Manuj Agrawal" userId="8275e378daeca5b2" providerId="LiveId" clId="{AFBFD12A-1053-4ACF-B729-DA3BA73EDBC3}" dt="2022-01-06T02:56:01.985" v="1098" actId="478"/>
          <ac:spMkLst>
            <pc:docMk/>
            <pc:sldMk cId="3569473709" sldId="560"/>
            <ac:spMk id="13" creationId="{3B06627D-B71F-420B-814C-D88D7DA54208}"/>
          </ac:spMkLst>
        </pc:spChg>
        <pc:spChg chg="del">
          <ac:chgData name="Manuj Agrawal" userId="8275e378daeca5b2" providerId="LiveId" clId="{AFBFD12A-1053-4ACF-B729-DA3BA73EDBC3}" dt="2022-01-06T02:56:05.437" v="1100" actId="478"/>
          <ac:spMkLst>
            <pc:docMk/>
            <pc:sldMk cId="3569473709" sldId="560"/>
            <ac:spMk id="16" creationId="{CCBF5BF0-3B8A-436E-99D6-A56580D2A253}"/>
          </ac:spMkLst>
        </pc:spChg>
        <pc:spChg chg="del">
          <ac:chgData name="Manuj Agrawal" userId="8275e378daeca5b2" providerId="LiveId" clId="{AFBFD12A-1053-4ACF-B729-DA3BA73EDBC3}" dt="2022-01-06T02:56:01.985" v="1098" actId="478"/>
          <ac:spMkLst>
            <pc:docMk/>
            <pc:sldMk cId="3569473709" sldId="560"/>
            <ac:spMk id="17" creationId="{7CB4278A-0FCB-48D5-A981-FAA2F5D21932}"/>
          </ac:spMkLst>
        </pc:spChg>
        <pc:spChg chg="del">
          <ac:chgData name="Manuj Agrawal" userId="8275e378daeca5b2" providerId="LiveId" clId="{AFBFD12A-1053-4ACF-B729-DA3BA73EDBC3}" dt="2022-01-06T02:55:59.994" v="1097" actId="478"/>
          <ac:spMkLst>
            <pc:docMk/>
            <pc:sldMk cId="3569473709" sldId="560"/>
            <ac:spMk id="20" creationId="{31474A7D-84AF-46FD-9927-EF534E8F4AC0}"/>
          </ac:spMkLst>
        </pc:spChg>
        <pc:spChg chg="del">
          <ac:chgData name="Manuj Agrawal" userId="8275e378daeca5b2" providerId="LiveId" clId="{AFBFD12A-1053-4ACF-B729-DA3BA73EDBC3}" dt="2022-01-06T02:56:01.985" v="1098" actId="478"/>
          <ac:spMkLst>
            <pc:docMk/>
            <pc:sldMk cId="3569473709" sldId="560"/>
            <ac:spMk id="21" creationId="{F7FD0578-A9D5-4093-8310-DF82763A12AC}"/>
          </ac:spMkLst>
        </pc:spChg>
        <pc:spChg chg="del">
          <ac:chgData name="Manuj Agrawal" userId="8275e378daeca5b2" providerId="LiveId" clId="{AFBFD12A-1053-4ACF-B729-DA3BA73EDBC3}" dt="2022-01-06T02:56:01.985" v="1098" actId="478"/>
          <ac:spMkLst>
            <pc:docMk/>
            <pc:sldMk cId="3569473709" sldId="560"/>
            <ac:spMk id="22" creationId="{CD35668E-8E0D-405C-8DD0-B008F582FF87}"/>
          </ac:spMkLst>
        </pc:spChg>
        <pc:spChg chg="mod">
          <ac:chgData name="Manuj Agrawal" userId="8275e378daeca5b2" providerId="LiveId" clId="{AFBFD12A-1053-4ACF-B729-DA3BA73EDBC3}" dt="2022-01-06T03:05:18.377" v="1316" actId="1076"/>
          <ac:spMkLst>
            <pc:docMk/>
            <pc:sldMk cId="3569473709" sldId="560"/>
            <ac:spMk id="23" creationId="{E49E67DB-7E75-40A9-8A71-9AA3176077A1}"/>
          </ac:spMkLst>
        </pc:spChg>
        <pc:spChg chg="add del mod">
          <ac:chgData name="Manuj Agrawal" userId="8275e378daeca5b2" providerId="LiveId" clId="{AFBFD12A-1053-4ACF-B729-DA3BA73EDBC3}" dt="2022-01-06T02:58:05.035" v="1156" actId="478"/>
          <ac:spMkLst>
            <pc:docMk/>
            <pc:sldMk cId="3569473709" sldId="560"/>
            <ac:spMk id="24" creationId="{2E85070F-3A38-42C0-B696-6DF99D613CC4}"/>
          </ac:spMkLst>
        </pc:spChg>
        <pc:spChg chg="del">
          <ac:chgData name="Manuj Agrawal" userId="8275e378daeca5b2" providerId="LiveId" clId="{AFBFD12A-1053-4ACF-B729-DA3BA73EDBC3}" dt="2022-01-06T02:56:01.985" v="1098" actId="478"/>
          <ac:spMkLst>
            <pc:docMk/>
            <pc:sldMk cId="3569473709" sldId="560"/>
            <ac:spMk id="25" creationId="{1271E382-3BE4-4C7D-A6CF-61B977E8A0A9}"/>
          </ac:spMkLst>
        </pc:spChg>
        <pc:spChg chg="mod">
          <ac:chgData name="Manuj Agrawal" userId="8275e378daeca5b2" providerId="LiveId" clId="{AFBFD12A-1053-4ACF-B729-DA3BA73EDBC3}" dt="2022-01-06T03:04:29.901" v="1300" actId="207"/>
          <ac:spMkLst>
            <pc:docMk/>
            <pc:sldMk cId="3569473709" sldId="560"/>
            <ac:spMk id="27" creationId="{5B8DD4C8-9EE8-453E-AEFD-E808324B7BC5}"/>
          </ac:spMkLst>
        </pc:spChg>
        <pc:spChg chg="mod">
          <ac:chgData name="Manuj Agrawal" userId="8275e378daeca5b2" providerId="LiveId" clId="{AFBFD12A-1053-4ACF-B729-DA3BA73EDBC3}" dt="2022-01-06T03:04:29.901" v="1300" actId="207"/>
          <ac:spMkLst>
            <pc:docMk/>
            <pc:sldMk cId="3569473709" sldId="560"/>
            <ac:spMk id="28" creationId="{85BFC0D0-7A35-45E0-842F-7E034147D623}"/>
          </ac:spMkLst>
        </pc:spChg>
        <pc:spChg chg="mod">
          <ac:chgData name="Manuj Agrawal" userId="8275e378daeca5b2" providerId="LiveId" clId="{AFBFD12A-1053-4ACF-B729-DA3BA73EDBC3}" dt="2022-01-06T03:04:38.162" v="1301" actId="207"/>
          <ac:spMkLst>
            <pc:docMk/>
            <pc:sldMk cId="3569473709" sldId="560"/>
            <ac:spMk id="30" creationId="{4D81E34A-6FE2-40FB-98C5-57F4F5743C65}"/>
          </ac:spMkLst>
        </pc:spChg>
        <pc:spChg chg="mod">
          <ac:chgData name="Manuj Agrawal" userId="8275e378daeca5b2" providerId="LiveId" clId="{AFBFD12A-1053-4ACF-B729-DA3BA73EDBC3}" dt="2022-01-06T03:05:06.600" v="1315" actId="20577"/>
          <ac:spMkLst>
            <pc:docMk/>
            <pc:sldMk cId="3569473709" sldId="560"/>
            <ac:spMk id="31" creationId="{0A719E9D-3890-456A-B6CA-BDE3F6F4F0EC}"/>
          </ac:spMkLst>
        </pc:spChg>
        <pc:spChg chg="mod">
          <ac:chgData name="Manuj Agrawal" userId="8275e378daeca5b2" providerId="LiveId" clId="{AFBFD12A-1053-4ACF-B729-DA3BA73EDBC3}" dt="2022-01-06T03:04:41.934" v="1302" actId="207"/>
          <ac:spMkLst>
            <pc:docMk/>
            <pc:sldMk cId="3569473709" sldId="560"/>
            <ac:spMk id="33" creationId="{DB3FE57A-175A-4153-80AA-B29A70E22B3A}"/>
          </ac:spMkLst>
        </pc:spChg>
        <pc:spChg chg="mod">
          <ac:chgData name="Manuj Agrawal" userId="8275e378daeca5b2" providerId="LiveId" clId="{AFBFD12A-1053-4ACF-B729-DA3BA73EDBC3}" dt="2022-01-06T03:04:41.934" v="1302" actId="207"/>
          <ac:spMkLst>
            <pc:docMk/>
            <pc:sldMk cId="3569473709" sldId="560"/>
            <ac:spMk id="34" creationId="{A03333AD-F443-4F23-A69F-527A4A821961}"/>
          </ac:spMkLst>
        </pc:spChg>
        <pc:spChg chg="mod">
          <ac:chgData name="Manuj Agrawal" userId="8275e378daeca5b2" providerId="LiveId" clId="{AFBFD12A-1053-4ACF-B729-DA3BA73EDBC3}" dt="2022-01-06T03:04:45.277" v="1303" actId="207"/>
          <ac:spMkLst>
            <pc:docMk/>
            <pc:sldMk cId="3569473709" sldId="560"/>
            <ac:spMk id="36" creationId="{E240CBCE-78A6-41A1-A7CF-A89E91A87FAD}"/>
          </ac:spMkLst>
        </pc:spChg>
        <pc:spChg chg="mod">
          <ac:chgData name="Manuj Agrawal" userId="8275e378daeca5b2" providerId="LiveId" clId="{AFBFD12A-1053-4ACF-B729-DA3BA73EDBC3}" dt="2022-01-06T03:04:45.277" v="1303" actId="207"/>
          <ac:spMkLst>
            <pc:docMk/>
            <pc:sldMk cId="3569473709" sldId="560"/>
            <ac:spMk id="37" creationId="{9C1DFEEF-B13E-4CAD-AA6D-5D97E0E7B821}"/>
          </ac:spMkLst>
        </pc:spChg>
        <pc:grpChg chg="del">
          <ac:chgData name="Manuj Agrawal" userId="8275e378daeca5b2" providerId="LiveId" clId="{AFBFD12A-1053-4ACF-B729-DA3BA73EDBC3}" dt="2022-01-06T02:56:01.985" v="1098" actId="478"/>
          <ac:grpSpMkLst>
            <pc:docMk/>
            <pc:sldMk cId="3569473709" sldId="560"/>
            <ac:grpSpMk id="10" creationId="{33762428-4010-410A-9D09-F6BD22E96D8F}"/>
          </ac:grpSpMkLst>
        </pc:grpChg>
        <pc:grpChg chg="add mod">
          <ac:chgData name="Manuj Agrawal" userId="8275e378daeca5b2" providerId="LiveId" clId="{AFBFD12A-1053-4ACF-B729-DA3BA73EDBC3}" dt="2022-01-06T03:04:54.160" v="1307" actId="1038"/>
          <ac:grpSpMkLst>
            <pc:docMk/>
            <pc:sldMk cId="3569473709" sldId="560"/>
            <ac:grpSpMk id="26" creationId="{0B6F4DD3-0109-496D-A3B3-72F5E583154B}"/>
          </ac:grpSpMkLst>
        </pc:grpChg>
        <pc:grpChg chg="add mod">
          <ac:chgData name="Manuj Agrawal" userId="8275e378daeca5b2" providerId="LiveId" clId="{AFBFD12A-1053-4ACF-B729-DA3BA73EDBC3}" dt="2022-01-06T03:04:59.745" v="1311" actId="1037"/>
          <ac:grpSpMkLst>
            <pc:docMk/>
            <pc:sldMk cId="3569473709" sldId="560"/>
            <ac:grpSpMk id="29" creationId="{3E544A25-3031-4F0B-92E7-38E89E1E84AA}"/>
          </ac:grpSpMkLst>
        </pc:grpChg>
        <pc:grpChg chg="add mod">
          <ac:chgData name="Manuj Agrawal" userId="8275e378daeca5b2" providerId="LiveId" clId="{AFBFD12A-1053-4ACF-B729-DA3BA73EDBC3}" dt="2022-01-06T03:04:54.160" v="1307" actId="1038"/>
          <ac:grpSpMkLst>
            <pc:docMk/>
            <pc:sldMk cId="3569473709" sldId="560"/>
            <ac:grpSpMk id="32" creationId="{C38E7D5C-70C7-4BE2-A237-9B1B07634D7F}"/>
          </ac:grpSpMkLst>
        </pc:grpChg>
        <pc:grpChg chg="add mod">
          <ac:chgData name="Manuj Agrawal" userId="8275e378daeca5b2" providerId="LiveId" clId="{AFBFD12A-1053-4ACF-B729-DA3BA73EDBC3}" dt="2022-01-06T03:04:59.745" v="1311" actId="1037"/>
          <ac:grpSpMkLst>
            <pc:docMk/>
            <pc:sldMk cId="3569473709" sldId="560"/>
            <ac:grpSpMk id="35" creationId="{DAB6CC6D-F13E-4231-984E-B5E16644046F}"/>
          </ac:grpSpMkLst>
        </pc:grpChg>
        <pc:picChg chg="del">
          <ac:chgData name="Manuj Agrawal" userId="8275e378daeca5b2" providerId="LiveId" clId="{AFBFD12A-1053-4ACF-B729-DA3BA73EDBC3}" dt="2022-01-06T02:56:01.985" v="1098" actId="478"/>
          <ac:picMkLst>
            <pc:docMk/>
            <pc:sldMk cId="3569473709" sldId="560"/>
            <ac:picMk id="7" creationId="{B93FA52B-A39C-41E8-9974-2C8D3CF98C39}"/>
          </ac:picMkLst>
        </pc:picChg>
        <pc:picChg chg="del">
          <ac:chgData name="Manuj Agrawal" userId="8275e378daeca5b2" providerId="LiveId" clId="{AFBFD12A-1053-4ACF-B729-DA3BA73EDBC3}" dt="2022-01-06T02:55:57.839" v="1096" actId="478"/>
          <ac:picMkLst>
            <pc:docMk/>
            <pc:sldMk cId="3569473709" sldId="560"/>
            <ac:picMk id="18" creationId="{E19E244E-9AE3-4E1A-9DF4-7C94B14C1F21}"/>
          </ac:picMkLst>
        </pc:picChg>
      </pc:sldChg>
      <pc:sldChg chg="modSp add del mod">
        <pc:chgData name="Manuj Agrawal" userId="8275e378daeca5b2" providerId="LiveId" clId="{AFBFD12A-1053-4ACF-B729-DA3BA73EDBC3}" dt="2022-01-05T13:58:03.561" v="824" actId="47"/>
        <pc:sldMkLst>
          <pc:docMk/>
          <pc:sldMk cId="3616895577" sldId="560"/>
        </pc:sldMkLst>
        <pc:spChg chg="mod">
          <ac:chgData name="Manuj Agrawal" userId="8275e378daeca5b2" providerId="LiveId" clId="{AFBFD12A-1053-4ACF-B729-DA3BA73EDBC3}" dt="2022-01-05T11:07:19.538" v="542" actId="20577"/>
          <ac:spMkLst>
            <pc:docMk/>
            <pc:sldMk cId="3616895577" sldId="560"/>
            <ac:spMk id="37" creationId="{42B42F82-AEC2-4464-889B-1A93FAE34CFE}"/>
          </ac:spMkLst>
        </pc:spChg>
      </pc:sldChg>
      <pc:sldChg chg="modSp add del mod">
        <pc:chgData name="Manuj Agrawal" userId="8275e378daeca5b2" providerId="LiveId" clId="{AFBFD12A-1053-4ACF-B729-DA3BA73EDBC3}" dt="2022-01-06T03:05:44.990" v="1318" actId="2696"/>
        <pc:sldMkLst>
          <pc:docMk/>
          <pc:sldMk cId="3766237460" sldId="561"/>
        </pc:sldMkLst>
        <pc:spChg chg="mod">
          <ac:chgData name="Manuj Agrawal" userId="8275e378daeca5b2" providerId="LiveId" clId="{AFBFD12A-1053-4ACF-B729-DA3BA73EDBC3}" dt="2022-01-06T03:00:10.309" v="1177" actId="21"/>
          <ac:spMkLst>
            <pc:docMk/>
            <pc:sldMk cId="3766237460" sldId="561"/>
            <ac:spMk id="24" creationId="{2E85070F-3A38-42C0-B696-6DF99D613CC4}"/>
          </ac:spMkLst>
        </pc:spChg>
      </pc:sldChg>
      <pc:sldChg chg="add del">
        <pc:chgData name="Manuj Agrawal" userId="8275e378daeca5b2" providerId="LiveId" clId="{AFBFD12A-1053-4ACF-B729-DA3BA73EDBC3}" dt="2022-01-06T03:05:47.061" v="1319" actId="2696"/>
        <pc:sldMkLst>
          <pc:docMk/>
          <pc:sldMk cId="2756493403" sldId="562"/>
        </pc:sldMkLst>
      </pc:sldChg>
    </pc:docChg>
  </pc:docChgLst>
  <pc:docChgLst>
    <pc:chgData name="Manuj Agrawal" userId="8275e378daeca5b2" providerId="LiveId" clId="{48A01276-CC8E-4C54-9BB8-DB1CAD9AB3D4}"/>
    <pc:docChg chg="undo custSel addSld delSld modSld">
      <pc:chgData name="Manuj Agrawal" userId="8275e378daeca5b2" providerId="LiveId" clId="{48A01276-CC8E-4C54-9BB8-DB1CAD9AB3D4}" dt="2021-12-24T13:33:13.358" v="430" actId="20577"/>
      <pc:docMkLst>
        <pc:docMk/>
      </pc:docMkLst>
      <pc:sldChg chg="addSp delSp modSp mod">
        <pc:chgData name="Manuj Agrawal" userId="8275e378daeca5b2" providerId="LiveId" clId="{48A01276-CC8E-4C54-9BB8-DB1CAD9AB3D4}" dt="2021-12-24T13:33:13.358" v="430" actId="20577"/>
        <pc:sldMkLst>
          <pc:docMk/>
          <pc:sldMk cId="958035667" sldId="537"/>
        </pc:sldMkLst>
        <pc:spChg chg="add mod">
          <ac:chgData name="Manuj Agrawal" userId="8275e378daeca5b2" providerId="LiveId" clId="{48A01276-CC8E-4C54-9BB8-DB1CAD9AB3D4}" dt="2021-12-24T13:33:13.358" v="430" actId="20577"/>
          <ac:spMkLst>
            <pc:docMk/>
            <pc:sldMk cId="958035667" sldId="537"/>
            <ac:spMk id="13" creationId="{C3DA10EC-783B-4187-921D-C49352714052}"/>
          </ac:spMkLst>
        </pc:spChg>
        <pc:spChg chg="add mod">
          <ac:chgData name="Manuj Agrawal" userId="8275e378daeca5b2" providerId="LiveId" clId="{48A01276-CC8E-4C54-9BB8-DB1CAD9AB3D4}" dt="2021-12-24T13:15:18.851" v="424" actId="164"/>
          <ac:spMkLst>
            <pc:docMk/>
            <pc:sldMk cId="958035667" sldId="537"/>
            <ac:spMk id="14" creationId="{7E58B2EF-2A7D-433A-826E-6DA57FC558EB}"/>
          </ac:spMkLst>
        </pc:spChg>
        <pc:grpChg chg="mod">
          <ac:chgData name="Manuj Agrawal" userId="8275e378daeca5b2" providerId="LiveId" clId="{48A01276-CC8E-4C54-9BB8-DB1CAD9AB3D4}" dt="2021-12-24T13:15:34.339" v="426" actId="1076"/>
          <ac:grpSpMkLst>
            <pc:docMk/>
            <pc:sldMk cId="958035667" sldId="537"/>
            <ac:grpSpMk id="9" creationId="{596B296C-CA19-418C-843F-AC3F84CDEF5A}"/>
          </ac:grpSpMkLst>
        </pc:grpChg>
        <pc:grpChg chg="add mod">
          <ac:chgData name="Manuj Agrawal" userId="8275e378daeca5b2" providerId="LiveId" clId="{48A01276-CC8E-4C54-9BB8-DB1CAD9AB3D4}" dt="2021-12-24T13:15:28.507" v="425" actId="1076"/>
          <ac:grpSpMkLst>
            <pc:docMk/>
            <pc:sldMk cId="958035667" sldId="537"/>
            <ac:grpSpMk id="15" creationId="{41E261B8-C435-42CA-BDEB-628A205413F8}"/>
          </ac:grpSpMkLst>
        </pc:grpChg>
        <pc:picChg chg="del">
          <ac:chgData name="Manuj Agrawal" userId="8275e378daeca5b2" providerId="LiveId" clId="{48A01276-CC8E-4C54-9BB8-DB1CAD9AB3D4}" dt="2021-12-24T13:02:44.945" v="322" actId="478"/>
          <ac:picMkLst>
            <pc:docMk/>
            <pc:sldMk cId="958035667" sldId="537"/>
            <ac:picMk id="6" creationId="{254CAE3B-74B4-4A21-B686-CA838FF6DB35}"/>
          </ac:picMkLst>
        </pc:picChg>
        <pc:picChg chg="add del mod">
          <ac:chgData name="Manuj Agrawal" userId="8275e378daeca5b2" providerId="LiveId" clId="{48A01276-CC8E-4C54-9BB8-DB1CAD9AB3D4}" dt="2021-12-24T13:04:13.500" v="375" actId="478"/>
          <ac:picMkLst>
            <pc:docMk/>
            <pc:sldMk cId="958035667" sldId="537"/>
            <ac:picMk id="10" creationId="{BF58E166-9218-4C27-8C51-47C15B7E17DF}"/>
          </ac:picMkLst>
        </pc:picChg>
        <pc:picChg chg="add mod">
          <ac:chgData name="Manuj Agrawal" userId="8275e378daeca5b2" providerId="LiveId" clId="{48A01276-CC8E-4C54-9BB8-DB1CAD9AB3D4}" dt="2021-12-24T13:15:18.851" v="424" actId="164"/>
          <ac:picMkLst>
            <pc:docMk/>
            <pc:sldMk cId="958035667" sldId="537"/>
            <ac:picMk id="12" creationId="{5DCA0350-AD8A-4BBE-A0BD-1CB6A806B925}"/>
          </ac:picMkLst>
        </pc:picChg>
      </pc:sldChg>
      <pc:sldChg chg="addSp delSp modSp mod">
        <pc:chgData name="Manuj Agrawal" userId="8275e378daeca5b2" providerId="LiveId" clId="{48A01276-CC8E-4C54-9BB8-DB1CAD9AB3D4}" dt="2021-12-24T13:18:53.484" v="427" actId="1076"/>
        <pc:sldMkLst>
          <pc:docMk/>
          <pc:sldMk cId="1213225221" sldId="546"/>
        </pc:sldMkLst>
        <pc:spChg chg="mod">
          <ac:chgData name="Manuj Agrawal" userId="8275e378daeca5b2" providerId="LiveId" clId="{48A01276-CC8E-4C54-9BB8-DB1CAD9AB3D4}" dt="2021-12-24T12:49:03.169" v="274" actId="1076"/>
          <ac:spMkLst>
            <pc:docMk/>
            <pc:sldMk cId="1213225221" sldId="546"/>
            <ac:spMk id="3" creationId="{133EF8DE-A871-4D30-8CB2-2E3B9CEA8D17}"/>
          </ac:spMkLst>
        </pc:spChg>
        <pc:spChg chg="mod">
          <ac:chgData name="Manuj Agrawal" userId="8275e378daeca5b2" providerId="LiveId" clId="{48A01276-CC8E-4C54-9BB8-DB1CAD9AB3D4}" dt="2021-12-24T12:49:03.169" v="274" actId="1076"/>
          <ac:spMkLst>
            <pc:docMk/>
            <pc:sldMk cId="1213225221" sldId="546"/>
            <ac:spMk id="4" creationId="{1C12A753-1BBF-484A-BEBA-6845A6B4C183}"/>
          </ac:spMkLst>
        </pc:spChg>
        <pc:spChg chg="mod">
          <ac:chgData name="Manuj Agrawal" userId="8275e378daeca5b2" providerId="LiveId" clId="{48A01276-CC8E-4C54-9BB8-DB1CAD9AB3D4}" dt="2021-12-24T12:49:03.169" v="274" actId="1076"/>
          <ac:spMkLst>
            <pc:docMk/>
            <pc:sldMk cId="1213225221" sldId="546"/>
            <ac:spMk id="12" creationId="{77BB407C-3743-4F18-91B5-B05E45CC47F0}"/>
          </ac:spMkLst>
        </pc:spChg>
        <pc:spChg chg="mod">
          <ac:chgData name="Manuj Agrawal" userId="8275e378daeca5b2" providerId="LiveId" clId="{48A01276-CC8E-4C54-9BB8-DB1CAD9AB3D4}" dt="2021-12-24T12:49:03.169" v="274" actId="1076"/>
          <ac:spMkLst>
            <pc:docMk/>
            <pc:sldMk cId="1213225221" sldId="546"/>
            <ac:spMk id="13" creationId="{3B06627D-B71F-420B-814C-D88D7DA54208}"/>
          </ac:spMkLst>
        </pc:spChg>
        <pc:spChg chg="mod">
          <ac:chgData name="Manuj Agrawal" userId="8275e378daeca5b2" providerId="LiveId" clId="{48A01276-CC8E-4C54-9BB8-DB1CAD9AB3D4}" dt="2021-12-24T12:55:28.266" v="316" actId="1076"/>
          <ac:spMkLst>
            <pc:docMk/>
            <pc:sldMk cId="1213225221" sldId="546"/>
            <ac:spMk id="16" creationId="{CCBF5BF0-3B8A-436E-99D6-A56580D2A253}"/>
          </ac:spMkLst>
        </pc:spChg>
        <pc:spChg chg="mod">
          <ac:chgData name="Manuj Agrawal" userId="8275e378daeca5b2" providerId="LiveId" clId="{48A01276-CC8E-4C54-9BB8-DB1CAD9AB3D4}" dt="2021-12-24T13:18:53.484" v="427" actId="1076"/>
          <ac:spMkLst>
            <pc:docMk/>
            <pc:sldMk cId="1213225221" sldId="546"/>
            <ac:spMk id="17" creationId="{7CB4278A-0FCB-48D5-A981-FAA2F5D21932}"/>
          </ac:spMkLst>
        </pc:spChg>
        <pc:spChg chg="mod">
          <ac:chgData name="Manuj Agrawal" userId="8275e378daeca5b2" providerId="LiveId" clId="{48A01276-CC8E-4C54-9BB8-DB1CAD9AB3D4}" dt="2021-12-24T12:49:03.169" v="274" actId="1076"/>
          <ac:spMkLst>
            <pc:docMk/>
            <pc:sldMk cId="1213225221" sldId="546"/>
            <ac:spMk id="20" creationId="{31474A7D-84AF-46FD-9927-EF534E8F4AC0}"/>
          </ac:spMkLst>
        </pc:spChg>
        <pc:spChg chg="mod">
          <ac:chgData name="Manuj Agrawal" userId="8275e378daeca5b2" providerId="LiveId" clId="{48A01276-CC8E-4C54-9BB8-DB1CAD9AB3D4}" dt="2021-12-24T12:49:03.169" v="274" actId="1076"/>
          <ac:spMkLst>
            <pc:docMk/>
            <pc:sldMk cId="1213225221" sldId="546"/>
            <ac:spMk id="21" creationId="{F7FD0578-A9D5-4093-8310-DF82763A12AC}"/>
          </ac:spMkLst>
        </pc:spChg>
        <pc:spChg chg="mod">
          <ac:chgData name="Manuj Agrawal" userId="8275e378daeca5b2" providerId="LiveId" clId="{48A01276-CC8E-4C54-9BB8-DB1CAD9AB3D4}" dt="2021-12-24T12:49:03.169" v="274" actId="1076"/>
          <ac:spMkLst>
            <pc:docMk/>
            <pc:sldMk cId="1213225221" sldId="546"/>
            <ac:spMk id="22" creationId="{CD35668E-8E0D-405C-8DD0-B008F582FF87}"/>
          </ac:spMkLst>
        </pc:spChg>
        <pc:spChg chg="mod">
          <ac:chgData name="Manuj Agrawal" userId="8275e378daeca5b2" providerId="LiveId" clId="{48A01276-CC8E-4C54-9BB8-DB1CAD9AB3D4}" dt="2021-12-24T12:49:03.169" v="274" actId="1076"/>
          <ac:spMkLst>
            <pc:docMk/>
            <pc:sldMk cId="1213225221" sldId="546"/>
            <ac:spMk id="23" creationId="{E49E67DB-7E75-40A9-8A71-9AA3176077A1}"/>
          </ac:spMkLst>
        </pc:spChg>
        <pc:spChg chg="add del mod">
          <ac:chgData name="Manuj Agrawal" userId="8275e378daeca5b2" providerId="LiveId" clId="{48A01276-CC8E-4C54-9BB8-DB1CAD9AB3D4}" dt="2021-12-24T12:53:15.830" v="309"/>
          <ac:spMkLst>
            <pc:docMk/>
            <pc:sldMk cId="1213225221" sldId="546"/>
            <ac:spMk id="24" creationId="{ACC4196B-CFA5-47A3-A70C-02B87A4F0B2F}"/>
          </ac:spMkLst>
        </pc:spChg>
        <pc:spChg chg="add mod">
          <ac:chgData name="Manuj Agrawal" userId="8275e378daeca5b2" providerId="LiveId" clId="{48A01276-CC8E-4C54-9BB8-DB1CAD9AB3D4}" dt="2021-12-24T12:55:22.779" v="315" actId="404"/>
          <ac:spMkLst>
            <pc:docMk/>
            <pc:sldMk cId="1213225221" sldId="546"/>
            <ac:spMk id="25" creationId="{1271E382-3BE4-4C7D-A6CF-61B977E8A0A9}"/>
          </ac:spMkLst>
        </pc:spChg>
        <pc:grpChg chg="mod">
          <ac:chgData name="Manuj Agrawal" userId="8275e378daeca5b2" providerId="LiveId" clId="{48A01276-CC8E-4C54-9BB8-DB1CAD9AB3D4}" dt="2021-12-24T12:49:03.169" v="274" actId="1076"/>
          <ac:grpSpMkLst>
            <pc:docMk/>
            <pc:sldMk cId="1213225221" sldId="546"/>
            <ac:grpSpMk id="10" creationId="{33762428-4010-410A-9D09-F6BD22E96D8F}"/>
          </ac:grpSpMkLst>
        </pc:grpChg>
        <pc:picChg chg="mod">
          <ac:chgData name="Manuj Agrawal" userId="8275e378daeca5b2" providerId="LiveId" clId="{48A01276-CC8E-4C54-9BB8-DB1CAD9AB3D4}" dt="2021-12-24T12:49:03.169" v="274" actId="1076"/>
          <ac:picMkLst>
            <pc:docMk/>
            <pc:sldMk cId="1213225221" sldId="546"/>
            <ac:picMk id="7" creationId="{B93FA52B-A39C-41E8-9974-2C8D3CF98C39}"/>
          </ac:picMkLst>
        </pc:picChg>
        <pc:picChg chg="mod">
          <ac:chgData name="Manuj Agrawal" userId="8275e378daeca5b2" providerId="LiveId" clId="{48A01276-CC8E-4C54-9BB8-DB1CAD9AB3D4}" dt="2021-12-24T12:49:03.169" v="274" actId="1076"/>
          <ac:picMkLst>
            <pc:docMk/>
            <pc:sldMk cId="1213225221" sldId="546"/>
            <ac:picMk id="18" creationId="{E19E244E-9AE3-4E1A-9DF4-7C94B14C1F21}"/>
          </ac:picMkLst>
        </pc:picChg>
      </pc:sldChg>
      <pc:sldChg chg="modSp mod">
        <pc:chgData name="Manuj Agrawal" userId="8275e378daeca5b2" providerId="LiveId" clId="{48A01276-CC8E-4C54-9BB8-DB1CAD9AB3D4}" dt="2021-12-24T13:31:21.459" v="428" actId="207"/>
        <pc:sldMkLst>
          <pc:docMk/>
          <pc:sldMk cId="1004415067" sldId="553"/>
        </pc:sldMkLst>
        <pc:spChg chg="mod">
          <ac:chgData name="Manuj Agrawal" userId="8275e378daeca5b2" providerId="LiveId" clId="{48A01276-CC8E-4C54-9BB8-DB1CAD9AB3D4}" dt="2021-12-24T07:21:52.754" v="154" actId="1076"/>
          <ac:spMkLst>
            <pc:docMk/>
            <pc:sldMk cId="1004415067" sldId="553"/>
            <ac:spMk id="6" creationId="{6056F6F9-FE0F-4AF6-B6DC-ADC24E2DF9BD}"/>
          </ac:spMkLst>
        </pc:spChg>
        <pc:spChg chg="mod">
          <ac:chgData name="Manuj Agrawal" userId="8275e378daeca5b2" providerId="LiveId" clId="{48A01276-CC8E-4C54-9BB8-DB1CAD9AB3D4}" dt="2021-12-24T07:21:42.266" v="153" actId="1076"/>
          <ac:spMkLst>
            <pc:docMk/>
            <pc:sldMk cId="1004415067" sldId="553"/>
            <ac:spMk id="14" creationId="{CEE97A97-ECA4-4B0D-8BD4-1F3A72D594A3}"/>
          </ac:spMkLst>
        </pc:spChg>
        <pc:spChg chg="mod">
          <ac:chgData name="Manuj Agrawal" userId="8275e378daeca5b2" providerId="LiveId" clId="{48A01276-CC8E-4C54-9BB8-DB1CAD9AB3D4}" dt="2021-12-24T07:21:38.116" v="152" actId="1076"/>
          <ac:spMkLst>
            <pc:docMk/>
            <pc:sldMk cId="1004415067" sldId="553"/>
            <ac:spMk id="18" creationId="{B45BF955-10EF-4208-B60B-9F578C28EE3D}"/>
          </ac:spMkLst>
        </pc:spChg>
        <pc:graphicFrameChg chg="mod modGraphic">
          <ac:chgData name="Manuj Agrawal" userId="8275e378daeca5b2" providerId="LiveId" clId="{48A01276-CC8E-4C54-9BB8-DB1CAD9AB3D4}" dt="2021-12-24T07:22:37.089" v="160" actId="20577"/>
          <ac:graphicFrameMkLst>
            <pc:docMk/>
            <pc:sldMk cId="1004415067" sldId="553"/>
            <ac:graphicFrameMk id="5" creationId="{2AEFA3C9-197F-4366-B79E-CB79B3624D7D}"/>
          </ac:graphicFrameMkLst>
        </pc:graphicFrameChg>
        <pc:graphicFrameChg chg="mod modGraphic">
          <ac:chgData name="Manuj Agrawal" userId="8275e378daeca5b2" providerId="LiveId" clId="{48A01276-CC8E-4C54-9BB8-DB1CAD9AB3D4}" dt="2021-12-24T07:22:40.384" v="161" actId="20577"/>
          <ac:graphicFrameMkLst>
            <pc:docMk/>
            <pc:sldMk cId="1004415067" sldId="553"/>
            <ac:graphicFrameMk id="11" creationId="{6E8D4C69-EC4B-4047-8E77-96AE21D108D7}"/>
          </ac:graphicFrameMkLst>
        </pc:graphicFrameChg>
        <pc:graphicFrameChg chg="modGraphic">
          <ac:chgData name="Manuj Agrawal" userId="8275e378daeca5b2" providerId="LiveId" clId="{48A01276-CC8E-4C54-9BB8-DB1CAD9AB3D4}" dt="2021-12-24T13:31:21.459" v="428" actId="207"/>
          <ac:graphicFrameMkLst>
            <pc:docMk/>
            <pc:sldMk cId="1004415067" sldId="553"/>
            <ac:graphicFrameMk id="12" creationId="{0EA897DE-982B-4F72-97F1-02E7B535AB95}"/>
          </ac:graphicFrameMkLst>
        </pc:graphicFrameChg>
      </pc:sldChg>
      <pc:sldChg chg="addSp delSp modSp add del mod setBg">
        <pc:chgData name="Manuj Agrawal" userId="8275e378daeca5b2" providerId="LiveId" clId="{48A01276-CC8E-4C54-9BB8-DB1CAD9AB3D4}" dt="2021-12-24T12:48:37.992" v="271" actId="47"/>
        <pc:sldMkLst>
          <pc:docMk/>
          <pc:sldMk cId="885989510" sldId="554"/>
        </pc:sldMkLst>
        <pc:spChg chg="add mod">
          <ac:chgData name="Manuj Agrawal" userId="8275e378daeca5b2" providerId="LiveId" clId="{48A01276-CC8E-4C54-9BB8-DB1CAD9AB3D4}" dt="2021-12-24T12:43:43.127" v="254" actId="164"/>
          <ac:spMkLst>
            <pc:docMk/>
            <pc:sldMk cId="885989510" sldId="554"/>
            <ac:spMk id="2" creationId="{AA213B26-6047-4B78-810F-A4D302E1DA7C}"/>
          </ac:spMkLst>
        </pc:spChg>
        <pc:spChg chg="mod">
          <ac:chgData name="Manuj Agrawal" userId="8275e378daeca5b2" providerId="LiveId" clId="{48A01276-CC8E-4C54-9BB8-DB1CAD9AB3D4}" dt="2021-12-24T12:43:43.127" v="254" actId="164"/>
          <ac:spMkLst>
            <pc:docMk/>
            <pc:sldMk cId="885989510" sldId="554"/>
            <ac:spMk id="3" creationId="{133EF8DE-A871-4D30-8CB2-2E3B9CEA8D17}"/>
          </ac:spMkLst>
        </pc:spChg>
        <pc:spChg chg="mod">
          <ac:chgData name="Manuj Agrawal" userId="8275e378daeca5b2" providerId="LiveId" clId="{48A01276-CC8E-4C54-9BB8-DB1CAD9AB3D4}" dt="2021-12-24T12:43:43.127" v="254" actId="164"/>
          <ac:spMkLst>
            <pc:docMk/>
            <pc:sldMk cId="885989510" sldId="554"/>
            <ac:spMk id="4" creationId="{1C12A753-1BBF-484A-BEBA-6845A6B4C183}"/>
          </ac:spMkLst>
        </pc:spChg>
        <pc:spChg chg="add mod">
          <ac:chgData name="Manuj Agrawal" userId="8275e378daeca5b2" providerId="LiveId" clId="{48A01276-CC8E-4C54-9BB8-DB1CAD9AB3D4}" dt="2021-12-24T12:43:43.127" v="254" actId="164"/>
          <ac:spMkLst>
            <pc:docMk/>
            <pc:sldMk cId="885989510" sldId="554"/>
            <ac:spMk id="5" creationId="{BB2DB581-6D4B-4486-842C-4376CD909B8B}"/>
          </ac:spMkLst>
        </pc:spChg>
        <pc:spChg chg="del">
          <ac:chgData name="Manuj Agrawal" userId="8275e378daeca5b2" providerId="LiveId" clId="{48A01276-CC8E-4C54-9BB8-DB1CAD9AB3D4}" dt="2021-12-24T11:15:30.327" v="183" actId="478"/>
          <ac:spMkLst>
            <pc:docMk/>
            <pc:sldMk cId="885989510" sldId="554"/>
            <ac:spMk id="12" creationId="{77BB407C-3743-4F18-91B5-B05E45CC47F0}"/>
          </ac:spMkLst>
        </pc:spChg>
        <pc:spChg chg="del">
          <ac:chgData name="Manuj Agrawal" userId="8275e378daeca5b2" providerId="LiveId" clId="{48A01276-CC8E-4C54-9BB8-DB1CAD9AB3D4}" dt="2021-12-24T11:15:32.635" v="184" actId="478"/>
          <ac:spMkLst>
            <pc:docMk/>
            <pc:sldMk cId="885989510" sldId="554"/>
            <ac:spMk id="13" creationId="{3B06627D-B71F-420B-814C-D88D7DA54208}"/>
          </ac:spMkLst>
        </pc:spChg>
        <pc:spChg chg="del">
          <ac:chgData name="Manuj Agrawal" userId="8275e378daeca5b2" providerId="LiveId" clId="{48A01276-CC8E-4C54-9BB8-DB1CAD9AB3D4}" dt="2021-12-24T11:15:23.629" v="181" actId="478"/>
          <ac:spMkLst>
            <pc:docMk/>
            <pc:sldMk cId="885989510" sldId="554"/>
            <ac:spMk id="16" creationId="{CCBF5BF0-3B8A-436E-99D6-A56580D2A253}"/>
          </ac:spMkLst>
        </pc:spChg>
        <pc:spChg chg="del">
          <ac:chgData name="Manuj Agrawal" userId="8275e378daeca5b2" providerId="LiveId" clId="{48A01276-CC8E-4C54-9BB8-DB1CAD9AB3D4}" dt="2021-12-24T11:15:34.389" v="185" actId="478"/>
          <ac:spMkLst>
            <pc:docMk/>
            <pc:sldMk cId="885989510" sldId="554"/>
            <ac:spMk id="17" creationId="{7CB4278A-0FCB-48D5-A981-FAA2F5D21932}"/>
          </ac:spMkLst>
        </pc:spChg>
        <pc:spChg chg="mod">
          <ac:chgData name="Manuj Agrawal" userId="8275e378daeca5b2" providerId="LiveId" clId="{48A01276-CC8E-4C54-9BB8-DB1CAD9AB3D4}" dt="2021-12-24T12:43:43.127" v="254" actId="164"/>
          <ac:spMkLst>
            <pc:docMk/>
            <pc:sldMk cId="885989510" sldId="554"/>
            <ac:spMk id="20" creationId="{31474A7D-84AF-46FD-9927-EF534E8F4AC0}"/>
          </ac:spMkLst>
        </pc:spChg>
        <pc:spChg chg="mod">
          <ac:chgData name="Manuj Agrawal" userId="8275e378daeca5b2" providerId="LiveId" clId="{48A01276-CC8E-4C54-9BB8-DB1CAD9AB3D4}" dt="2021-12-24T12:43:43.127" v="254" actId="164"/>
          <ac:spMkLst>
            <pc:docMk/>
            <pc:sldMk cId="885989510" sldId="554"/>
            <ac:spMk id="21" creationId="{F7FD0578-A9D5-4093-8310-DF82763A12AC}"/>
          </ac:spMkLst>
        </pc:spChg>
        <pc:spChg chg="mod">
          <ac:chgData name="Manuj Agrawal" userId="8275e378daeca5b2" providerId="LiveId" clId="{48A01276-CC8E-4C54-9BB8-DB1CAD9AB3D4}" dt="2021-12-24T12:43:43.127" v="254" actId="164"/>
          <ac:spMkLst>
            <pc:docMk/>
            <pc:sldMk cId="885989510" sldId="554"/>
            <ac:spMk id="22" creationId="{CD35668E-8E0D-405C-8DD0-B008F582FF87}"/>
          </ac:spMkLst>
        </pc:spChg>
        <pc:spChg chg="del">
          <ac:chgData name="Manuj Agrawal" userId="8275e378daeca5b2" providerId="LiveId" clId="{48A01276-CC8E-4C54-9BB8-DB1CAD9AB3D4}" dt="2021-12-24T11:15:24.655" v="182" actId="478"/>
          <ac:spMkLst>
            <pc:docMk/>
            <pc:sldMk cId="885989510" sldId="554"/>
            <ac:spMk id="23" creationId="{E49E67DB-7E75-40A9-8A71-9AA3176077A1}"/>
          </ac:spMkLst>
        </pc:spChg>
        <pc:spChg chg="add mod">
          <ac:chgData name="Manuj Agrawal" userId="8275e378daeca5b2" providerId="LiveId" clId="{48A01276-CC8E-4C54-9BB8-DB1CAD9AB3D4}" dt="2021-12-24T12:43:43.127" v="254" actId="164"/>
          <ac:spMkLst>
            <pc:docMk/>
            <pc:sldMk cId="885989510" sldId="554"/>
            <ac:spMk id="24" creationId="{F8C2A09A-5F43-439C-8F43-5B8405354C72}"/>
          </ac:spMkLst>
        </pc:spChg>
        <pc:grpChg chg="add mod">
          <ac:chgData name="Manuj Agrawal" userId="8275e378daeca5b2" providerId="LiveId" clId="{48A01276-CC8E-4C54-9BB8-DB1CAD9AB3D4}" dt="2021-12-24T12:44:53.556" v="266" actId="164"/>
          <ac:grpSpMkLst>
            <pc:docMk/>
            <pc:sldMk cId="885989510" sldId="554"/>
            <ac:grpSpMk id="6" creationId="{A505BCB7-4BE1-41FF-82D7-369F88867B15}"/>
          </ac:grpSpMkLst>
        </pc:grpChg>
        <pc:grpChg chg="add mod">
          <ac:chgData name="Manuj Agrawal" userId="8275e378daeca5b2" providerId="LiveId" clId="{48A01276-CC8E-4C54-9BB8-DB1CAD9AB3D4}" dt="2021-12-24T12:45:04.889" v="267" actId="1076"/>
          <ac:grpSpMkLst>
            <pc:docMk/>
            <pc:sldMk cId="885989510" sldId="554"/>
            <ac:grpSpMk id="8" creationId="{A529D8D2-287A-48C2-BDD7-06714811893B}"/>
          </ac:grpSpMkLst>
        </pc:grpChg>
        <pc:grpChg chg="del mod">
          <ac:chgData name="Manuj Agrawal" userId="8275e378daeca5b2" providerId="LiveId" clId="{48A01276-CC8E-4C54-9BB8-DB1CAD9AB3D4}" dt="2021-12-24T12:34:20.093" v="217" actId="165"/>
          <ac:grpSpMkLst>
            <pc:docMk/>
            <pc:sldMk cId="885989510" sldId="554"/>
            <ac:grpSpMk id="10" creationId="{33762428-4010-410A-9D09-F6BD22E96D8F}"/>
          </ac:grpSpMkLst>
        </pc:grpChg>
        <pc:picChg chg="mod">
          <ac:chgData name="Manuj Agrawal" userId="8275e378daeca5b2" providerId="LiveId" clId="{48A01276-CC8E-4C54-9BB8-DB1CAD9AB3D4}" dt="2021-12-24T12:43:43.127" v="254" actId="164"/>
          <ac:picMkLst>
            <pc:docMk/>
            <pc:sldMk cId="885989510" sldId="554"/>
            <ac:picMk id="7" creationId="{B93FA52B-A39C-41E8-9974-2C8D3CF98C39}"/>
          </ac:picMkLst>
        </pc:picChg>
        <pc:picChg chg="del mod topLvl">
          <ac:chgData name="Manuj Agrawal" userId="8275e378daeca5b2" providerId="LiveId" clId="{48A01276-CC8E-4C54-9BB8-DB1CAD9AB3D4}" dt="2021-12-24T12:34:32.108" v="220" actId="478"/>
          <ac:picMkLst>
            <pc:docMk/>
            <pc:sldMk cId="885989510" sldId="554"/>
            <ac:picMk id="9" creationId="{D398CC7E-44D7-401C-BB00-EDD51382408A}"/>
          </ac:picMkLst>
        </pc:picChg>
        <pc:picChg chg="add del mod">
          <ac:chgData name="Manuj Agrawal" userId="8275e378daeca5b2" providerId="LiveId" clId="{48A01276-CC8E-4C54-9BB8-DB1CAD9AB3D4}" dt="2021-12-24T12:47:42.283" v="270" actId="478"/>
          <ac:picMkLst>
            <pc:docMk/>
            <pc:sldMk cId="885989510" sldId="554"/>
            <ac:picMk id="14" creationId="{4A69799A-D260-422B-B474-1543D9A3ED97}"/>
          </ac:picMkLst>
        </pc:picChg>
        <pc:picChg chg="mod">
          <ac:chgData name="Manuj Agrawal" userId="8275e378daeca5b2" providerId="LiveId" clId="{48A01276-CC8E-4C54-9BB8-DB1CAD9AB3D4}" dt="2021-12-24T12:44:53.556" v="266" actId="164"/>
          <ac:picMkLst>
            <pc:docMk/>
            <pc:sldMk cId="885989510" sldId="554"/>
            <ac:picMk id="18" creationId="{E19E244E-9AE3-4E1A-9DF4-7C94B14C1F21}"/>
          </ac:picMkLst>
        </pc:picChg>
        <pc:picChg chg="mod topLvl">
          <ac:chgData name="Manuj Agrawal" userId="8275e378daeca5b2" providerId="LiveId" clId="{48A01276-CC8E-4C54-9BB8-DB1CAD9AB3D4}" dt="2021-12-24T12:44:53.556" v="266" actId="164"/>
          <ac:picMkLst>
            <pc:docMk/>
            <pc:sldMk cId="885989510" sldId="554"/>
            <ac:picMk id="19" creationId="{45317FA3-89FA-4225-8780-9057D206A734}"/>
          </ac:picMkLst>
        </pc:picChg>
      </pc:sldChg>
      <pc:sldChg chg="addSp delSp modSp add del mod setBg">
        <pc:chgData name="Manuj Agrawal" userId="8275e378daeca5b2" providerId="LiveId" clId="{48A01276-CC8E-4C54-9BB8-DB1CAD9AB3D4}" dt="2021-12-23T15:50:50.347" v="56" actId="47"/>
        <pc:sldMkLst>
          <pc:docMk/>
          <pc:sldMk cId="3969272908" sldId="554"/>
        </pc:sldMkLst>
        <pc:spChg chg="add mod">
          <ac:chgData name="Manuj Agrawal" userId="8275e378daeca5b2" providerId="LiveId" clId="{48A01276-CC8E-4C54-9BB8-DB1CAD9AB3D4}" dt="2021-12-23T15:46:11.873" v="37" actId="207"/>
          <ac:spMkLst>
            <pc:docMk/>
            <pc:sldMk cId="3969272908" sldId="554"/>
            <ac:spMk id="2" creationId="{75DCA78A-88DA-4354-980E-A743FC7EB1A3}"/>
          </ac:spMkLst>
        </pc:spChg>
        <pc:spChg chg="add del">
          <ac:chgData name="Manuj Agrawal" userId="8275e378daeca5b2" providerId="LiveId" clId="{48A01276-CC8E-4C54-9BB8-DB1CAD9AB3D4}" dt="2021-12-23T15:46:05.245" v="35" actId="478"/>
          <ac:spMkLst>
            <pc:docMk/>
            <pc:sldMk cId="3969272908" sldId="554"/>
            <ac:spMk id="3" creationId="{0F77DA9C-A1DE-4E9D-9079-7B659F8D4B86}"/>
          </ac:spMkLst>
        </pc:spChg>
        <pc:spChg chg="del">
          <ac:chgData name="Manuj Agrawal" userId="8275e378daeca5b2" providerId="LiveId" clId="{48A01276-CC8E-4C54-9BB8-DB1CAD9AB3D4}" dt="2021-12-23T15:44:22.822" v="6" actId="478"/>
          <ac:spMkLst>
            <pc:docMk/>
            <pc:sldMk cId="3969272908" sldId="554"/>
            <ac:spMk id="14" creationId="{FE40EFBE-6899-4FF8-A5E2-9CCA2F3A773B}"/>
          </ac:spMkLst>
        </pc:spChg>
        <pc:spChg chg="del">
          <ac:chgData name="Manuj Agrawal" userId="8275e378daeca5b2" providerId="LiveId" clId="{48A01276-CC8E-4C54-9BB8-DB1CAD9AB3D4}" dt="2021-12-23T15:44:22.822" v="6" actId="478"/>
          <ac:spMkLst>
            <pc:docMk/>
            <pc:sldMk cId="3969272908" sldId="554"/>
            <ac:spMk id="18" creationId="{B45BF955-10EF-4208-B60B-9F578C28EE3D}"/>
          </ac:spMkLst>
        </pc:spChg>
        <pc:spChg chg="del">
          <ac:chgData name="Manuj Agrawal" userId="8275e378daeca5b2" providerId="LiveId" clId="{48A01276-CC8E-4C54-9BB8-DB1CAD9AB3D4}" dt="2021-12-23T15:44:22.822" v="6" actId="478"/>
          <ac:spMkLst>
            <pc:docMk/>
            <pc:sldMk cId="3969272908" sldId="554"/>
            <ac:spMk id="21" creationId="{E66CFD94-757E-4FB9-95AA-9F1644654751}"/>
          </ac:spMkLst>
        </pc:spChg>
        <pc:spChg chg="del">
          <ac:chgData name="Manuj Agrawal" userId="8275e378daeca5b2" providerId="LiveId" clId="{48A01276-CC8E-4C54-9BB8-DB1CAD9AB3D4}" dt="2021-12-23T15:44:22.822" v="6" actId="478"/>
          <ac:spMkLst>
            <pc:docMk/>
            <pc:sldMk cId="3969272908" sldId="554"/>
            <ac:spMk id="22" creationId="{C8D568CE-8E7E-4462-9B2A-9D59402B1C83}"/>
          </ac:spMkLst>
        </pc:spChg>
        <pc:spChg chg="del">
          <ac:chgData name="Manuj Agrawal" userId="8275e378daeca5b2" providerId="LiveId" clId="{48A01276-CC8E-4C54-9BB8-DB1CAD9AB3D4}" dt="2021-12-23T15:44:22.822" v="6" actId="478"/>
          <ac:spMkLst>
            <pc:docMk/>
            <pc:sldMk cId="3969272908" sldId="554"/>
            <ac:spMk id="23" creationId="{15EE579D-8483-4927-B604-CC4FC7E8E570}"/>
          </ac:spMkLst>
        </pc:spChg>
        <pc:spChg chg="del">
          <ac:chgData name="Manuj Agrawal" userId="8275e378daeca5b2" providerId="LiveId" clId="{48A01276-CC8E-4C54-9BB8-DB1CAD9AB3D4}" dt="2021-12-23T15:44:22.822" v="6" actId="478"/>
          <ac:spMkLst>
            <pc:docMk/>
            <pc:sldMk cId="3969272908" sldId="554"/>
            <ac:spMk id="25" creationId="{E5E2A4D2-B752-414F-95CC-3E2C57F0E372}"/>
          </ac:spMkLst>
        </pc:spChg>
        <pc:spChg chg="del">
          <ac:chgData name="Manuj Agrawal" userId="8275e378daeca5b2" providerId="LiveId" clId="{48A01276-CC8E-4C54-9BB8-DB1CAD9AB3D4}" dt="2021-12-23T15:44:22.822" v="6" actId="478"/>
          <ac:spMkLst>
            <pc:docMk/>
            <pc:sldMk cId="3969272908" sldId="554"/>
            <ac:spMk id="27" creationId="{3BAC6925-44BC-48C6-896C-FD6F4D2E72B8}"/>
          </ac:spMkLst>
        </pc:spChg>
        <pc:picChg chg="del">
          <ac:chgData name="Manuj Agrawal" userId="8275e378daeca5b2" providerId="LiveId" clId="{48A01276-CC8E-4C54-9BB8-DB1CAD9AB3D4}" dt="2021-12-23T15:44:22.822" v="6" actId="478"/>
          <ac:picMkLst>
            <pc:docMk/>
            <pc:sldMk cId="3969272908" sldId="554"/>
            <ac:picMk id="13" creationId="{325C01FD-3E75-49B6-AED1-1CE7A6E6A4BD}"/>
          </ac:picMkLst>
        </pc:picChg>
        <pc:picChg chg="del">
          <ac:chgData name="Manuj Agrawal" userId="8275e378daeca5b2" providerId="LiveId" clId="{48A01276-CC8E-4C54-9BB8-DB1CAD9AB3D4}" dt="2021-12-23T15:44:22.822" v="6" actId="478"/>
          <ac:picMkLst>
            <pc:docMk/>
            <pc:sldMk cId="3969272908" sldId="554"/>
            <ac:picMk id="19" creationId="{DE2DAB16-4B7C-49B4-9413-579AAA4921C9}"/>
          </ac:picMkLst>
        </pc:picChg>
        <pc:picChg chg="del">
          <ac:chgData name="Manuj Agrawal" userId="8275e378daeca5b2" providerId="LiveId" clId="{48A01276-CC8E-4C54-9BB8-DB1CAD9AB3D4}" dt="2021-12-23T15:44:22.822" v="6" actId="478"/>
          <ac:picMkLst>
            <pc:docMk/>
            <pc:sldMk cId="3969272908" sldId="554"/>
            <ac:picMk id="20" creationId="{E8DE8801-05D8-4286-A8EE-97F447E9482D}"/>
          </ac:picMkLst>
        </pc:picChg>
        <pc:picChg chg="del">
          <ac:chgData name="Manuj Agrawal" userId="8275e378daeca5b2" providerId="LiveId" clId="{48A01276-CC8E-4C54-9BB8-DB1CAD9AB3D4}" dt="2021-12-23T15:44:22.822" v="6" actId="478"/>
          <ac:picMkLst>
            <pc:docMk/>
            <pc:sldMk cId="3969272908" sldId="554"/>
            <ac:picMk id="26" creationId="{85A81B9C-6851-4F4B-89CF-6546EAAD77FF}"/>
          </ac:picMkLst>
        </pc:picChg>
        <pc:picChg chg="del">
          <ac:chgData name="Manuj Agrawal" userId="8275e378daeca5b2" providerId="LiveId" clId="{48A01276-CC8E-4C54-9BB8-DB1CAD9AB3D4}" dt="2021-12-23T15:44:22.822" v="6" actId="478"/>
          <ac:picMkLst>
            <pc:docMk/>
            <pc:sldMk cId="3969272908" sldId="554"/>
            <ac:picMk id="28" creationId="{C4ED1E7A-E4CF-4DD4-B0F9-39C62355C378}"/>
          </ac:picMkLst>
        </pc:picChg>
        <pc:picChg chg="del">
          <ac:chgData name="Manuj Agrawal" userId="8275e378daeca5b2" providerId="LiveId" clId="{48A01276-CC8E-4C54-9BB8-DB1CAD9AB3D4}" dt="2021-12-23T15:44:22.822" v="6" actId="478"/>
          <ac:picMkLst>
            <pc:docMk/>
            <pc:sldMk cId="3969272908" sldId="554"/>
            <ac:picMk id="29" creationId="{A80B81BA-C2A9-4B8F-A486-B9702C8F846D}"/>
          </ac:picMkLst>
        </pc:picChg>
        <pc:picChg chg="add mod">
          <ac:chgData name="Manuj Agrawal" userId="8275e378daeca5b2" providerId="LiveId" clId="{48A01276-CC8E-4C54-9BB8-DB1CAD9AB3D4}" dt="2021-12-23T15:46:55.201" v="54" actId="1076"/>
          <ac:picMkLst>
            <pc:docMk/>
            <pc:sldMk cId="3969272908" sldId="554"/>
            <ac:picMk id="1026" creationId="{8B40ED88-703B-46CA-BC85-F55982962B69}"/>
          </ac:picMkLst>
        </pc:picChg>
        <pc:picChg chg="add mod">
          <ac:chgData name="Manuj Agrawal" userId="8275e378daeca5b2" providerId="LiveId" clId="{48A01276-CC8E-4C54-9BB8-DB1CAD9AB3D4}" dt="2021-12-23T15:44:32.312" v="10" actId="1076"/>
          <ac:picMkLst>
            <pc:docMk/>
            <pc:sldMk cId="3969272908" sldId="554"/>
            <ac:picMk id="1028" creationId="{B955CC48-59F2-41AA-ADBE-6B4240CE507A}"/>
          </ac:picMkLst>
        </pc:picChg>
      </pc:sldChg>
      <pc:sldChg chg="addSp delSp modSp add del mod">
        <pc:chgData name="Manuj Agrawal" userId="8275e378daeca5b2" providerId="LiveId" clId="{48A01276-CC8E-4C54-9BB8-DB1CAD9AB3D4}" dt="2021-12-24T12:44:31.555" v="261" actId="47"/>
        <pc:sldMkLst>
          <pc:docMk/>
          <pc:sldMk cId="614898759" sldId="555"/>
        </pc:sldMkLst>
        <pc:picChg chg="add del mod">
          <ac:chgData name="Manuj Agrawal" userId="8275e378daeca5b2" providerId="LiveId" clId="{48A01276-CC8E-4C54-9BB8-DB1CAD9AB3D4}" dt="2021-12-24T12:44:14.329" v="258" actId="478"/>
          <ac:picMkLst>
            <pc:docMk/>
            <pc:sldMk cId="614898759" sldId="555"/>
            <ac:picMk id="5" creationId="{4510AE14-672E-48E1-AA33-19EFA310B27E}"/>
          </ac:picMkLst>
        </pc:picChg>
        <pc:picChg chg="mod">
          <ac:chgData name="Manuj Agrawal" userId="8275e378daeca5b2" providerId="LiveId" clId="{48A01276-CC8E-4C54-9BB8-DB1CAD9AB3D4}" dt="2021-12-24T12:44:24.069" v="260" actId="1076"/>
          <ac:picMkLst>
            <pc:docMk/>
            <pc:sldMk cId="614898759" sldId="555"/>
            <ac:picMk id="7" creationId="{B93FA52B-A39C-41E8-9974-2C8D3CF98C39}"/>
          </ac:picMkLst>
        </pc:picChg>
      </pc:sldChg>
      <pc:sldChg chg="modSp add del mod">
        <pc:chgData name="Manuj Agrawal" userId="8275e378daeca5b2" providerId="LiveId" clId="{48A01276-CC8E-4C54-9BB8-DB1CAD9AB3D4}" dt="2021-12-24T12:41:42.132" v="246" actId="47"/>
        <pc:sldMkLst>
          <pc:docMk/>
          <pc:sldMk cId="836118903" sldId="555"/>
        </pc:sldMkLst>
        <pc:picChg chg="mod">
          <ac:chgData name="Manuj Agrawal" userId="8275e378daeca5b2" providerId="LiveId" clId="{48A01276-CC8E-4C54-9BB8-DB1CAD9AB3D4}" dt="2021-12-24T12:39:18.652" v="234" actId="1076"/>
          <ac:picMkLst>
            <pc:docMk/>
            <pc:sldMk cId="836118903" sldId="555"/>
            <ac:picMk id="19" creationId="{45317FA3-89FA-4225-8780-9057D206A734}"/>
          </ac:picMkLst>
        </pc:picChg>
      </pc:sldChg>
      <pc:sldChg chg="addSp delSp modSp add del mod">
        <pc:chgData name="Manuj Agrawal" userId="8275e378daeca5b2" providerId="LiveId" clId="{48A01276-CC8E-4C54-9BB8-DB1CAD9AB3D4}" dt="2021-12-24T12:41:39.613" v="245" actId="47"/>
        <pc:sldMkLst>
          <pc:docMk/>
          <pc:sldMk cId="4246415715" sldId="556"/>
        </pc:sldMkLst>
        <pc:grpChg chg="del mod">
          <ac:chgData name="Manuj Agrawal" userId="8275e378daeca5b2" providerId="LiveId" clId="{48A01276-CC8E-4C54-9BB8-DB1CAD9AB3D4}" dt="2021-12-24T12:39:49.585" v="241" actId="21"/>
          <ac:grpSpMkLst>
            <pc:docMk/>
            <pc:sldMk cId="4246415715" sldId="556"/>
            <ac:grpSpMk id="10" creationId="{33762428-4010-410A-9D09-F6BD22E96D8F}"/>
          </ac:grpSpMkLst>
        </pc:grpChg>
        <pc:picChg chg="del topLvl">
          <ac:chgData name="Manuj Agrawal" userId="8275e378daeca5b2" providerId="LiveId" clId="{48A01276-CC8E-4C54-9BB8-DB1CAD9AB3D4}" dt="2021-12-24T12:39:51.598" v="242" actId="478"/>
          <ac:picMkLst>
            <pc:docMk/>
            <pc:sldMk cId="4246415715" sldId="556"/>
            <ac:picMk id="9" creationId="{D398CC7E-44D7-401C-BB00-EDD51382408A}"/>
          </ac:picMkLst>
        </pc:picChg>
        <pc:picChg chg="del topLvl">
          <ac:chgData name="Manuj Agrawal" userId="8275e378daeca5b2" providerId="LiveId" clId="{48A01276-CC8E-4C54-9BB8-DB1CAD9AB3D4}" dt="2021-12-24T12:39:49.585" v="241" actId="21"/>
          <ac:picMkLst>
            <pc:docMk/>
            <pc:sldMk cId="4246415715" sldId="556"/>
            <ac:picMk id="19" creationId="{45317FA3-89FA-4225-8780-9057D206A734}"/>
          </ac:picMkLst>
        </pc:picChg>
        <pc:picChg chg="add mod">
          <ac:chgData name="Manuj Agrawal" userId="8275e378daeca5b2" providerId="LiveId" clId="{48A01276-CC8E-4C54-9BB8-DB1CAD9AB3D4}" dt="2021-12-24T12:39:54.034" v="244" actId="1076"/>
          <ac:picMkLst>
            <pc:docMk/>
            <pc:sldMk cId="4246415715" sldId="556"/>
            <ac:picMk id="24" creationId="{92FDF124-758B-483C-87CC-3712E5A2357F}"/>
          </ac:picMkLst>
        </pc:picChg>
      </pc:sldChg>
    </pc:docChg>
  </pc:docChgLst>
  <pc:docChgLst>
    <pc:chgData name="Manuj" userId="1a07f523-e16f-486a-b610-37539cc763a0" providerId="ADAL" clId="{27A32ECD-9F8C-4400-AAEE-29685126C1F2}"/>
    <pc:docChg chg="undo custSel addSld delSld modSld">
      <pc:chgData name="Manuj" userId="1a07f523-e16f-486a-b610-37539cc763a0" providerId="ADAL" clId="{27A32ECD-9F8C-4400-AAEE-29685126C1F2}" dt="2023-07-26T08:45:11.102" v="814" actId="47"/>
      <pc:docMkLst>
        <pc:docMk/>
      </pc:docMkLst>
      <pc:sldChg chg="addSp delSp modSp mod setBg">
        <pc:chgData name="Manuj" userId="1a07f523-e16f-486a-b610-37539cc763a0" providerId="ADAL" clId="{27A32ECD-9F8C-4400-AAEE-29685126C1F2}" dt="2023-06-12T08:27:40.936" v="702"/>
        <pc:sldMkLst>
          <pc:docMk/>
          <pc:sldMk cId="3922207980" sldId="506"/>
        </pc:sldMkLst>
        <pc:spChg chg="add 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2" creationId="{76168D22-B508-BDB8-0ABF-64F0DBCA287E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6" creationId="{19A58DE0-0E10-E61A-7D68-3191C8AC6FBF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8" creationId="{4FAE396A-3FBD-87FD-9554-F5C96709CF02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9" creationId="{6D681840-4D3C-4B5F-F246-C60E8C00D0CB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13" creationId="{B7E82AC4-71D8-9C95-4CF8-2004469DFB30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14" creationId="{8FE87C81-F2FF-26EB-51EE-3E6BFB44DDD7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16" creationId="{9FDE4F3B-5DC8-C1B5-AC77-A912B46B0047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22" creationId="{F2DA1EB1-6A6E-3922-E2D3-FBC1A5B36CA9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23" creationId="{84BD4CF8-0D0E-6722-1B2A-5DDC16E89F5C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24" creationId="{A1FC8E4B-3D25-6B0D-B72B-60C01C2E2407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28" creationId="{0ACAFA8E-3613-4E65-8F8F-3DA7771C500B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29" creationId="{69C30BE6-355F-B375-0510-FCB2A442EEDD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30" creationId="{E3E7DC71-A8F4-F0CD-7373-9E5C51F782CA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33" creationId="{4D9307A0-0C0C-3B6F-4473-E3B34568F95E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35" creationId="{923B342C-4F92-A5B9-619A-86E878A434F3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36" creationId="{093ABCCE-2F72-E467-8324-1EBFFA0800A9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40" creationId="{2EC2C8C6-1D87-1B17-1E88-09731F569719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41" creationId="{80C002D9-ACB8-2DD9-F4AF-91B2BADF87FE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42" creationId="{EB5D5952-00D1-6016-E031-CE2994D11F24}"/>
          </ac:spMkLst>
        </pc:spChg>
        <pc:spChg chg="del">
          <ac:chgData name="Manuj" userId="1a07f523-e16f-486a-b610-37539cc763a0" providerId="ADAL" clId="{27A32ECD-9F8C-4400-AAEE-29685126C1F2}" dt="2023-06-12T08:02:29.506" v="0" actId="478"/>
          <ac:spMkLst>
            <pc:docMk/>
            <pc:sldMk cId="3922207980" sldId="506"/>
            <ac:spMk id="56" creationId="{00F44435-6633-4363-981D-E07255351B53}"/>
          </ac:spMkLst>
        </pc:spChg>
        <pc:grpChg chg="add 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4" creationId="{88B9CAEF-C5FA-4538-7D45-DE851375F5BF}"/>
          </ac:grpSpMkLst>
        </pc:grpChg>
        <pc:grpChg chg="del">
          <ac:chgData name="Manuj" userId="1a07f523-e16f-486a-b610-37539cc763a0" providerId="ADAL" clId="{27A32ECD-9F8C-4400-AAEE-29685126C1F2}" dt="2023-06-12T08:02:29.506" v="0" actId="478"/>
          <ac:grpSpMkLst>
            <pc:docMk/>
            <pc:sldMk cId="3922207980" sldId="506"/>
            <ac:grpSpMk id="5" creationId="{2D604B6B-EDF7-477D-B622-0DABE34AE06F}"/>
          </ac:grpSpMkLst>
        </pc:grpChg>
        <pc:grpChg chg="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7" creationId="{6EB7D5F3-93DE-7BCB-59E9-445CB16118EE}"/>
          </ac:grpSpMkLst>
        </pc:grpChg>
        <pc:grpChg chg="add 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11" creationId="{86A6A6AB-3DC6-143F-3843-AAD126FC1E96}"/>
          </ac:grpSpMkLst>
        </pc:grpChg>
        <pc:grpChg chg="del">
          <ac:chgData name="Manuj" userId="1a07f523-e16f-486a-b610-37539cc763a0" providerId="ADAL" clId="{27A32ECD-9F8C-4400-AAEE-29685126C1F2}" dt="2023-06-12T08:02:29.506" v="0" actId="478"/>
          <ac:grpSpMkLst>
            <pc:docMk/>
            <pc:sldMk cId="3922207980" sldId="506"/>
            <ac:grpSpMk id="12" creationId="{8A077CE5-2F00-4200-A66F-860C3C12D4A8}"/>
          </ac:grpSpMkLst>
        </pc:grpChg>
        <pc:grpChg chg="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15" creationId="{D8DAC283-52CC-F4B1-7C7F-A944D185CDBA}"/>
          </ac:grpSpMkLst>
        </pc:grpChg>
        <pc:grpChg chg="del">
          <ac:chgData name="Manuj" userId="1a07f523-e16f-486a-b610-37539cc763a0" providerId="ADAL" clId="{27A32ECD-9F8C-4400-AAEE-29685126C1F2}" dt="2023-06-12T08:02:29.506" v="0" actId="478"/>
          <ac:grpSpMkLst>
            <pc:docMk/>
            <pc:sldMk cId="3922207980" sldId="506"/>
            <ac:grpSpMk id="18" creationId="{5BC19634-4A27-417C-9598-35E3EEF728A8}"/>
          </ac:grpSpMkLst>
        </pc:grpChg>
        <pc:grpChg chg="del">
          <ac:chgData name="Manuj" userId="1a07f523-e16f-486a-b610-37539cc763a0" providerId="ADAL" clId="{27A32ECD-9F8C-4400-AAEE-29685126C1F2}" dt="2023-06-12T08:02:29.506" v="0" actId="478"/>
          <ac:grpSpMkLst>
            <pc:docMk/>
            <pc:sldMk cId="3922207980" sldId="506"/>
            <ac:grpSpMk id="19" creationId="{576475BE-3286-4055-B7CA-03E89AACEF68}"/>
          </ac:grpSpMkLst>
        </pc:grpChg>
        <pc:grpChg chg="add 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20" creationId="{36E8DB87-6BF8-D606-00E2-CCECDB0EC578}"/>
          </ac:grpSpMkLst>
        </pc:grpChg>
        <pc:grpChg chg="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21" creationId="{DDA6D3A9-FF5C-C606-AC16-B79A19B79867}"/>
          </ac:grpSpMkLst>
        </pc:grpChg>
        <pc:grpChg chg="add 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26" creationId="{3A244D86-A19F-76D3-7DA7-1FA921EAC0B9}"/>
          </ac:grpSpMkLst>
        </pc:grpChg>
        <pc:grpChg chg="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27" creationId="{20E1B09D-0104-AD5F-BBC7-9BCC133624CC}"/>
          </ac:grpSpMkLst>
        </pc:grpChg>
        <pc:grpChg chg="add 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32" creationId="{8D1C233F-955E-025E-70A4-AAC1011D0AE1}"/>
          </ac:grpSpMkLst>
        </pc:grpChg>
        <pc:grpChg chg="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34" creationId="{F721F019-6BC6-BBA7-8582-4B2AF8231773}"/>
          </ac:grpSpMkLst>
        </pc:grpChg>
        <pc:grpChg chg="add 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38" creationId="{F2BCB59F-EA42-831C-0440-8CE00224ECD7}"/>
          </ac:grpSpMkLst>
        </pc:grpChg>
        <pc:grpChg chg="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39" creationId="{F964EF59-A88A-3D7B-A7D4-B12377A611BF}"/>
          </ac:grpSpMkLst>
        </pc:grpChg>
        <pc:picChg chg="mod">
          <ac:chgData name="Manuj" userId="1a07f523-e16f-486a-b610-37539cc763a0" providerId="ADAL" clId="{27A32ECD-9F8C-4400-AAEE-29685126C1F2}" dt="2023-06-12T08:02:36.947" v="1"/>
          <ac:picMkLst>
            <pc:docMk/>
            <pc:sldMk cId="3922207980" sldId="506"/>
            <ac:picMk id="10" creationId="{4A6D2B42-B13A-3F4C-EC1C-B2EA18D9A84B}"/>
          </ac:picMkLst>
        </pc:picChg>
        <pc:picChg chg="mod">
          <ac:chgData name="Manuj" userId="1a07f523-e16f-486a-b610-37539cc763a0" providerId="ADAL" clId="{27A32ECD-9F8C-4400-AAEE-29685126C1F2}" dt="2023-06-12T08:02:36.947" v="1"/>
          <ac:picMkLst>
            <pc:docMk/>
            <pc:sldMk cId="3922207980" sldId="506"/>
            <ac:picMk id="17" creationId="{7B0E18A0-2331-34B9-38CC-7F9940B413A6}"/>
          </ac:picMkLst>
        </pc:picChg>
        <pc:picChg chg="mod">
          <ac:chgData name="Manuj" userId="1a07f523-e16f-486a-b610-37539cc763a0" providerId="ADAL" clId="{27A32ECD-9F8C-4400-AAEE-29685126C1F2}" dt="2023-06-12T08:02:36.947" v="1"/>
          <ac:picMkLst>
            <pc:docMk/>
            <pc:sldMk cId="3922207980" sldId="506"/>
            <ac:picMk id="25" creationId="{0208DE04-29E4-9A1C-061F-5C93D9493FF9}"/>
          </ac:picMkLst>
        </pc:picChg>
        <pc:picChg chg="mod">
          <ac:chgData name="Manuj" userId="1a07f523-e16f-486a-b610-37539cc763a0" providerId="ADAL" clId="{27A32ECD-9F8C-4400-AAEE-29685126C1F2}" dt="2023-06-12T08:02:36.947" v="1"/>
          <ac:picMkLst>
            <pc:docMk/>
            <pc:sldMk cId="3922207980" sldId="506"/>
            <ac:picMk id="31" creationId="{28D351E4-97E9-5385-F074-EBEF7EE27708}"/>
          </ac:picMkLst>
        </pc:picChg>
        <pc:picChg chg="mod">
          <ac:chgData name="Manuj" userId="1a07f523-e16f-486a-b610-37539cc763a0" providerId="ADAL" clId="{27A32ECD-9F8C-4400-AAEE-29685126C1F2}" dt="2023-06-12T08:02:36.947" v="1"/>
          <ac:picMkLst>
            <pc:docMk/>
            <pc:sldMk cId="3922207980" sldId="506"/>
            <ac:picMk id="37" creationId="{5265DB7A-05AF-D8D9-A24A-986E1043B41F}"/>
          </ac:picMkLst>
        </pc:picChg>
        <pc:picChg chg="mod">
          <ac:chgData name="Manuj" userId="1a07f523-e16f-486a-b610-37539cc763a0" providerId="ADAL" clId="{27A32ECD-9F8C-4400-AAEE-29685126C1F2}" dt="2023-06-12T08:02:36.947" v="1"/>
          <ac:picMkLst>
            <pc:docMk/>
            <pc:sldMk cId="3922207980" sldId="506"/>
            <ac:picMk id="43" creationId="{5E33F283-2CD2-B323-251C-3496F7DEEF91}"/>
          </ac:picMkLst>
        </pc:picChg>
      </pc:sldChg>
      <pc:sldChg chg="addSp delSp modSp mod setBg">
        <pc:chgData name="Manuj" userId="1a07f523-e16f-486a-b610-37539cc763a0" providerId="ADAL" clId="{27A32ECD-9F8C-4400-AAEE-29685126C1F2}" dt="2023-06-12T08:28:56.337" v="711" actId="688"/>
        <pc:sldMkLst>
          <pc:docMk/>
          <pc:sldMk cId="1213225221" sldId="546"/>
        </pc:sldMkLst>
        <pc:spChg chg="mod">
          <ac:chgData name="Manuj" userId="1a07f523-e16f-486a-b610-37539cc763a0" providerId="ADAL" clId="{27A32ECD-9F8C-4400-AAEE-29685126C1F2}" dt="2023-06-12T08:14:14.092" v="236" actId="1076"/>
          <ac:spMkLst>
            <pc:docMk/>
            <pc:sldMk cId="1213225221" sldId="546"/>
            <ac:spMk id="12" creationId="{77BB407C-3743-4F18-91B5-B05E45CC47F0}"/>
          </ac:spMkLst>
        </pc:spChg>
        <pc:spChg chg="mod">
          <ac:chgData name="Manuj" userId="1a07f523-e16f-486a-b610-37539cc763a0" providerId="ADAL" clId="{27A32ECD-9F8C-4400-AAEE-29685126C1F2}" dt="2023-06-12T08:23:50.234" v="458" actId="1076"/>
          <ac:spMkLst>
            <pc:docMk/>
            <pc:sldMk cId="1213225221" sldId="546"/>
            <ac:spMk id="23" creationId="{648C08C5-82B4-4F7B-A857-2B793046AEBD}"/>
          </ac:spMkLst>
        </pc:spChg>
        <pc:spChg chg="del">
          <ac:chgData name="Manuj" userId="1a07f523-e16f-486a-b610-37539cc763a0" providerId="ADAL" clId="{27A32ECD-9F8C-4400-AAEE-29685126C1F2}" dt="2023-06-12T08:22:14.510" v="404" actId="478"/>
          <ac:spMkLst>
            <pc:docMk/>
            <pc:sldMk cId="1213225221" sldId="546"/>
            <ac:spMk id="25" creationId="{1271E382-3BE4-4C7D-A6CF-61B977E8A0A9}"/>
          </ac:spMkLst>
        </pc:spChg>
        <pc:grpChg chg="mod">
          <ac:chgData name="Manuj" userId="1a07f523-e16f-486a-b610-37539cc763a0" providerId="ADAL" clId="{27A32ECD-9F8C-4400-AAEE-29685126C1F2}" dt="2023-06-12T08:28:42.584" v="709" actId="688"/>
          <ac:grpSpMkLst>
            <pc:docMk/>
            <pc:sldMk cId="1213225221" sldId="546"/>
            <ac:grpSpMk id="10" creationId="{33762428-4010-410A-9D09-F6BD22E96D8F}"/>
          </ac:grpSpMkLst>
        </pc:grpChg>
        <pc:picChg chg="del">
          <ac:chgData name="Manuj" userId="1a07f523-e16f-486a-b610-37539cc763a0" providerId="ADAL" clId="{27A32ECD-9F8C-4400-AAEE-29685126C1F2}" dt="2023-06-12T08:14:02.793" v="230" actId="478"/>
          <ac:picMkLst>
            <pc:docMk/>
            <pc:sldMk cId="1213225221" sldId="546"/>
            <ac:picMk id="2" creationId="{1C5C6CCF-09B4-1776-8CD5-9DF236032A07}"/>
          </ac:picMkLst>
        </pc:picChg>
        <pc:picChg chg="add mod">
          <ac:chgData name="Manuj" userId="1a07f523-e16f-486a-b610-37539cc763a0" providerId="ADAL" clId="{27A32ECD-9F8C-4400-AAEE-29685126C1F2}" dt="2023-06-12T08:28:56.337" v="711" actId="688"/>
          <ac:picMkLst>
            <pc:docMk/>
            <pc:sldMk cId="1213225221" sldId="546"/>
            <ac:picMk id="3" creationId="{CADFD0F7-62DE-A9E4-E991-DA5DBAB1798D}"/>
          </ac:picMkLst>
        </pc:picChg>
        <pc:picChg chg="mod">
          <ac:chgData name="Manuj" userId="1a07f523-e16f-486a-b610-37539cc763a0" providerId="ADAL" clId="{27A32ECD-9F8C-4400-AAEE-29685126C1F2}" dt="2023-06-12T08:28:47.440" v="710" actId="688"/>
          <ac:picMkLst>
            <pc:docMk/>
            <pc:sldMk cId="1213225221" sldId="546"/>
            <ac:picMk id="16" creationId="{2302BC7C-8D8D-42D8-831C-6ACFC114EDBE}"/>
          </ac:picMkLst>
        </pc:picChg>
      </pc:sldChg>
      <pc:sldChg chg="setBg">
        <pc:chgData name="Manuj" userId="1a07f523-e16f-486a-b610-37539cc763a0" providerId="ADAL" clId="{27A32ECD-9F8C-4400-AAEE-29685126C1F2}" dt="2023-06-12T08:28:01.191" v="706"/>
        <pc:sldMkLst>
          <pc:docMk/>
          <pc:sldMk cId="505145951" sldId="551"/>
        </pc:sldMkLst>
      </pc:sldChg>
      <pc:sldChg chg="modSp mod setBg">
        <pc:chgData name="Manuj" userId="1a07f523-e16f-486a-b610-37539cc763a0" providerId="ADAL" clId="{27A32ECD-9F8C-4400-AAEE-29685126C1F2}" dt="2023-06-12T08:27:25.071" v="700"/>
        <pc:sldMkLst>
          <pc:docMk/>
          <pc:sldMk cId="2191335115" sldId="556"/>
        </pc:sldMkLst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41" creationId="{DBA8DA89-A2DC-4811-BE66-3F572C77600A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42" creationId="{EAC7E137-F1E1-46D8-8573-4FD0D4F2B8B6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44" creationId="{A657A54D-A2BB-42CF-81A0-6C75EF15E312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46" creationId="{419AF430-7E9A-4E68-AC45-51AFBF68640E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49" creationId="{5B67704F-DC99-406A-8EB8-22E3C8D5C374}"/>
          </ac:spMkLst>
        </pc:spChg>
        <pc:spChg chg="mod">
          <ac:chgData name="Manuj" userId="1a07f523-e16f-486a-b610-37539cc763a0" providerId="ADAL" clId="{27A32ECD-9F8C-4400-AAEE-29685126C1F2}" dt="2023-06-12T08:21:57.785" v="395" actId="1035"/>
          <ac:spMkLst>
            <pc:docMk/>
            <pc:sldMk cId="2191335115" sldId="556"/>
            <ac:spMk id="51" creationId="{455EDAE7-D83D-43AE-945E-A055E7D80E2A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55" creationId="{7527B5EA-AA0C-4E6D-8632-95F48C0D8A89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140" creationId="{9686278A-6492-4F9B-B30F-E88C04126888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143" creationId="{0730F525-FF3D-46B5-8A33-EBE17783189A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145" creationId="{A4D7F0FC-1886-48E4-A312-A1343828A359}"/>
          </ac:spMkLst>
        </pc:spChg>
        <pc:spChg chg="mod">
          <ac:chgData name="Manuj" userId="1a07f523-e16f-486a-b610-37539cc763a0" providerId="ADAL" clId="{27A32ECD-9F8C-4400-AAEE-29685126C1F2}" dt="2023-06-12T08:22:06.898" v="403" actId="1076"/>
          <ac:spMkLst>
            <pc:docMk/>
            <pc:sldMk cId="2191335115" sldId="556"/>
            <ac:spMk id="146" creationId="{DAA1ECE5-1DC4-4C02-86B4-FD10593EBAC1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147" creationId="{62CDDC15-3661-4D9E-A154-4C5C128383CD}"/>
          </ac:spMkLst>
        </pc:spChg>
        <pc:grpChg chg="mod">
          <ac:chgData name="Manuj" userId="1a07f523-e16f-486a-b610-37539cc763a0" providerId="ADAL" clId="{27A32ECD-9F8C-4400-AAEE-29685126C1F2}" dt="2023-06-12T08:21:50.780" v="378" actId="1035"/>
          <ac:grpSpMkLst>
            <pc:docMk/>
            <pc:sldMk cId="2191335115" sldId="556"/>
            <ac:grpSpMk id="12" creationId="{8200B252-07F5-437F-9094-E9C5DB887A5F}"/>
          </ac:grpSpMkLst>
        </pc:grpChg>
        <pc:picChg chg="mod">
          <ac:chgData name="Manuj" userId="1a07f523-e16f-486a-b610-37539cc763a0" providerId="ADAL" clId="{27A32ECD-9F8C-4400-AAEE-29685126C1F2}" dt="2023-06-12T08:22:01.100" v="402" actId="1035"/>
          <ac:picMkLst>
            <pc:docMk/>
            <pc:sldMk cId="2191335115" sldId="556"/>
            <ac:picMk id="45" creationId="{C7BDA774-0293-4DDF-B88D-A276BE663046}"/>
          </ac:picMkLst>
        </pc:picChg>
        <pc:picChg chg="mod">
          <ac:chgData name="Manuj" userId="1a07f523-e16f-486a-b610-37539cc763a0" providerId="ADAL" clId="{27A32ECD-9F8C-4400-AAEE-29685126C1F2}" dt="2023-06-12T08:21:57.785" v="395" actId="1035"/>
          <ac:picMkLst>
            <pc:docMk/>
            <pc:sldMk cId="2191335115" sldId="556"/>
            <ac:picMk id="47" creationId="{C74F393A-7C78-4E7A-82CF-39789A78D304}"/>
          </ac:picMkLst>
        </pc:picChg>
      </pc:sldChg>
      <pc:sldChg chg="del setBg">
        <pc:chgData name="Manuj" userId="1a07f523-e16f-486a-b610-37539cc763a0" providerId="ADAL" clId="{27A32ECD-9F8C-4400-AAEE-29685126C1F2}" dt="2023-07-26T08:45:11.102" v="814" actId="47"/>
        <pc:sldMkLst>
          <pc:docMk/>
          <pc:sldMk cId="2719421991" sldId="565"/>
        </pc:sldMkLst>
      </pc:sldChg>
      <pc:sldChg chg="addSp delSp modSp mod setBg">
        <pc:chgData name="Manuj" userId="1a07f523-e16f-486a-b610-37539cc763a0" providerId="ADAL" clId="{27A32ECD-9F8C-4400-AAEE-29685126C1F2}" dt="2023-06-12T08:31:15.212" v="812" actId="20577"/>
        <pc:sldMkLst>
          <pc:docMk/>
          <pc:sldMk cId="2856650110" sldId="566"/>
        </pc:sldMkLst>
        <pc:spChg chg="mod">
          <ac:chgData name="Manuj" userId="1a07f523-e16f-486a-b610-37539cc763a0" providerId="ADAL" clId="{27A32ECD-9F8C-4400-AAEE-29685126C1F2}" dt="2023-06-12T08:30:24.741" v="732" actId="1038"/>
          <ac:spMkLst>
            <pc:docMk/>
            <pc:sldMk cId="2856650110" sldId="566"/>
            <ac:spMk id="4" creationId="{AE44E577-F54B-1115-82EA-3CD5A5313247}"/>
          </ac:spMkLst>
        </pc:spChg>
        <pc:spChg chg="del mod">
          <ac:chgData name="Manuj" userId="1a07f523-e16f-486a-b610-37539cc763a0" providerId="ADAL" clId="{27A32ECD-9F8C-4400-AAEE-29685126C1F2}" dt="2023-06-12T08:11:33.303" v="174" actId="478"/>
          <ac:spMkLst>
            <pc:docMk/>
            <pc:sldMk cId="2856650110" sldId="566"/>
            <ac:spMk id="9" creationId="{DE9E5766-85FF-4F74-1929-E47D01BEA624}"/>
          </ac:spMkLst>
        </pc:spChg>
        <pc:spChg chg="add mod">
          <ac:chgData name="Manuj" userId="1a07f523-e16f-486a-b610-37539cc763a0" providerId="ADAL" clId="{27A32ECD-9F8C-4400-AAEE-29685126C1F2}" dt="2023-06-12T08:30:24.741" v="732" actId="1038"/>
          <ac:spMkLst>
            <pc:docMk/>
            <pc:sldMk cId="2856650110" sldId="566"/>
            <ac:spMk id="10" creationId="{E8CE414E-7B37-1738-E81D-A2B610236E16}"/>
          </ac:spMkLst>
        </pc:spChg>
        <pc:spChg chg="add mod">
          <ac:chgData name="Manuj" userId="1a07f523-e16f-486a-b610-37539cc763a0" providerId="ADAL" clId="{27A32ECD-9F8C-4400-AAEE-29685126C1F2}" dt="2023-06-12T08:30:24.741" v="732" actId="1038"/>
          <ac:spMkLst>
            <pc:docMk/>
            <pc:sldMk cId="2856650110" sldId="566"/>
            <ac:spMk id="11" creationId="{143F27E0-733D-9B4F-386E-AB7FF86955D5}"/>
          </ac:spMkLst>
        </pc:spChg>
        <pc:spChg chg="mod">
          <ac:chgData name="Manuj" userId="1a07f523-e16f-486a-b610-37539cc763a0" providerId="ADAL" clId="{27A32ECD-9F8C-4400-AAEE-29685126C1F2}" dt="2023-06-12T08:31:15.212" v="812" actId="20577"/>
          <ac:spMkLst>
            <pc:docMk/>
            <pc:sldMk cId="2856650110" sldId="566"/>
            <ac:spMk id="16" creationId="{406E45B0-1E65-8BF1-E0CB-5BE6FFC0905E}"/>
          </ac:spMkLst>
        </pc:spChg>
        <pc:spChg chg="mod">
          <ac:chgData name="Manuj" userId="1a07f523-e16f-486a-b610-37539cc763a0" providerId="ADAL" clId="{27A32ECD-9F8C-4400-AAEE-29685126C1F2}" dt="2023-06-12T08:30:46.703" v="806" actId="1037"/>
          <ac:spMkLst>
            <pc:docMk/>
            <pc:sldMk cId="2856650110" sldId="566"/>
            <ac:spMk id="17" creationId="{00000000-0000-0000-0000-000000000000}"/>
          </ac:spMkLst>
        </pc:spChg>
        <pc:spChg chg="mod">
          <ac:chgData name="Manuj" userId="1a07f523-e16f-486a-b610-37539cc763a0" providerId="ADAL" clId="{27A32ECD-9F8C-4400-AAEE-29685126C1F2}" dt="2023-06-12T08:30:24.741" v="732" actId="1038"/>
          <ac:spMkLst>
            <pc:docMk/>
            <pc:sldMk cId="2856650110" sldId="566"/>
            <ac:spMk id="21" creationId="{53B8B4E3-7B2B-8EE6-E5DF-01848E110E26}"/>
          </ac:spMkLst>
        </pc:spChg>
        <pc:spChg chg="del mod">
          <ac:chgData name="Manuj" userId="1a07f523-e16f-486a-b610-37539cc763a0" providerId="ADAL" clId="{27A32ECD-9F8C-4400-AAEE-29685126C1F2}" dt="2023-06-12T08:11:34.712" v="175" actId="478"/>
          <ac:spMkLst>
            <pc:docMk/>
            <pc:sldMk cId="2856650110" sldId="566"/>
            <ac:spMk id="22" creationId="{BC55130E-614A-A8FE-CECD-B06B628E81FC}"/>
          </ac:spMkLst>
        </pc:spChg>
        <pc:picChg chg="add mod">
          <ac:chgData name="Manuj" userId="1a07f523-e16f-486a-b610-37539cc763a0" providerId="ADAL" clId="{27A32ECD-9F8C-4400-AAEE-29685126C1F2}" dt="2023-06-12T08:30:24.741" v="732" actId="1038"/>
          <ac:picMkLst>
            <pc:docMk/>
            <pc:sldMk cId="2856650110" sldId="566"/>
            <ac:picMk id="3" creationId="{FEDD9E83-7611-8D20-E84A-368B0A5CB04B}"/>
          </ac:picMkLst>
        </pc:picChg>
        <pc:picChg chg="del">
          <ac:chgData name="Manuj" userId="1a07f523-e16f-486a-b610-37539cc763a0" providerId="ADAL" clId="{27A32ECD-9F8C-4400-AAEE-29685126C1F2}" dt="2023-06-12T08:03:27.027" v="9" actId="478"/>
          <ac:picMkLst>
            <pc:docMk/>
            <pc:sldMk cId="2856650110" sldId="566"/>
            <ac:picMk id="6" creationId="{B142E2DC-FF18-D681-B29B-1AB9234952BE}"/>
          </ac:picMkLst>
        </pc:picChg>
        <pc:picChg chg="add mod modCrop">
          <ac:chgData name="Manuj" userId="1a07f523-e16f-486a-b610-37539cc763a0" providerId="ADAL" clId="{27A32ECD-9F8C-4400-AAEE-29685126C1F2}" dt="2023-06-12T08:30:24.741" v="732" actId="1038"/>
          <ac:picMkLst>
            <pc:docMk/>
            <pc:sldMk cId="2856650110" sldId="566"/>
            <ac:picMk id="7" creationId="{AEED9DBB-A134-C4F1-D214-6B762C3FF22E}"/>
          </ac:picMkLst>
        </pc:picChg>
        <pc:picChg chg="del">
          <ac:chgData name="Manuj" userId="1a07f523-e16f-486a-b610-37539cc763a0" providerId="ADAL" clId="{27A32ECD-9F8C-4400-AAEE-29685126C1F2}" dt="2023-06-12T08:03:29.129" v="11" actId="478"/>
          <ac:picMkLst>
            <pc:docMk/>
            <pc:sldMk cId="2856650110" sldId="566"/>
            <ac:picMk id="8" creationId="{D9B7E611-67F4-EC6B-9CF8-25E85F914390}"/>
          </ac:picMkLst>
        </pc:picChg>
      </pc:sldChg>
      <pc:sldChg chg="delSp modSp mod">
        <pc:chgData name="Manuj" userId="1a07f523-e16f-486a-b610-37539cc763a0" providerId="ADAL" clId="{27A32ECD-9F8C-4400-AAEE-29685126C1F2}" dt="2023-06-12T08:26:25.555" v="699" actId="1037"/>
        <pc:sldMkLst>
          <pc:docMk/>
          <pc:sldMk cId="2973246647" sldId="568"/>
        </pc:sldMkLst>
        <pc:spChg chg="mod">
          <ac:chgData name="Manuj" userId="1a07f523-e16f-486a-b610-37539cc763a0" providerId="ADAL" clId="{27A32ECD-9F8C-4400-AAEE-29685126C1F2}" dt="2023-06-12T08:26:02.179" v="597" actId="1036"/>
          <ac:spMkLst>
            <pc:docMk/>
            <pc:sldMk cId="2973246647" sldId="568"/>
            <ac:spMk id="7" creationId="{964AF775-7BD1-4261-B095-0BBC8FB51428}"/>
          </ac:spMkLst>
        </pc:spChg>
        <pc:spChg chg="del">
          <ac:chgData name="Manuj" userId="1a07f523-e16f-486a-b610-37539cc763a0" providerId="ADAL" clId="{27A32ECD-9F8C-4400-AAEE-29685126C1F2}" dt="2023-06-12T08:24:26.419" v="459" actId="478"/>
          <ac:spMkLst>
            <pc:docMk/>
            <pc:sldMk cId="2973246647" sldId="568"/>
            <ac:spMk id="8" creationId="{8CD81672-C55A-4534-AFBF-709FAC2A974B}"/>
          </ac:spMkLst>
        </pc:spChg>
        <pc:grpChg chg="mod">
          <ac:chgData name="Manuj" userId="1a07f523-e16f-486a-b610-37539cc763a0" providerId="ADAL" clId="{27A32ECD-9F8C-4400-AAEE-29685126C1F2}" dt="2023-06-12T08:26:10.719" v="633" actId="1037"/>
          <ac:grpSpMkLst>
            <pc:docMk/>
            <pc:sldMk cId="2973246647" sldId="568"/>
            <ac:grpSpMk id="9" creationId="{596B296C-CA19-418C-843F-AC3F84CDEF5A}"/>
          </ac:grpSpMkLst>
        </pc:grpChg>
        <pc:grpChg chg="mod">
          <ac:chgData name="Manuj" userId="1a07f523-e16f-486a-b610-37539cc763a0" providerId="ADAL" clId="{27A32ECD-9F8C-4400-AAEE-29685126C1F2}" dt="2023-06-12T08:26:25.555" v="699" actId="1037"/>
          <ac:grpSpMkLst>
            <pc:docMk/>
            <pc:sldMk cId="2973246647" sldId="568"/>
            <ac:grpSpMk id="15" creationId="{41E261B8-C435-42CA-BDEB-628A205413F8}"/>
          </ac:grpSpMkLst>
        </pc:grpChg>
        <pc:picChg chg="mod modCrop">
          <ac:chgData name="Manuj" userId="1a07f523-e16f-486a-b610-37539cc763a0" providerId="ADAL" clId="{27A32ECD-9F8C-4400-AAEE-29685126C1F2}" dt="2023-06-12T08:25:48.496" v="592" actId="1076"/>
          <ac:picMkLst>
            <pc:docMk/>
            <pc:sldMk cId="2973246647" sldId="568"/>
            <ac:picMk id="4" creationId="{C887159A-1CA4-4E39-A370-A82A5829D274}"/>
          </ac:picMkLst>
        </pc:picChg>
      </pc:sldChg>
      <pc:sldChg chg="setBg">
        <pc:chgData name="Manuj" userId="1a07f523-e16f-486a-b610-37539cc763a0" providerId="ADAL" clId="{27A32ECD-9F8C-4400-AAEE-29685126C1F2}" dt="2023-06-12T08:28:05.655" v="707"/>
        <pc:sldMkLst>
          <pc:docMk/>
          <pc:sldMk cId="4106624454" sldId="569"/>
        </pc:sldMkLst>
      </pc:sldChg>
      <pc:sldChg chg="modSp mod setBg">
        <pc:chgData name="Manuj" userId="1a07f523-e16f-486a-b610-37539cc763a0" providerId="ADAL" clId="{27A32ECD-9F8C-4400-AAEE-29685126C1F2}" dt="2023-06-12T08:27:47.601" v="703"/>
        <pc:sldMkLst>
          <pc:docMk/>
          <pc:sldMk cId="3324685487" sldId="571"/>
        </pc:sldMkLst>
        <pc:spChg chg="mod">
          <ac:chgData name="Manuj" userId="1a07f523-e16f-486a-b610-37539cc763a0" providerId="ADAL" clId="{27A32ECD-9F8C-4400-AAEE-29685126C1F2}" dt="2023-06-12T08:13:23.417" v="229" actId="20577"/>
          <ac:spMkLst>
            <pc:docMk/>
            <pc:sldMk cId="3324685487" sldId="571"/>
            <ac:spMk id="17" creationId="{00000000-0000-0000-0000-000000000000}"/>
          </ac:spMkLst>
        </pc:spChg>
      </pc:sldChg>
      <pc:sldChg chg="addSp delSp modSp mod setBg">
        <pc:chgData name="Manuj" userId="1a07f523-e16f-486a-b610-37539cc763a0" providerId="ADAL" clId="{27A32ECD-9F8C-4400-AAEE-29685126C1F2}" dt="2023-06-12T08:27:58.105" v="705"/>
        <pc:sldMkLst>
          <pc:docMk/>
          <pc:sldMk cId="247023824" sldId="572"/>
        </pc:sldMkLst>
        <pc:spChg chg="mod">
          <ac:chgData name="Manuj" userId="1a07f523-e16f-486a-b610-37539cc763a0" providerId="ADAL" clId="{27A32ECD-9F8C-4400-AAEE-29685126C1F2}" dt="2023-06-12T08:16:01.433" v="255" actId="21"/>
          <ac:spMkLst>
            <pc:docMk/>
            <pc:sldMk cId="247023824" sldId="572"/>
            <ac:spMk id="4" creationId="{AE44E577-F54B-1115-82EA-3CD5A5313247}"/>
          </ac:spMkLst>
        </pc:spChg>
        <pc:spChg chg="add mod">
          <ac:chgData name="Manuj" userId="1a07f523-e16f-486a-b610-37539cc763a0" providerId="ADAL" clId="{27A32ECD-9F8C-4400-AAEE-29685126C1F2}" dt="2023-06-12T08:16:33.099" v="268" actId="1076"/>
          <ac:spMkLst>
            <pc:docMk/>
            <pc:sldMk cId="247023824" sldId="572"/>
            <ac:spMk id="7" creationId="{650F9B50-291B-1340-23A3-644BB95B4CD1}"/>
          </ac:spMkLst>
        </pc:spChg>
        <pc:spChg chg="add mod">
          <ac:chgData name="Manuj" userId="1a07f523-e16f-486a-b610-37539cc763a0" providerId="ADAL" clId="{27A32ECD-9F8C-4400-AAEE-29685126C1F2}" dt="2023-06-12T08:16:33.099" v="268" actId="1076"/>
          <ac:spMkLst>
            <pc:docMk/>
            <pc:sldMk cId="247023824" sldId="572"/>
            <ac:spMk id="8" creationId="{FC826720-FD6A-EB3C-8792-F2A2F5E42C29}"/>
          </ac:spMkLst>
        </pc:spChg>
        <pc:spChg chg="mod">
          <ac:chgData name="Manuj" userId="1a07f523-e16f-486a-b610-37539cc763a0" providerId="ADAL" clId="{27A32ECD-9F8C-4400-AAEE-29685126C1F2}" dt="2023-06-12T08:22:59.729" v="415" actId="1076"/>
          <ac:spMkLst>
            <pc:docMk/>
            <pc:sldMk cId="247023824" sldId="572"/>
            <ac:spMk id="17" creationId="{00000000-0000-0000-0000-000000000000}"/>
          </ac:spMkLst>
        </pc:spChg>
        <pc:grpChg chg="add del">
          <ac:chgData name="Manuj" userId="1a07f523-e16f-486a-b610-37539cc763a0" providerId="ADAL" clId="{27A32ECD-9F8C-4400-AAEE-29685126C1F2}" dt="2023-06-12T08:16:22.371" v="264" actId="478"/>
          <ac:grpSpMkLst>
            <pc:docMk/>
            <pc:sldMk cId="247023824" sldId="572"/>
            <ac:grpSpMk id="3" creationId="{070DAF2B-5F6D-C58B-15F4-BF167DC179A5}"/>
          </ac:grpSpMkLst>
        </pc:grpChg>
        <pc:picChg chg="del">
          <ac:chgData name="Manuj" userId="1a07f523-e16f-486a-b610-37539cc763a0" providerId="ADAL" clId="{27A32ECD-9F8C-4400-AAEE-29685126C1F2}" dt="2023-06-12T08:07:22.317" v="49" actId="478"/>
          <ac:picMkLst>
            <pc:docMk/>
            <pc:sldMk cId="247023824" sldId="572"/>
            <ac:picMk id="2" creationId="{A66E333B-7B24-4EF1-CD41-E5072904428D}"/>
          </ac:picMkLst>
        </pc:picChg>
        <pc:picChg chg="add mod">
          <ac:chgData name="Manuj" userId="1a07f523-e16f-486a-b610-37539cc763a0" providerId="ADAL" clId="{27A32ECD-9F8C-4400-AAEE-29685126C1F2}" dt="2023-06-12T08:16:34.905" v="269" actId="1076"/>
          <ac:picMkLst>
            <pc:docMk/>
            <pc:sldMk cId="247023824" sldId="572"/>
            <ac:picMk id="6" creationId="{38E5193D-3711-6D12-3CD0-834B2A9F05D9}"/>
          </ac:picMkLst>
        </pc:picChg>
      </pc:sldChg>
      <pc:sldChg chg="addSp delSp modSp del mod">
        <pc:chgData name="Manuj" userId="1a07f523-e16f-486a-b610-37539cc763a0" providerId="ADAL" clId="{27A32ECD-9F8C-4400-AAEE-29685126C1F2}" dt="2023-06-12T08:17:16.230" v="273" actId="2696"/>
        <pc:sldMkLst>
          <pc:docMk/>
          <pc:sldMk cId="2876836253" sldId="573"/>
        </pc:sldMkLst>
        <pc:graphicFrameChg chg="add del modGraphic">
          <ac:chgData name="Manuj" userId="1a07f523-e16f-486a-b610-37539cc763a0" providerId="ADAL" clId="{27A32ECD-9F8C-4400-AAEE-29685126C1F2}" dt="2023-06-12T08:17:02.260" v="272" actId="2165"/>
          <ac:graphicFrameMkLst>
            <pc:docMk/>
            <pc:sldMk cId="2876836253" sldId="573"/>
            <ac:graphicFrameMk id="2" creationId="{58696F34-8374-A453-0DF8-2929E576A41C}"/>
          </ac:graphicFrameMkLst>
        </pc:graphicFrameChg>
      </pc:sldChg>
      <pc:sldChg chg="addSp delSp modSp mod">
        <pc:chgData name="Manuj" userId="1a07f523-e16f-486a-b610-37539cc763a0" providerId="ADAL" clId="{27A32ECD-9F8C-4400-AAEE-29685126C1F2}" dt="2023-06-12T08:23:28.875" v="455" actId="1035"/>
        <pc:sldMkLst>
          <pc:docMk/>
          <pc:sldMk cId="744809073" sldId="574"/>
        </pc:sldMkLst>
        <pc:spChg chg="add mod">
          <ac:chgData name="Manuj" userId="1a07f523-e16f-486a-b610-37539cc763a0" providerId="ADAL" clId="{27A32ECD-9F8C-4400-AAEE-29685126C1F2}" dt="2023-06-12T08:20:28.914" v="357" actId="1076"/>
          <ac:spMkLst>
            <pc:docMk/>
            <pc:sldMk cId="744809073" sldId="574"/>
            <ac:spMk id="3" creationId="{0E14A391-18B6-F004-713A-4752B6D5BA6A}"/>
          </ac:spMkLst>
        </pc:spChg>
        <pc:spChg chg="add del mod">
          <ac:chgData name="Manuj" userId="1a07f523-e16f-486a-b610-37539cc763a0" providerId="ADAL" clId="{27A32ECD-9F8C-4400-AAEE-29685126C1F2}" dt="2023-06-12T08:19:33.071" v="340"/>
          <ac:spMkLst>
            <pc:docMk/>
            <pc:sldMk cId="744809073" sldId="574"/>
            <ac:spMk id="4" creationId="{DBD1897B-B1EA-7FD0-6BFD-82B1101FAEB3}"/>
          </ac:spMkLst>
        </pc:spChg>
        <pc:spChg chg="add del mod">
          <ac:chgData name="Manuj" userId="1a07f523-e16f-486a-b610-37539cc763a0" providerId="ADAL" clId="{27A32ECD-9F8C-4400-AAEE-29685126C1F2}" dt="2023-06-12T08:20:05.295" v="351" actId="478"/>
          <ac:spMkLst>
            <pc:docMk/>
            <pc:sldMk cId="744809073" sldId="574"/>
            <ac:spMk id="6" creationId="{467B097B-87C3-467C-EAB8-496684EB5554}"/>
          </ac:spMkLst>
        </pc:spChg>
        <pc:spChg chg="mod">
          <ac:chgData name="Manuj" userId="1a07f523-e16f-486a-b610-37539cc763a0" providerId="ADAL" clId="{27A32ECD-9F8C-4400-AAEE-29685126C1F2}" dt="2023-06-12T08:18:30.543" v="289" actId="404"/>
          <ac:spMkLst>
            <pc:docMk/>
            <pc:sldMk cId="744809073" sldId="574"/>
            <ac:spMk id="7" creationId="{B493A5DE-B7CD-3192-B2FD-BC7B913D8611}"/>
          </ac:spMkLst>
        </pc:spChg>
        <pc:spChg chg="mod">
          <ac:chgData name="Manuj" userId="1a07f523-e16f-486a-b610-37539cc763a0" providerId="ADAL" clId="{27A32ECD-9F8C-4400-AAEE-29685126C1F2}" dt="2023-06-12T08:18:30.543" v="289" actId="404"/>
          <ac:spMkLst>
            <pc:docMk/>
            <pc:sldMk cId="744809073" sldId="574"/>
            <ac:spMk id="8" creationId="{17ECFA86-4437-9B87-A683-0F0AB9E126E9}"/>
          </ac:spMkLst>
        </pc:spChg>
        <pc:spChg chg="mod">
          <ac:chgData name="Manuj" userId="1a07f523-e16f-486a-b610-37539cc763a0" providerId="ADAL" clId="{27A32ECD-9F8C-4400-AAEE-29685126C1F2}" dt="2023-06-12T08:18:30.543" v="289" actId="404"/>
          <ac:spMkLst>
            <pc:docMk/>
            <pc:sldMk cId="744809073" sldId="574"/>
            <ac:spMk id="9" creationId="{585AE82C-184D-7E5A-342E-BBAAE92AA255}"/>
          </ac:spMkLst>
        </pc:spChg>
        <pc:spChg chg="mod">
          <ac:chgData name="Manuj" userId="1a07f523-e16f-486a-b610-37539cc763a0" providerId="ADAL" clId="{27A32ECD-9F8C-4400-AAEE-29685126C1F2}" dt="2023-06-12T08:18:30.543" v="289" actId="404"/>
          <ac:spMkLst>
            <pc:docMk/>
            <pc:sldMk cId="744809073" sldId="574"/>
            <ac:spMk id="10" creationId="{7F7A563B-928F-55D3-0AD1-84FA51445910}"/>
          </ac:spMkLst>
        </pc:spChg>
        <pc:spChg chg="mod">
          <ac:chgData name="Manuj" userId="1a07f523-e16f-486a-b610-37539cc763a0" providerId="ADAL" clId="{27A32ECD-9F8C-4400-AAEE-29685126C1F2}" dt="2023-06-12T08:18:30.543" v="289" actId="404"/>
          <ac:spMkLst>
            <pc:docMk/>
            <pc:sldMk cId="744809073" sldId="574"/>
            <ac:spMk id="15" creationId="{0A0539AA-2993-2106-2876-9FC09E46BF6F}"/>
          </ac:spMkLst>
        </pc:spChg>
        <pc:spChg chg="mod">
          <ac:chgData name="Manuj" userId="1a07f523-e16f-486a-b610-37539cc763a0" providerId="ADAL" clId="{27A32ECD-9F8C-4400-AAEE-29685126C1F2}" dt="2023-06-12T08:18:30.543" v="289" actId="404"/>
          <ac:spMkLst>
            <pc:docMk/>
            <pc:sldMk cId="744809073" sldId="574"/>
            <ac:spMk id="16" creationId="{EE1A9EC3-71D6-7CE5-A4B8-E7D7DD2B3958}"/>
          </ac:spMkLst>
        </pc:spChg>
        <pc:spChg chg="mod">
          <ac:chgData name="Manuj" userId="1a07f523-e16f-486a-b610-37539cc763a0" providerId="ADAL" clId="{27A32ECD-9F8C-4400-AAEE-29685126C1F2}" dt="2023-06-12T08:18:30.543" v="289" actId="404"/>
          <ac:spMkLst>
            <pc:docMk/>
            <pc:sldMk cId="744809073" sldId="574"/>
            <ac:spMk id="18" creationId="{A3013AC4-F863-7188-25BE-B18A7B411ADA}"/>
          </ac:spMkLst>
        </pc:spChg>
        <pc:spChg chg="mod">
          <ac:chgData name="Manuj" userId="1a07f523-e16f-486a-b610-37539cc763a0" providerId="ADAL" clId="{27A32ECD-9F8C-4400-AAEE-29685126C1F2}" dt="2023-06-12T08:18:30.543" v="289" actId="404"/>
          <ac:spMkLst>
            <pc:docMk/>
            <pc:sldMk cId="744809073" sldId="574"/>
            <ac:spMk id="19" creationId="{1B699562-F47C-F422-1035-B1AA753C8F44}"/>
          </ac:spMkLst>
        </pc:spChg>
        <pc:spChg chg="mod">
          <ac:chgData name="Manuj" userId="1a07f523-e16f-486a-b610-37539cc763a0" providerId="ADAL" clId="{27A32ECD-9F8C-4400-AAEE-29685126C1F2}" dt="2023-06-12T08:23:28.875" v="455" actId="1035"/>
          <ac:spMkLst>
            <pc:docMk/>
            <pc:sldMk cId="744809073" sldId="574"/>
            <ac:spMk id="21" creationId="{83340E69-C9E2-A9B1-5271-6BB01DBB5A64}"/>
          </ac:spMkLst>
        </pc:spChg>
        <pc:spChg chg="del">
          <ac:chgData name="Manuj" userId="1a07f523-e16f-486a-b610-37539cc763a0" providerId="ADAL" clId="{27A32ECD-9F8C-4400-AAEE-29685126C1F2}" dt="2023-06-12T08:18:51.997" v="297" actId="478"/>
          <ac:spMkLst>
            <pc:docMk/>
            <pc:sldMk cId="744809073" sldId="574"/>
            <ac:spMk id="23" creationId="{648C08C5-82B4-4F7B-A857-2B793046AEBD}"/>
          </ac:spMkLst>
        </pc:spChg>
        <pc:grpChg chg="mod">
          <ac:chgData name="Manuj" userId="1a07f523-e16f-486a-b610-37539cc763a0" providerId="ADAL" clId="{27A32ECD-9F8C-4400-AAEE-29685126C1F2}" dt="2023-06-12T08:23:28.875" v="455" actId="1035"/>
          <ac:grpSpMkLst>
            <pc:docMk/>
            <pc:sldMk cId="744809073" sldId="574"/>
            <ac:grpSpMk id="20" creationId="{299D4349-7F46-27E8-F240-89D73561E200}"/>
          </ac:grpSpMkLst>
        </pc:grpChg>
        <pc:picChg chg="mod">
          <ac:chgData name="Manuj" userId="1a07f523-e16f-486a-b610-37539cc763a0" providerId="ADAL" clId="{27A32ECD-9F8C-4400-AAEE-29685126C1F2}" dt="2023-06-12T08:23:28.875" v="455" actId="1035"/>
          <ac:picMkLst>
            <pc:docMk/>
            <pc:sldMk cId="744809073" sldId="574"/>
            <ac:picMk id="11" creationId="{55C9F99F-DE6E-CFFF-E910-0B06D3AF3873}"/>
          </ac:picMkLst>
        </pc:picChg>
      </pc:sldChg>
      <pc:sldChg chg="add">
        <pc:chgData name="Manuj" userId="1a07f523-e16f-486a-b610-37539cc763a0" providerId="ADAL" clId="{27A32ECD-9F8C-4400-AAEE-29685126C1F2}" dt="2023-07-26T08:45:08.958" v="813"/>
        <pc:sldMkLst>
          <pc:docMk/>
          <pc:sldMk cId="3683471268" sldId="576"/>
        </pc:sldMkLst>
      </pc:sldChg>
    </pc:docChg>
  </pc:docChgLst>
  <pc:docChgLst>
    <pc:chgData name="Manuj Agrawal" userId="8275e378daeca5b2" providerId="LiveId" clId="{ED54BCBA-13F9-4229-A02D-0953F260AFE9}"/>
    <pc:docChg chg="undo custSel modSld">
      <pc:chgData name="Manuj Agrawal" userId="8275e378daeca5b2" providerId="LiveId" clId="{ED54BCBA-13F9-4229-A02D-0953F260AFE9}" dt="2021-12-15T11:37:05.459" v="60"/>
      <pc:docMkLst>
        <pc:docMk/>
      </pc:docMkLst>
      <pc:sldChg chg="addSp delSp modSp mod">
        <pc:chgData name="Manuj Agrawal" userId="8275e378daeca5b2" providerId="LiveId" clId="{ED54BCBA-13F9-4229-A02D-0953F260AFE9}" dt="2021-12-15T11:35:38.201" v="50" actId="1076"/>
        <pc:sldMkLst>
          <pc:docMk/>
          <pc:sldMk cId="1886868575" sldId="452"/>
        </pc:sldMkLst>
        <pc:spChg chg="del mod">
          <ac:chgData name="Manuj Agrawal" userId="8275e378daeca5b2" providerId="LiveId" clId="{ED54BCBA-13F9-4229-A02D-0953F260AFE9}" dt="2021-12-15T11:27:22.386" v="13" actId="478"/>
          <ac:spMkLst>
            <pc:docMk/>
            <pc:sldMk cId="1886868575" sldId="452"/>
            <ac:spMk id="5" creationId="{ECB80E3C-5C83-402F-B200-2DC8E42710D0}"/>
          </ac:spMkLst>
        </pc:spChg>
        <pc:spChg chg="del">
          <ac:chgData name="Manuj Agrawal" userId="8275e378daeca5b2" providerId="LiveId" clId="{ED54BCBA-13F9-4229-A02D-0953F260AFE9}" dt="2021-12-15T11:26:19.105" v="1" actId="478"/>
          <ac:spMkLst>
            <pc:docMk/>
            <pc:sldMk cId="1886868575" sldId="452"/>
            <ac:spMk id="6" creationId="{E917B306-6E23-4930-AC1B-52367C994FB4}"/>
          </ac:spMkLst>
        </pc:spChg>
        <pc:spChg chg="add mod">
          <ac:chgData name="Manuj Agrawal" userId="8275e378daeca5b2" providerId="LiveId" clId="{ED54BCBA-13F9-4229-A02D-0953F260AFE9}" dt="2021-12-15T11:35:38.201" v="50" actId="1076"/>
          <ac:spMkLst>
            <pc:docMk/>
            <pc:sldMk cId="1886868575" sldId="452"/>
            <ac:spMk id="7" creationId="{964AF775-7BD1-4261-B095-0BBC8FB51428}"/>
          </ac:spMkLst>
        </pc:spChg>
        <pc:spChg chg="add mod">
          <ac:chgData name="Manuj Agrawal" userId="8275e378daeca5b2" providerId="LiveId" clId="{ED54BCBA-13F9-4229-A02D-0953F260AFE9}" dt="2021-12-15T11:34:02.858" v="34" actId="108"/>
          <ac:spMkLst>
            <pc:docMk/>
            <pc:sldMk cId="1886868575" sldId="452"/>
            <ac:spMk id="8" creationId="{8CD81672-C55A-4534-AFBF-709FAC2A974B}"/>
          </ac:spMkLst>
        </pc:spChg>
        <pc:picChg chg="mod">
          <ac:chgData name="Manuj Agrawal" userId="8275e378daeca5b2" providerId="LiveId" clId="{ED54BCBA-13F9-4229-A02D-0953F260AFE9}" dt="2021-12-15T11:35:36.217" v="49" actId="1076"/>
          <ac:picMkLst>
            <pc:docMk/>
            <pc:sldMk cId="1886868575" sldId="452"/>
            <ac:picMk id="4" creationId="{C887159A-1CA4-4E39-A370-A82A5829D274}"/>
          </ac:picMkLst>
        </pc:picChg>
      </pc:sldChg>
      <pc:sldChg chg="setBg">
        <pc:chgData name="Manuj Agrawal" userId="8275e378daeca5b2" providerId="LiveId" clId="{ED54BCBA-13F9-4229-A02D-0953F260AFE9}" dt="2021-12-15T11:37:05.459" v="60"/>
        <pc:sldMkLst>
          <pc:docMk/>
          <pc:sldMk cId="2332114638" sldId="503"/>
        </pc:sldMkLst>
      </pc:sldChg>
      <pc:sldChg chg="modSp mod">
        <pc:chgData name="Manuj Agrawal" userId="8275e378daeca5b2" providerId="LiveId" clId="{ED54BCBA-13F9-4229-A02D-0953F260AFE9}" dt="2021-12-15T11:19:44.213" v="0" actId="166"/>
        <pc:sldMkLst>
          <pc:docMk/>
          <pc:sldMk cId="1977399299" sldId="528"/>
        </pc:sldMkLst>
        <pc:spChg chg="ord">
          <ac:chgData name="Manuj Agrawal" userId="8275e378daeca5b2" providerId="LiveId" clId="{ED54BCBA-13F9-4229-A02D-0953F260AFE9}" dt="2021-12-15T11:19:44.213" v="0" actId="166"/>
          <ac:spMkLst>
            <pc:docMk/>
            <pc:sldMk cId="1977399299" sldId="528"/>
            <ac:spMk id="17" creationId="{293D8AFF-3586-4088-A4FC-899E72090542}"/>
          </ac:spMkLst>
        </pc:spChg>
      </pc:sldChg>
    </pc:docChg>
  </pc:docChgLst>
  <pc:docChgLst>
    <pc:chgData name="Manuj Agrawal" userId="8275e378daeca5b2" providerId="LiveId" clId="{2921FE6A-5D2E-47A0-8819-35416A2E4418}"/>
    <pc:docChg chg="addSld delSld modSld">
      <pc:chgData name="Manuj Agrawal" userId="8275e378daeca5b2" providerId="LiveId" clId="{2921FE6A-5D2E-47A0-8819-35416A2E4418}" dt="2022-01-13T09:44:04.665" v="10"/>
      <pc:docMkLst>
        <pc:docMk/>
      </pc:docMkLst>
      <pc:sldChg chg="del">
        <pc:chgData name="Manuj Agrawal" userId="8275e378daeca5b2" providerId="LiveId" clId="{2921FE6A-5D2E-47A0-8819-35416A2E4418}" dt="2022-01-12T10:52:37.761" v="3" actId="47"/>
        <pc:sldMkLst>
          <pc:docMk/>
          <pc:sldMk cId="722639226" sldId="481"/>
        </pc:sldMkLst>
      </pc:sldChg>
      <pc:sldChg chg="del">
        <pc:chgData name="Manuj Agrawal" userId="8275e378daeca5b2" providerId="LiveId" clId="{2921FE6A-5D2E-47A0-8819-35416A2E4418}" dt="2022-01-12T10:56:17.266" v="9" actId="47"/>
        <pc:sldMkLst>
          <pc:docMk/>
          <pc:sldMk cId="958035667" sldId="537"/>
        </pc:sldMkLst>
      </pc:sldChg>
      <pc:sldChg chg="add del setBg">
        <pc:chgData name="Manuj Agrawal" userId="8275e378daeca5b2" providerId="LiveId" clId="{2921FE6A-5D2E-47A0-8819-35416A2E4418}" dt="2022-01-12T10:53:53.575" v="7" actId="47"/>
        <pc:sldMkLst>
          <pc:docMk/>
          <pc:sldMk cId="1316161972" sldId="542"/>
        </pc:sldMkLst>
      </pc:sldChg>
      <pc:sldChg chg="del">
        <pc:chgData name="Manuj Agrawal" userId="8275e378daeca5b2" providerId="LiveId" clId="{2921FE6A-5D2E-47A0-8819-35416A2E4418}" dt="2022-01-12T10:52:29.128" v="1" actId="47"/>
        <pc:sldMkLst>
          <pc:docMk/>
          <pc:sldMk cId="492392778" sldId="559"/>
        </pc:sldMkLst>
      </pc:sldChg>
      <pc:sldChg chg="add">
        <pc:chgData name="Manuj Agrawal" userId="8275e378daeca5b2" providerId="LiveId" clId="{2921FE6A-5D2E-47A0-8819-35416A2E4418}" dt="2022-01-13T09:44:04.665" v="10"/>
        <pc:sldMkLst>
          <pc:docMk/>
          <pc:sldMk cId="2268483656" sldId="563"/>
        </pc:sldMkLst>
      </pc:sldChg>
      <pc:sldChg chg="add">
        <pc:chgData name="Manuj Agrawal" userId="8275e378daeca5b2" providerId="LiveId" clId="{2921FE6A-5D2E-47A0-8819-35416A2E4418}" dt="2022-01-13T09:44:04.665" v="10"/>
        <pc:sldMkLst>
          <pc:docMk/>
          <pc:sldMk cId="2415168758" sldId="564"/>
        </pc:sldMkLst>
      </pc:sldChg>
      <pc:sldChg chg="add">
        <pc:chgData name="Manuj Agrawal" userId="8275e378daeca5b2" providerId="LiveId" clId="{2921FE6A-5D2E-47A0-8819-35416A2E4418}" dt="2022-01-12T10:52:27.187" v="0"/>
        <pc:sldMkLst>
          <pc:docMk/>
          <pc:sldMk cId="2719421991" sldId="565"/>
        </pc:sldMkLst>
      </pc:sldChg>
      <pc:sldChg chg="add">
        <pc:chgData name="Manuj Agrawal" userId="8275e378daeca5b2" providerId="LiveId" clId="{2921FE6A-5D2E-47A0-8819-35416A2E4418}" dt="2022-01-12T10:52:36.323" v="2"/>
        <pc:sldMkLst>
          <pc:docMk/>
          <pc:sldMk cId="2856650110" sldId="566"/>
        </pc:sldMkLst>
      </pc:sldChg>
      <pc:sldChg chg="add">
        <pc:chgData name="Manuj Agrawal" userId="8275e378daeca5b2" providerId="LiveId" clId="{2921FE6A-5D2E-47A0-8819-35416A2E4418}" dt="2022-01-12T10:53:06.260" v="4"/>
        <pc:sldMkLst>
          <pc:docMk/>
          <pc:sldMk cId="3947572015" sldId="567"/>
        </pc:sldMkLst>
      </pc:sldChg>
      <pc:sldChg chg="add">
        <pc:chgData name="Manuj Agrawal" userId="8275e378daeca5b2" providerId="LiveId" clId="{2921FE6A-5D2E-47A0-8819-35416A2E4418}" dt="2022-01-12T10:56:12.717" v="8"/>
        <pc:sldMkLst>
          <pc:docMk/>
          <pc:sldMk cId="2973246647" sldId="568"/>
        </pc:sldMkLst>
      </pc:sldChg>
    </pc:docChg>
  </pc:docChgLst>
  <pc:docChgLst>
    <pc:chgData name="Manuj Agrawal" userId="8275e378daeca5b2" providerId="LiveId" clId="{1B291F93-55DC-4A6B-8142-57A197F4726A}"/>
    <pc:docChg chg="custSel addSld modSld">
      <pc:chgData name="Manuj Agrawal" userId="8275e378daeca5b2" providerId="LiveId" clId="{1B291F93-55DC-4A6B-8142-57A197F4726A}" dt="2022-05-31T05:10:00.290" v="277" actId="1076"/>
      <pc:docMkLst>
        <pc:docMk/>
      </pc:docMkLst>
      <pc:sldChg chg="add">
        <pc:chgData name="Manuj Agrawal" userId="8275e378daeca5b2" providerId="LiveId" clId="{1B291F93-55DC-4A6B-8142-57A197F4726A}" dt="2022-05-31T05:05:27.934" v="240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1B291F93-55DC-4A6B-8142-57A197F4726A}" dt="2022-05-31T05:10:00.290" v="277" actId="1076"/>
        <pc:sldMkLst>
          <pc:docMk/>
          <pc:sldMk cId="2719421991" sldId="565"/>
        </pc:sldMkLst>
        <pc:spChg chg="mod">
          <ac:chgData name="Manuj Agrawal" userId="8275e378daeca5b2" providerId="LiveId" clId="{1B291F93-55DC-4A6B-8142-57A197F4726A}" dt="2022-05-31T05:02:57.688" v="239" actId="20577"/>
          <ac:spMkLst>
            <pc:docMk/>
            <pc:sldMk cId="2719421991" sldId="565"/>
            <ac:spMk id="25" creationId="{7E804E2B-E751-4AF7-AC5B-F5D096E3B7D3}"/>
          </ac:spMkLst>
        </pc:spChg>
        <pc:spChg chg="mod">
          <ac:chgData name="Manuj Agrawal" userId="8275e378daeca5b2" providerId="LiveId" clId="{1B291F93-55DC-4A6B-8142-57A197F4726A}" dt="2022-05-23T17:07:01.026" v="10" actId="20577"/>
          <ac:spMkLst>
            <pc:docMk/>
            <pc:sldMk cId="2719421991" sldId="565"/>
            <ac:spMk id="29" creationId="{7B6E0953-7C9E-4874-A8D1-95D8AEEB181F}"/>
          </ac:spMkLst>
        </pc:spChg>
        <pc:spChg chg="mod">
          <ac:chgData name="Manuj Agrawal" userId="8275e378daeca5b2" providerId="LiveId" clId="{1B291F93-55DC-4A6B-8142-57A197F4726A}" dt="2022-05-23T17:07:07.776" v="11" actId="1076"/>
          <ac:spMkLst>
            <pc:docMk/>
            <pc:sldMk cId="2719421991" sldId="565"/>
            <ac:spMk id="32" creationId="{2C49C749-1ADA-4EBF-A449-FD8E5818C4EA}"/>
          </ac:spMkLst>
        </pc:spChg>
        <pc:spChg chg="mod">
          <ac:chgData name="Manuj Agrawal" userId="8275e378daeca5b2" providerId="LiveId" clId="{1B291F93-55DC-4A6B-8142-57A197F4726A}" dt="2022-05-31T05:09:05.457" v="260" actId="1076"/>
          <ac:spMkLst>
            <pc:docMk/>
            <pc:sldMk cId="2719421991" sldId="565"/>
            <ac:spMk id="57" creationId="{6E1493FB-C886-4A47-91BB-E761C4E16835}"/>
          </ac:spMkLst>
        </pc:spChg>
        <pc:spChg chg="mod">
          <ac:chgData name="Manuj Agrawal" userId="8275e378daeca5b2" providerId="LiveId" clId="{1B291F93-55DC-4A6B-8142-57A197F4726A}" dt="2022-05-31T05:10:00.290" v="277" actId="1076"/>
          <ac:spMkLst>
            <pc:docMk/>
            <pc:sldMk cId="2719421991" sldId="565"/>
            <ac:spMk id="87" creationId="{5FCD3DEF-21D6-4EF9-B4D9-71828CA61DCB}"/>
          </ac:spMkLst>
        </pc:spChg>
        <pc:picChg chg="add mod">
          <ac:chgData name="Manuj Agrawal" userId="8275e378daeca5b2" providerId="LiveId" clId="{1B291F93-55DC-4A6B-8142-57A197F4726A}" dt="2022-05-31T05:09:15.138" v="267" actId="1076"/>
          <ac:picMkLst>
            <pc:docMk/>
            <pc:sldMk cId="2719421991" sldId="565"/>
            <ac:picMk id="6" creationId="{04AA808B-B793-180B-9BB4-A4B62FAFFB57}"/>
          </ac:picMkLst>
        </pc:picChg>
        <pc:picChg chg="mod">
          <ac:chgData name="Manuj Agrawal" userId="8275e378daeca5b2" providerId="LiveId" clId="{1B291F93-55DC-4A6B-8142-57A197F4726A}" dt="2022-05-31T05:09:13.813" v="266" actId="1076"/>
          <ac:picMkLst>
            <pc:docMk/>
            <pc:sldMk cId="2719421991" sldId="565"/>
            <ac:picMk id="26" creationId="{6B1FE0E7-8926-479C-B1AB-88B17EFC0146}"/>
          </ac:picMkLst>
        </pc:picChg>
        <pc:picChg chg="add mod">
          <ac:chgData name="Manuj Agrawal" userId="8275e378daeca5b2" providerId="LiveId" clId="{1B291F93-55DC-4A6B-8142-57A197F4726A}" dt="2022-05-31T05:09:56.295" v="275" actId="1076"/>
          <ac:picMkLst>
            <pc:docMk/>
            <pc:sldMk cId="2719421991" sldId="565"/>
            <ac:picMk id="34" creationId="{ED9F0643-9071-9FA5-A74E-B71FF2E88FE2}"/>
          </ac:picMkLst>
        </pc:picChg>
        <pc:picChg chg="mod">
          <ac:chgData name="Manuj Agrawal" userId="8275e378daeca5b2" providerId="LiveId" clId="{1B291F93-55DC-4A6B-8142-57A197F4726A}" dt="2022-05-31T05:09:11.139" v="263" actId="1076"/>
          <ac:picMkLst>
            <pc:docMk/>
            <pc:sldMk cId="2719421991" sldId="565"/>
            <ac:picMk id="62" creationId="{E1DFED4A-6C3D-4410-B5CE-417A49A29228}"/>
          </ac:picMkLst>
        </pc:picChg>
        <pc:picChg chg="mod">
          <ac:chgData name="Manuj Agrawal" userId="8275e378daeca5b2" providerId="LiveId" clId="{1B291F93-55DC-4A6B-8142-57A197F4726A}" dt="2022-05-31T05:09:01.311" v="259" actId="1076"/>
          <ac:picMkLst>
            <pc:docMk/>
            <pc:sldMk cId="2719421991" sldId="565"/>
            <ac:picMk id="63" creationId="{EF0B5A3E-74C5-4C99-BEA4-498B0B98C7D6}"/>
          </ac:picMkLst>
        </pc:picChg>
        <pc:picChg chg="mod">
          <ac:chgData name="Manuj Agrawal" userId="8275e378daeca5b2" providerId="LiveId" clId="{1B291F93-55DC-4A6B-8142-57A197F4726A}" dt="2022-05-31T05:07:54.005" v="251" actId="1076"/>
          <ac:picMkLst>
            <pc:docMk/>
            <pc:sldMk cId="2719421991" sldId="565"/>
            <ac:picMk id="64" creationId="{3B1E058B-5DA2-4BF4-9628-E4BA8FAF949D}"/>
          </ac:picMkLst>
        </pc:picChg>
        <pc:picChg chg="mod">
          <ac:chgData name="Manuj Agrawal" userId="8275e378daeca5b2" providerId="LiveId" clId="{1B291F93-55DC-4A6B-8142-57A197F4726A}" dt="2022-05-31T05:09:12.067" v="264" actId="1076"/>
          <ac:picMkLst>
            <pc:docMk/>
            <pc:sldMk cId="2719421991" sldId="565"/>
            <ac:picMk id="65" creationId="{21D37368-4683-4A2D-8716-19EFDB8FEFF8}"/>
          </ac:picMkLst>
        </pc:picChg>
        <pc:picChg chg="mod">
          <ac:chgData name="Manuj Agrawal" userId="8275e378daeca5b2" providerId="LiveId" clId="{1B291F93-55DC-4A6B-8142-57A197F4726A}" dt="2022-05-31T05:07:57.905" v="252" actId="1076"/>
          <ac:picMkLst>
            <pc:docMk/>
            <pc:sldMk cId="2719421991" sldId="565"/>
            <ac:picMk id="66" creationId="{CA3207FA-232C-4050-B42F-6CA53FD67FB3}"/>
          </ac:picMkLst>
        </pc:picChg>
        <pc:picChg chg="del">
          <ac:chgData name="Manuj Agrawal" userId="8275e378daeca5b2" providerId="LiveId" clId="{1B291F93-55DC-4A6B-8142-57A197F4726A}" dt="2022-05-31T05:07:31.912" v="241" actId="478"/>
          <ac:picMkLst>
            <pc:docMk/>
            <pc:sldMk cId="2719421991" sldId="565"/>
            <ac:picMk id="67" creationId="{A73A2D8A-487A-426C-94D6-77307BBFB09D}"/>
          </ac:picMkLst>
        </pc:picChg>
        <pc:picChg chg="mod">
          <ac:chgData name="Manuj Agrawal" userId="8275e378daeca5b2" providerId="LiveId" clId="{1B291F93-55DC-4A6B-8142-57A197F4726A}" dt="2022-05-31T05:09:13.017" v="265" actId="1076"/>
          <ac:picMkLst>
            <pc:docMk/>
            <pc:sldMk cId="2719421991" sldId="565"/>
            <ac:picMk id="68" creationId="{DF085C58-E4F7-4023-8795-92AFD88D1813}"/>
          </ac:picMkLst>
        </pc:picChg>
        <pc:picChg chg="del">
          <ac:chgData name="Manuj Agrawal" userId="8275e378daeca5b2" providerId="LiveId" clId="{1B291F93-55DC-4A6B-8142-57A197F4726A}" dt="2022-05-23T17:06:42.939" v="0" actId="478"/>
          <ac:picMkLst>
            <pc:docMk/>
            <pc:sldMk cId="2719421991" sldId="565"/>
            <ac:picMk id="79" creationId="{7A4C4D0C-5742-4635-8758-D350FB6947EF}"/>
          </ac:picMkLst>
        </pc:picChg>
        <pc:picChg chg="mod">
          <ac:chgData name="Manuj Agrawal" userId="8275e378daeca5b2" providerId="LiveId" clId="{1B291F93-55DC-4A6B-8142-57A197F4726A}" dt="2022-05-31T05:09:57.785" v="276" actId="1076"/>
          <ac:picMkLst>
            <pc:docMk/>
            <pc:sldMk cId="2719421991" sldId="565"/>
            <ac:picMk id="80" creationId="{878CEC2D-CDEE-4DA1-BDF7-D908836DBFFC}"/>
          </ac:picMkLst>
        </pc:picChg>
        <pc:picChg chg="mod">
          <ac:chgData name="Manuj Agrawal" userId="8275e378daeca5b2" providerId="LiveId" clId="{1B291F93-55DC-4A6B-8142-57A197F4726A}" dt="2022-05-31T05:09:54.189" v="274" actId="1076"/>
          <ac:picMkLst>
            <pc:docMk/>
            <pc:sldMk cId="2719421991" sldId="565"/>
            <ac:picMk id="81" creationId="{1F1028D5-3355-4247-B8CE-7B15F1D478B2}"/>
          </ac:picMkLst>
        </pc:picChg>
        <pc:picChg chg="add mod">
          <ac:chgData name="Manuj Agrawal" userId="8275e378daeca5b2" providerId="LiveId" clId="{1B291F93-55DC-4A6B-8142-57A197F4726A}" dt="2022-05-31T05:07:48.385" v="249" actId="1076"/>
          <ac:picMkLst>
            <pc:docMk/>
            <pc:sldMk cId="2719421991" sldId="565"/>
            <ac:picMk id="1026" creationId="{0AF0FB1A-F0C6-AEBA-3CBA-E9C89250D5A8}"/>
          </ac:picMkLst>
        </pc:picChg>
      </pc:sldChg>
      <pc:sldChg chg="addSp delSp modSp add mod">
        <pc:chgData name="Manuj Agrawal" userId="8275e378daeca5b2" providerId="LiveId" clId="{1B291F93-55DC-4A6B-8142-57A197F4726A}" dt="2022-05-23T17:14:46.447" v="233" actId="1076"/>
        <pc:sldMkLst>
          <pc:docMk/>
          <pc:sldMk cId="4106624454" sldId="569"/>
        </pc:sldMkLst>
        <pc:spChg chg="del">
          <ac:chgData name="Manuj Agrawal" userId="8275e378daeca5b2" providerId="LiveId" clId="{1B291F93-55DC-4A6B-8142-57A197F4726A}" dt="2022-05-23T17:07:29.945" v="13" actId="478"/>
          <ac:spMkLst>
            <pc:docMk/>
            <pc:sldMk cId="4106624454" sldId="569"/>
            <ac:spMk id="17" creationId="{00000000-0000-0000-0000-000000000000}"/>
          </ac:spMkLst>
        </pc:spChg>
        <pc:spChg chg="add mod">
          <ac:chgData name="Manuj Agrawal" userId="8275e378daeca5b2" providerId="LiveId" clId="{1B291F93-55DC-4A6B-8142-57A197F4726A}" dt="2022-05-23T17:08:46.677" v="34" actId="20577"/>
          <ac:spMkLst>
            <pc:docMk/>
            <pc:sldMk cId="4106624454" sldId="569"/>
            <ac:spMk id="25" creationId="{66461176-764C-375B-2C1D-1A70DA52E349}"/>
          </ac:spMkLst>
        </pc:spChg>
        <pc:spChg chg="add mod">
          <ac:chgData name="Manuj Agrawal" userId="8275e378daeca5b2" providerId="LiveId" clId="{1B291F93-55DC-4A6B-8142-57A197F4726A}" dt="2022-05-23T17:13:22.115" v="69" actId="403"/>
          <ac:spMkLst>
            <pc:docMk/>
            <pc:sldMk cId="4106624454" sldId="569"/>
            <ac:spMk id="31" creationId="{EFF2202B-38B3-F644-D3CB-04E934DE27AA}"/>
          </ac:spMkLst>
        </pc:spChg>
        <pc:spChg chg="add mod">
          <ac:chgData name="Manuj Agrawal" userId="8275e378daeca5b2" providerId="LiveId" clId="{1B291F93-55DC-4A6B-8142-57A197F4726A}" dt="2022-05-23T17:13:44.203" v="135" actId="20577"/>
          <ac:spMkLst>
            <pc:docMk/>
            <pc:sldMk cId="4106624454" sldId="569"/>
            <ac:spMk id="36" creationId="{6DC82E8B-8F73-90A3-886C-F38604C0CFD3}"/>
          </ac:spMkLst>
        </pc:spChg>
        <pc:spChg chg="add mod">
          <ac:chgData name="Manuj Agrawal" userId="8275e378daeca5b2" providerId="LiveId" clId="{1B291F93-55DC-4A6B-8142-57A197F4726A}" dt="2022-05-23T17:14:06.648" v="151" actId="1076"/>
          <ac:spMkLst>
            <pc:docMk/>
            <pc:sldMk cId="4106624454" sldId="569"/>
            <ac:spMk id="37" creationId="{EA440857-2F5C-4B1C-EE54-097064919D0F}"/>
          </ac:spMkLst>
        </pc:spChg>
        <pc:spChg chg="add mod">
          <ac:chgData name="Manuj Agrawal" userId="8275e378daeca5b2" providerId="LiveId" clId="{1B291F93-55DC-4A6B-8142-57A197F4726A}" dt="2022-05-23T17:14:46.447" v="233" actId="1076"/>
          <ac:spMkLst>
            <pc:docMk/>
            <pc:sldMk cId="4106624454" sldId="569"/>
            <ac:spMk id="38" creationId="{02B7EBF2-FD1E-4677-356C-7EF0EFA0A52A}"/>
          </ac:spMkLst>
        </pc:spChg>
        <pc:grpChg chg="del">
          <ac:chgData name="Manuj Agrawal" userId="8275e378daeca5b2" providerId="LiveId" clId="{1B291F93-55DC-4A6B-8142-57A197F4726A}" dt="2022-05-23T17:08:34.245" v="15" actId="478"/>
          <ac:grpSpMkLst>
            <pc:docMk/>
            <pc:sldMk cId="4106624454" sldId="569"/>
            <ac:grpSpMk id="2" creationId="{07391A86-BC7A-4BC0-BBCF-6019CC031C63}"/>
          </ac:grpSpMkLst>
        </pc:grpChg>
        <pc:grpChg chg="del">
          <ac:chgData name="Manuj Agrawal" userId="8275e378daeca5b2" providerId="LiveId" clId="{1B291F93-55DC-4A6B-8142-57A197F4726A}" dt="2022-05-23T17:08:34.245" v="15" actId="478"/>
          <ac:grpSpMkLst>
            <pc:docMk/>
            <pc:sldMk cId="4106624454" sldId="569"/>
            <ac:grpSpMk id="3" creationId="{D773922F-2E9D-4079-BC9F-702391E86305}"/>
          </ac:grpSpMkLst>
        </pc:grpChg>
        <pc:grpChg chg="del">
          <ac:chgData name="Manuj Agrawal" userId="8275e378daeca5b2" providerId="LiveId" clId="{1B291F93-55DC-4A6B-8142-57A197F4726A}" dt="2022-05-23T17:08:34.245" v="15" actId="478"/>
          <ac:grpSpMkLst>
            <pc:docMk/>
            <pc:sldMk cId="4106624454" sldId="569"/>
            <ac:grpSpMk id="6" creationId="{2F7C5C21-386D-4FA6-91DD-1880F5482695}"/>
          </ac:grpSpMkLst>
        </pc:grpChg>
        <pc:grpChg chg="del">
          <ac:chgData name="Manuj Agrawal" userId="8275e378daeca5b2" providerId="LiveId" clId="{1B291F93-55DC-4A6B-8142-57A197F4726A}" dt="2022-05-23T17:08:34.245" v="15" actId="478"/>
          <ac:grpSpMkLst>
            <pc:docMk/>
            <pc:sldMk cId="4106624454" sldId="569"/>
            <ac:grpSpMk id="8" creationId="{6D583ADD-39F0-4C1B-9958-E0DD9FB2C972}"/>
          </ac:grpSpMkLst>
        </pc:grpChg>
        <pc:grpChg chg="del">
          <ac:chgData name="Manuj Agrawal" userId="8275e378daeca5b2" providerId="LiveId" clId="{1B291F93-55DC-4A6B-8142-57A197F4726A}" dt="2022-05-23T17:08:34.245" v="15" actId="478"/>
          <ac:grpSpMkLst>
            <pc:docMk/>
            <pc:sldMk cId="4106624454" sldId="569"/>
            <ac:grpSpMk id="9" creationId="{5FDDC297-EA3A-45F1-A825-1846989B8D42}"/>
          </ac:grpSpMkLst>
        </pc:grpChg>
        <pc:grpChg chg="del">
          <ac:chgData name="Manuj Agrawal" userId="8275e378daeca5b2" providerId="LiveId" clId="{1B291F93-55DC-4A6B-8142-57A197F4726A}" dt="2022-05-23T17:08:34.245" v="15" actId="478"/>
          <ac:grpSpMkLst>
            <pc:docMk/>
            <pc:sldMk cId="4106624454" sldId="569"/>
            <ac:grpSpMk id="10" creationId="{426D30FD-12C9-4AB1-8990-0F8A6E42B21C}"/>
          </ac:grpSpMkLst>
        </pc:grpChg>
        <pc:grpChg chg="del">
          <ac:chgData name="Manuj Agrawal" userId="8275e378daeca5b2" providerId="LiveId" clId="{1B291F93-55DC-4A6B-8142-57A197F4726A}" dt="2022-05-23T17:08:34.245" v="15" actId="478"/>
          <ac:grpSpMkLst>
            <pc:docMk/>
            <pc:sldMk cId="4106624454" sldId="569"/>
            <ac:grpSpMk id="11" creationId="{9BFA346C-4DD0-4878-956D-C3A3437CBAB6}"/>
          </ac:grpSpMkLst>
        </pc:grpChg>
        <pc:picChg chg="add mod">
          <ac:chgData name="Manuj Agrawal" userId="8275e378daeca5b2" providerId="LiveId" clId="{1B291F93-55DC-4A6B-8142-57A197F4726A}" dt="2022-05-23T17:12:56.129" v="50" actId="1076"/>
          <ac:picMkLst>
            <pc:docMk/>
            <pc:sldMk cId="4106624454" sldId="569"/>
            <ac:picMk id="5" creationId="{B83B9B5F-0A70-75EF-2641-3FED67CBAC81}"/>
          </ac:picMkLst>
        </pc:picChg>
        <pc:picChg chg="add mod">
          <ac:chgData name="Manuj Agrawal" userId="8275e378daeca5b2" providerId="LiveId" clId="{1B291F93-55DC-4A6B-8142-57A197F4726A}" dt="2022-05-23T17:12:44.866" v="46" actId="1076"/>
          <ac:picMkLst>
            <pc:docMk/>
            <pc:sldMk cId="4106624454" sldId="569"/>
            <ac:picMk id="26" creationId="{5FEF198A-3B4F-7485-4425-FB5B85564E04}"/>
          </ac:picMkLst>
        </pc:picChg>
        <pc:picChg chg="add mod">
          <ac:chgData name="Manuj Agrawal" userId="8275e378daeca5b2" providerId="LiveId" clId="{1B291F93-55DC-4A6B-8142-57A197F4726A}" dt="2022-05-23T17:12:54.239" v="49" actId="1076"/>
          <ac:picMkLst>
            <pc:docMk/>
            <pc:sldMk cId="4106624454" sldId="569"/>
            <ac:picMk id="27" creationId="{293F7E13-880A-BEE7-A57D-90D9B01A8E16}"/>
          </ac:picMkLst>
        </pc:picChg>
        <pc:picChg chg="add mod">
          <ac:chgData name="Manuj Agrawal" userId="8275e378daeca5b2" providerId="LiveId" clId="{1B291F93-55DC-4A6B-8142-57A197F4726A}" dt="2022-05-23T17:12:47.912" v="47" actId="1076"/>
          <ac:picMkLst>
            <pc:docMk/>
            <pc:sldMk cId="4106624454" sldId="569"/>
            <ac:picMk id="28" creationId="{CFD032F3-1B3F-CB7D-638E-8F42A94B66AD}"/>
          </ac:picMkLst>
        </pc:picChg>
      </pc:sldChg>
    </pc:docChg>
  </pc:docChgLst>
  <pc:docChgLst>
    <pc:chgData name="Shyama" userId="S::shyama@webberec.com::6bc29e3b-d18d-4efe-9776-d232efa51d08" providerId="AD" clId="Web-{BB34392D-4E5C-4A6D-D149-86854F25DF13}"/>
    <pc:docChg chg="modSld">
      <pc:chgData name="Shyama" userId="S::shyama@webberec.com::6bc29e3b-d18d-4efe-9776-d232efa51d08" providerId="AD" clId="Web-{BB34392D-4E5C-4A6D-D149-86854F25DF13}" dt="2023-09-22T08:51:56.880" v="93" actId="20577"/>
      <pc:docMkLst>
        <pc:docMk/>
      </pc:docMkLst>
      <pc:sldChg chg="addSp delSp modSp">
        <pc:chgData name="Shyama" userId="S::shyama@webberec.com::6bc29e3b-d18d-4efe-9776-d232efa51d08" providerId="AD" clId="Web-{BB34392D-4E5C-4A6D-D149-86854F25DF13}" dt="2023-09-22T08:49:04" v="74" actId="1076"/>
        <pc:sldMkLst>
          <pc:docMk/>
          <pc:sldMk cId="3324685487" sldId="571"/>
        </pc:sldMkLst>
        <pc:spChg chg="mod topLvl">
          <ac:chgData name="Shyama" userId="S::shyama@webberec.com::6bc29e3b-d18d-4efe-9776-d232efa51d08" providerId="AD" clId="Web-{BB34392D-4E5C-4A6D-D149-86854F25DF13}" dt="2023-09-22T08:41:59.894" v="58" actId="20577"/>
          <ac:spMkLst>
            <pc:docMk/>
            <pc:sldMk cId="3324685487" sldId="571"/>
            <ac:spMk id="13" creationId="{644173CC-2EE8-3FE8-5C1C-F2374C3E5BB2}"/>
          </ac:spMkLst>
        </pc:spChg>
        <pc:spChg chg="mod">
          <ac:chgData name="Shyama" userId="S::shyama@webberec.com::6bc29e3b-d18d-4efe-9776-d232efa51d08" providerId="AD" clId="Web-{BB34392D-4E5C-4A6D-D149-86854F25DF13}" dt="2023-09-22T08:37:44.746" v="5" actId="20577"/>
          <ac:spMkLst>
            <pc:docMk/>
            <pc:sldMk cId="3324685487" sldId="571"/>
            <ac:spMk id="23" creationId="{4D39C011-2028-4948-B287-1929F9999FDE}"/>
          </ac:spMkLst>
        </pc:spChg>
        <pc:grpChg chg="add del">
          <ac:chgData name="Shyama" userId="S::shyama@webberec.com::6bc29e3b-d18d-4efe-9776-d232efa51d08" providerId="AD" clId="Web-{BB34392D-4E5C-4A6D-D149-86854F25DF13}" dt="2023-09-22T08:41:44.768" v="54"/>
          <ac:grpSpMkLst>
            <pc:docMk/>
            <pc:sldMk cId="3324685487" sldId="571"/>
            <ac:grpSpMk id="22" creationId="{1CAE8133-A34A-0ED1-C6A1-37FA862E24F8}"/>
          </ac:grpSpMkLst>
        </pc:grpChg>
        <pc:picChg chg="add mod modCrop">
          <ac:chgData name="Shyama" userId="S::shyama@webberec.com::6bc29e3b-d18d-4efe-9776-d232efa51d08" providerId="AD" clId="Web-{BB34392D-4E5C-4A6D-D149-86854F25DF13}" dt="2023-09-22T08:49:04" v="74" actId="1076"/>
          <ac:picMkLst>
            <pc:docMk/>
            <pc:sldMk cId="3324685487" sldId="571"/>
            <ac:picMk id="8" creationId="{6D42B114-5011-1839-1DE6-8C223879128B}"/>
          </ac:picMkLst>
        </pc:picChg>
        <pc:picChg chg="add del mod topLvl">
          <ac:chgData name="Shyama" userId="S::shyama@webberec.com::6bc29e3b-d18d-4efe-9776-d232efa51d08" providerId="AD" clId="Web-{BB34392D-4E5C-4A6D-D149-86854F25DF13}" dt="2023-09-22T08:42:04.738" v="59"/>
          <ac:picMkLst>
            <pc:docMk/>
            <pc:sldMk cId="3324685487" sldId="571"/>
            <ac:picMk id="21" creationId="{EBE6FDA1-0FD3-92B6-1BF4-9EF7A4A03029}"/>
          </ac:picMkLst>
        </pc:picChg>
      </pc:sldChg>
      <pc:sldChg chg="modSp">
        <pc:chgData name="Shyama" userId="S::shyama@webberec.com::6bc29e3b-d18d-4efe-9776-d232efa51d08" providerId="AD" clId="Web-{BB34392D-4E5C-4A6D-D149-86854F25DF13}" dt="2023-09-22T08:51:56.880" v="93" actId="20577"/>
        <pc:sldMkLst>
          <pc:docMk/>
          <pc:sldMk cId="744809073" sldId="574"/>
        </pc:sldMkLst>
        <pc:spChg chg="mod">
          <ac:chgData name="Shyama" userId="S::shyama@webberec.com::6bc29e3b-d18d-4efe-9776-d232efa51d08" providerId="AD" clId="Web-{BB34392D-4E5C-4A6D-D149-86854F25DF13}" dt="2023-09-22T08:51:56.880" v="93" actId="20577"/>
          <ac:spMkLst>
            <pc:docMk/>
            <pc:sldMk cId="744809073" sldId="574"/>
            <ac:spMk id="3" creationId="{0E14A391-18B6-F004-713A-4752B6D5BA6A}"/>
          </ac:spMkLst>
        </pc:spChg>
      </pc:sldChg>
    </pc:docChg>
  </pc:docChgLst>
  <pc:docChgLst>
    <pc:chgData name="Manuj Agrawal" userId="8275e378daeca5b2" providerId="LiveId" clId="{31C785AA-7854-43E7-BC92-2F281DCEAA99}"/>
    <pc:docChg chg="undo custSel delSld modSld sldOrd">
      <pc:chgData name="Manuj Agrawal" userId="8275e378daeca5b2" providerId="LiveId" clId="{31C785AA-7854-43E7-BC92-2F281DCEAA99}" dt="2021-12-08T13:44:34.351" v="262" actId="5793"/>
      <pc:docMkLst>
        <pc:docMk/>
      </pc:docMkLst>
      <pc:sldChg chg="del">
        <pc:chgData name="Manuj Agrawal" userId="8275e378daeca5b2" providerId="LiveId" clId="{31C785AA-7854-43E7-BC92-2F281DCEAA99}" dt="2021-12-08T13:29:22.696" v="1" actId="47"/>
        <pc:sldMkLst>
          <pc:docMk/>
          <pc:sldMk cId="839510395" sldId="445"/>
        </pc:sldMkLst>
      </pc:sldChg>
      <pc:sldChg chg="modSp mod">
        <pc:chgData name="Manuj Agrawal" userId="8275e378daeca5b2" providerId="LiveId" clId="{31C785AA-7854-43E7-BC92-2F281DCEAA99}" dt="2021-12-08T13:42:13.834" v="253" actId="20577"/>
        <pc:sldMkLst>
          <pc:docMk/>
          <pc:sldMk cId="2654572283" sldId="456"/>
        </pc:sldMkLst>
        <pc:spChg chg="mod">
          <ac:chgData name="Manuj Agrawal" userId="8275e378daeca5b2" providerId="LiveId" clId="{31C785AA-7854-43E7-BC92-2F281DCEAA99}" dt="2021-12-08T13:42:13.834" v="253" actId="20577"/>
          <ac:spMkLst>
            <pc:docMk/>
            <pc:sldMk cId="2654572283" sldId="456"/>
            <ac:spMk id="17" creationId="{00000000-0000-0000-0000-000000000000}"/>
          </ac:spMkLst>
        </pc:spChg>
      </pc:sldChg>
      <pc:sldChg chg="modSp mod">
        <pc:chgData name="Manuj Agrawal" userId="8275e378daeca5b2" providerId="LiveId" clId="{31C785AA-7854-43E7-BC92-2F281DCEAA99}" dt="2021-12-08T13:41:08.052" v="197" actId="207"/>
        <pc:sldMkLst>
          <pc:docMk/>
          <pc:sldMk cId="3706521388" sldId="468"/>
        </pc:sldMkLst>
        <pc:spChg chg="mod">
          <ac:chgData name="Manuj Agrawal" userId="8275e378daeca5b2" providerId="LiveId" clId="{31C785AA-7854-43E7-BC92-2F281DCEAA99}" dt="2021-12-08T13:40:49.471" v="193" actId="207"/>
          <ac:spMkLst>
            <pc:docMk/>
            <pc:sldMk cId="3706521388" sldId="468"/>
            <ac:spMk id="8" creationId="{85E70BB9-35B0-44AA-9B1A-36FF886989DC}"/>
          </ac:spMkLst>
        </pc:spChg>
        <pc:spChg chg="mod">
          <ac:chgData name="Manuj Agrawal" userId="8275e378daeca5b2" providerId="LiveId" clId="{31C785AA-7854-43E7-BC92-2F281DCEAA99}" dt="2021-12-08T13:40:56.749" v="194" actId="207"/>
          <ac:spMkLst>
            <pc:docMk/>
            <pc:sldMk cId="3706521388" sldId="468"/>
            <ac:spMk id="26" creationId="{99C1B833-8911-45DB-AC29-6FC9470B3AF5}"/>
          </ac:spMkLst>
        </pc:spChg>
        <pc:spChg chg="mod">
          <ac:chgData name="Manuj Agrawal" userId="8275e378daeca5b2" providerId="LiveId" clId="{31C785AA-7854-43E7-BC92-2F281DCEAA99}" dt="2021-12-08T13:41:08.052" v="197" actId="207"/>
          <ac:spMkLst>
            <pc:docMk/>
            <pc:sldMk cId="3706521388" sldId="468"/>
            <ac:spMk id="27" creationId="{6AF4932F-70B2-4CFF-B6CE-29DE8CB51C8F}"/>
          </ac:spMkLst>
        </pc:spChg>
        <pc:spChg chg="mod">
          <ac:chgData name="Manuj Agrawal" userId="8275e378daeca5b2" providerId="LiveId" clId="{31C785AA-7854-43E7-BC92-2F281DCEAA99}" dt="2021-12-08T13:37:47.328" v="86" actId="207"/>
          <ac:spMkLst>
            <pc:docMk/>
            <pc:sldMk cId="3706521388" sldId="468"/>
            <ac:spMk id="29" creationId="{AB63BB0D-FAD9-4487-A8EA-4D87E5281DCB}"/>
          </ac:spMkLst>
        </pc:spChg>
      </pc:sldChg>
      <pc:sldChg chg="del">
        <pc:chgData name="Manuj Agrawal" userId="8275e378daeca5b2" providerId="LiveId" clId="{31C785AA-7854-43E7-BC92-2F281DCEAA99}" dt="2021-12-08T13:29:24.446" v="3" actId="47"/>
        <pc:sldMkLst>
          <pc:docMk/>
          <pc:sldMk cId="1400922404" sldId="474"/>
        </pc:sldMkLst>
      </pc:sldChg>
      <pc:sldChg chg="del">
        <pc:chgData name="Manuj Agrawal" userId="8275e378daeca5b2" providerId="LiveId" clId="{31C785AA-7854-43E7-BC92-2F281DCEAA99}" dt="2021-12-08T13:29:23.562" v="2" actId="47"/>
        <pc:sldMkLst>
          <pc:docMk/>
          <pc:sldMk cId="1342799671" sldId="477"/>
        </pc:sldMkLst>
      </pc:sldChg>
      <pc:sldChg chg="del">
        <pc:chgData name="Manuj Agrawal" userId="8275e378daeca5b2" providerId="LiveId" clId="{31C785AA-7854-43E7-BC92-2F281DCEAA99}" dt="2021-12-08T13:29:21.877" v="0" actId="47"/>
        <pc:sldMkLst>
          <pc:docMk/>
          <pc:sldMk cId="2926853988" sldId="484"/>
        </pc:sldMkLst>
      </pc:sldChg>
      <pc:sldChg chg="del">
        <pc:chgData name="Manuj Agrawal" userId="8275e378daeca5b2" providerId="LiveId" clId="{31C785AA-7854-43E7-BC92-2F281DCEAA99}" dt="2021-12-08T13:29:25.374" v="4" actId="47"/>
        <pc:sldMkLst>
          <pc:docMk/>
          <pc:sldMk cId="321808071" sldId="485"/>
        </pc:sldMkLst>
      </pc:sldChg>
      <pc:sldChg chg="ord">
        <pc:chgData name="Manuj Agrawal" userId="8275e378daeca5b2" providerId="LiveId" clId="{31C785AA-7854-43E7-BC92-2F281DCEAA99}" dt="2021-12-08T13:29:27.719" v="6"/>
        <pc:sldMkLst>
          <pc:docMk/>
          <pc:sldMk cId="3773446992" sldId="490"/>
        </pc:sldMkLst>
      </pc:sldChg>
      <pc:sldChg chg="modSp mod">
        <pc:chgData name="Manuj Agrawal" userId="8275e378daeca5b2" providerId="LiveId" clId="{31C785AA-7854-43E7-BC92-2F281DCEAA99}" dt="2021-12-08T13:44:34.351" v="262" actId="5793"/>
        <pc:sldMkLst>
          <pc:docMk/>
          <pc:sldMk cId="1872303264" sldId="521"/>
        </pc:sldMkLst>
        <pc:spChg chg="mod">
          <ac:chgData name="Manuj Agrawal" userId="8275e378daeca5b2" providerId="LiveId" clId="{31C785AA-7854-43E7-BC92-2F281DCEAA99}" dt="2021-12-08T13:44:34.351" v="262" actId="5793"/>
          <ac:spMkLst>
            <pc:docMk/>
            <pc:sldMk cId="1872303264" sldId="521"/>
            <ac:spMk id="58" creationId="{00000000-0000-0000-0000-000000000000}"/>
          </ac:spMkLst>
        </pc:spChg>
      </pc:sldChg>
    </pc:docChg>
  </pc:docChgLst>
  <pc:docChgLst>
    <pc:chgData name="Manuj Agrawal" userId="8275e378daeca5b2" providerId="LiveId" clId="{2726041D-E080-4119-AE20-60AD3CBBE6AA}"/>
    <pc:docChg chg="undo custSel addSld delSld modSld">
      <pc:chgData name="Manuj Agrawal" userId="8275e378daeca5b2" providerId="LiveId" clId="{2726041D-E080-4119-AE20-60AD3CBBE6AA}" dt="2021-12-20T17:37:59.732" v="1833" actId="47"/>
      <pc:docMkLst>
        <pc:docMk/>
      </pc:docMkLst>
      <pc:sldChg chg="del">
        <pc:chgData name="Manuj Agrawal" userId="8275e378daeca5b2" providerId="LiveId" clId="{2726041D-E080-4119-AE20-60AD3CBBE6AA}" dt="2021-12-20T14:38:53.385" v="1067" actId="47"/>
        <pc:sldMkLst>
          <pc:docMk/>
          <pc:sldMk cId="3154999266" sldId="517"/>
        </pc:sldMkLst>
      </pc:sldChg>
      <pc:sldChg chg="modSp mod">
        <pc:chgData name="Manuj Agrawal" userId="8275e378daeca5b2" providerId="LiveId" clId="{2726041D-E080-4119-AE20-60AD3CBBE6AA}" dt="2021-12-20T17:17:33.078" v="1452" actId="20577"/>
        <pc:sldMkLst>
          <pc:docMk/>
          <pc:sldMk cId="1737797681" sldId="531"/>
        </pc:sldMkLst>
        <pc:spChg chg="mod">
          <ac:chgData name="Manuj Agrawal" userId="8275e378daeca5b2" providerId="LiveId" clId="{2726041D-E080-4119-AE20-60AD3CBBE6AA}" dt="2021-12-20T17:17:33.078" v="1452" actId="20577"/>
          <ac:spMkLst>
            <pc:docMk/>
            <pc:sldMk cId="1737797681" sldId="531"/>
            <ac:spMk id="89" creationId="{5EBCC60F-3C31-4C78-879B-37A33DDA93D3}"/>
          </ac:spMkLst>
        </pc:spChg>
      </pc:sldChg>
      <pc:sldChg chg="modSp mod">
        <pc:chgData name="Manuj Agrawal" userId="8275e378daeca5b2" providerId="LiveId" clId="{2726041D-E080-4119-AE20-60AD3CBBE6AA}" dt="2021-12-20T14:39:27.598" v="1072" actId="20577"/>
        <pc:sldMkLst>
          <pc:docMk/>
          <pc:sldMk cId="958035667" sldId="537"/>
        </pc:sldMkLst>
        <pc:spChg chg="mod">
          <ac:chgData name="Manuj Agrawal" userId="8275e378daeca5b2" providerId="LiveId" clId="{2726041D-E080-4119-AE20-60AD3CBBE6AA}" dt="2021-12-20T14:39:27.598" v="1072" actId="20577"/>
          <ac:spMkLst>
            <pc:docMk/>
            <pc:sldMk cId="958035667" sldId="537"/>
            <ac:spMk id="7" creationId="{964AF775-7BD1-4261-B095-0BBC8FB51428}"/>
          </ac:spMkLst>
        </pc:spChg>
      </pc:sldChg>
      <pc:sldChg chg="modSp mod">
        <pc:chgData name="Manuj Agrawal" userId="8275e378daeca5b2" providerId="LiveId" clId="{2726041D-E080-4119-AE20-60AD3CBBE6AA}" dt="2021-12-20T15:21:22.210" v="1307" actId="20577"/>
        <pc:sldMkLst>
          <pc:docMk/>
          <pc:sldMk cId="1146830387" sldId="541"/>
        </pc:sldMkLst>
        <pc:graphicFrameChg chg="modGraphic">
          <ac:chgData name="Manuj Agrawal" userId="8275e378daeca5b2" providerId="LiveId" clId="{2726041D-E080-4119-AE20-60AD3CBBE6AA}" dt="2021-12-20T15:21:22.210" v="1307" actId="20577"/>
          <ac:graphicFrameMkLst>
            <pc:docMk/>
            <pc:sldMk cId="1146830387" sldId="541"/>
            <ac:graphicFrameMk id="9" creationId="{26E5A1B9-A8D1-47DB-A261-8C73C3BA00CF}"/>
          </ac:graphicFrameMkLst>
        </pc:graphicFrameChg>
      </pc:sldChg>
      <pc:sldChg chg="modSp mod">
        <pc:chgData name="Manuj Agrawal" userId="8275e378daeca5b2" providerId="LiveId" clId="{2726041D-E080-4119-AE20-60AD3CBBE6AA}" dt="2021-12-20T14:40:49.771" v="1075" actId="20577"/>
        <pc:sldMkLst>
          <pc:docMk/>
          <pc:sldMk cId="1213225221" sldId="546"/>
        </pc:sldMkLst>
        <pc:spChg chg="mod">
          <ac:chgData name="Manuj Agrawal" userId="8275e378daeca5b2" providerId="LiveId" clId="{2726041D-E080-4119-AE20-60AD3CBBE6AA}" dt="2021-12-20T14:40:49.771" v="1075" actId="20577"/>
          <ac:spMkLst>
            <pc:docMk/>
            <pc:sldMk cId="1213225221" sldId="546"/>
            <ac:spMk id="17" creationId="{7CB4278A-0FCB-48D5-A981-FAA2F5D21932}"/>
          </ac:spMkLst>
        </pc:spChg>
      </pc:sldChg>
      <pc:sldChg chg="modSp del mod">
        <pc:chgData name="Manuj Agrawal" userId="8275e378daeca5b2" providerId="LiveId" clId="{2726041D-E080-4119-AE20-60AD3CBBE6AA}" dt="2021-12-20T17:37:59.732" v="1833" actId="47"/>
        <pc:sldMkLst>
          <pc:docMk/>
          <pc:sldMk cId="286348938" sldId="548"/>
        </pc:sldMkLst>
        <pc:grpChg chg="mod">
          <ac:chgData name="Manuj Agrawal" userId="8275e378daeca5b2" providerId="LiveId" clId="{2726041D-E080-4119-AE20-60AD3CBBE6AA}" dt="2021-12-20T17:35:51.585" v="1828" actId="1076"/>
          <ac:grpSpMkLst>
            <pc:docMk/>
            <pc:sldMk cId="286348938" sldId="548"/>
            <ac:grpSpMk id="6" creationId="{9EAA7019-067C-4E88-B918-13FF27087EB4}"/>
          </ac:grpSpMkLst>
        </pc:grpChg>
      </pc:sldChg>
      <pc:sldChg chg="addSp delSp modSp del mod modNotesTx">
        <pc:chgData name="Manuj Agrawal" userId="8275e378daeca5b2" providerId="LiveId" clId="{2726041D-E080-4119-AE20-60AD3CBBE6AA}" dt="2021-12-20T17:30:40.288" v="1826" actId="47"/>
        <pc:sldMkLst>
          <pc:docMk/>
          <pc:sldMk cId="2505042578" sldId="549"/>
        </pc:sldMkLst>
        <pc:spChg chg="add mod">
          <ac:chgData name="Manuj Agrawal" userId="8275e378daeca5b2" providerId="LiveId" clId="{2726041D-E080-4119-AE20-60AD3CBBE6AA}" dt="2021-12-20T14:35:06.536" v="1031" actId="1076"/>
          <ac:spMkLst>
            <pc:docMk/>
            <pc:sldMk cId="2505042578" sldId="549"/>
            <ac:spMk id="6" creationId="{6056F6F9-FE0F-4AF6-B6DC-ADC24E2DF9BD}"/>
          </ac:spMkLst>
        </pc:spChg>
        <pc:spChg chg="mod">
          <ac:chgData name="Manuj Agrawal" userId="8275e378daeca5b2" providerId="LiveId" clId="{2726041D-E080-4119-AE20-60AD3CBBE6AA}" dt="2021-12-20T14:35:16.945" v="1032" actId="1076"/>
          <ac:spMkLst>
            <pc:docMk/>
            <pc:sldMk cId="2505042578" sldId="549"/>
            <ac:spMk id="18" creationId="{B45BF955-10EF-4208-B60B-9F578C28EE3D}"/>
          </ac:spMkLst>
        </pc:spChg>
        <pc:graphicFrameChg chg="add mod modGraphic">
          <ac:chgData name="Manuj Agrawal" userId="8275e378daeca5b2" providerId="LiveId" clId="{2726041D-E080-4119-AE20-60AD3CBBE6AA}" dt="2021-12-20T17:28:09.845" v="1800" actId="14734"/>
          <ac:graphicFrameMkLst>
            <pc:docMk/>
            <pc:sldMk cId="2505042578" sldId="549"/>
            <ac:graphicFrameMk id="2" creationId="{956A0744-B480-4595-9AE8-5CFF2A942917}"/>
          </ac:graphicFrameMkLst>
        </pc:graphicFrameChg>
        <pc:graphicFrameChg chg="add del mod modGraphic">
          <ac:chgData name="Manuj Agrawal" userId="8275e378daeca5b2" providerId="LiveId" clId="{2726041D-E080-4119-AE20-60AD3CBBE6AA}" dt="2021-12-20T14:26:10.885" v="676" actId="478"/>
          <ac:graphicFrameMkLst>
            <pc:docMk/>
            <pc:sldMk cId="2505042578" sldId="549"/>
            <ac:graphicFrameMk id="3" creationId="{87A36DA3-900A-44D1-AB10-714C325EFFEF}"/>
          </ac:graphicFrameMkLst>
        </pc:graphicFrameChg>
        <pc:graphicFrameChg chg="add mod modGraphic">
          <ac:chgData name="Manuj Agrawal" userId="8275e378daeca5b2" providerId="LiveId" clId="{2726041D-E080-4119-AE20-60AD3CBBE6AA}" dt="2021-12-20T17:26:23.751" v="1762" actId="404"/>
          <ac:graphicFrameMkLst>
            <pc:docMk/>
            <pc:sldMk cId="2505042578" sldId="549"/>
            <ac:graphicFrameMk id="5" creationId="{2AEFA3C9-197F-4366-B79E-CB79B3624D7D}"/>
          </ac:graphicFrameMkLst>
        </pc:graphicFrameChg>
      </pc:sldChg>
      <pc:sldChg chg="addSp delSp modSp add mod">
        <pc:chgData name="Manuj Agrawal" userId="8275e378daeca5b2" providerId="LiveId" clId="{2726041D-E080-4119-AE20-60AD3CBBE6AA}" dt="2021-12-20T17:30:10.071" v="1825" actId="207"/>
        <pc:sldMkLst>
          <pc:docMk/>
          <pc:sldMk cId="3840176979" sldId="550"/>
        </pc:sldMkLst>
        <pc:graphicFrameChg chg="del">
          <ac:chgData name="Manuj Agrawal" userId="8275e378daeca5b2" providerId="LiveId" clId="{2726041D-E080-4119-AE20-60AD3CBBE6AA}" dt="2021-12-20T17:27:02.379" v="1784" actId="478"/>
          <ac:graphicFrameMkLst>
            <pc:docMk/>
            <pc:sldMk cId="3840176979" sldId="550"/>
            <ac:graphicFrameMk id="2" creationId="{956A0744-B480-4595-9AE8-5CFF2A942917}"/>
          </ac:graphicFrameMkLst>
        </pc:graphicFrameChg>
        <pc:graphicFrameChg chg="modGraphic">
          <ac:chgData name="Manuj Agrawal" userId="8275e378daeca5b2" providerId="LiveId" clId="{2726041D-E080-4119-AE20-60AD3CBBE6AA}" dt="2021-12-20T17:27:38.385" v="1794" actId="404"/>
          <ac:graphicFrameMkLst>
            <pc:docMk/>
            <pc:sldMk cId="3840176979" sldId="550"/>
            <ac:graphicFrameMk id="5" creationId="{2AEFA3C9-197F-4366-B79E-CB79B3624D7D}"/>
          </ac:graphicFrameMkLst>
        </pc:graphicFrameChg>
        <pc:graphicFrameChg chg="add mod modGraphic">
          <ac:chgData name="Manuj Agrawal" userId="8275e378daeca5b2" providerId="LiveId" clId="{2726041D-E080-4119-AE20-60AD3CBBE6AA}" dt="2021-12-20T17:30:10.071" v="1825" actId="207"/>
          <ac:graphicFrameMkLst>
            <pc:docMk/>
            <pc:sldMk cId="3840176979" sldId="550"/>
            <ac:graphicFrameMk id="7" creationId="{260814BB-F932-4626-A725-59D8B67D547B}"/>
          </ac:graphicFrameMkLst>
        </pc:graphicFrameChg>
      </pc:sldChg>
      <pc:sldChg chg="modSp add mod">
        <pc:chgData name="Manuj Agrawal" userId="8275e378daeca5b2" providerId="LiveId" clId="{2726041D-E080-4119-AE20-60AD3CBBE6AA}" dt="2021-12-20T17:37:46.761" v="1832" actId="1076"/>
        <pc:sldMkLst>
          <pc:docMk/>
          <pc:sldMk cId="505145951" sldId="551"/>
        </pc:sldMkLst>
        <pc:grpChg chg="mod">
          <ac:chgData name="Manuj Agrawal" userId="8275e378daeca5b2" providerId="LiveId" clId="{2726041D-E080-4119-AE20-60AD3CBBE6AA}" dt="2021-12-20T17:37:46.761" v="1832" actId="1076"/>
          <ac:grpSpMkLst>
            <pc:docMk/>
            <pc:sldMk cId="505145951" sldId="551"/>
            <ac:grpSpMk id="3" creationId="{F4391A03-92C1-4B84-8642-9391DAABF48A}"/>
          </ac:grpSpMkLst>
        </pc:grpChg>
        <pc:grpChg chg="mod">
          <ac:chgData name="Manuj Agrawal" userId="8275e378daeca5b2" providerId="LiveId" clId="{2726041D-E080-4119-AE20-60AD3CBBE6AA}" dt="2021-12-20T17:36:13.718" v="1830" actId="1076"/>
          <ac:grpSpMkLst>
            <pc:docMk/>
            <pc:sldMk cId="505145951" sldId="551"/>
            <ac:grpSpMk id="6" creationId="{9EAA7019-067C-4E88-B918-13FF27087EB4}"/>
          </ac:grpSpMkLst>
        </pc:grpChg>
      </pc:sldChg>
    </pc:docChg>
  </pc:docChgLst>
  <pc:docChgLst>
    <pc:chgData name="Manuj Agrawal" userId="8275e378daeca5b2" providerId="LiveId" clId="{29437932-B395-4DB7-AB2D-1B18267F09C9}"/>
    <pc:docChg chg="undo redo custSel addSld delSld modSld">
      <pc:chgData name="Manuj Agrawal" userId="8275e378daeca5b2" providerId="LiveId" clId="{29437932-B395-4DB7-AB2D-1B18267F09C9}" dt="2021-12-15T10:38:31.261" v="210" actId="2696"/>
      <pc:docMkLst>
        <pc:docMk/>
      </pc:docMkLst>
      <pc:sldChg chg="modSp mod">
        <pc:chgData name="Manuj Agrawal" userId="8275e378daeca5b2" providerId="LiveId" clId="{29437932-B395-4DB7-AB2D-1B18267F09C9}" dt="2021-12-10T09:53:27.018" v="1" actId="15"/>
        <pc:sldMkLst>
          <pc:docMk/>
          <pc:sldMk cId="4132242691" sldId="439"/>
        </pc:sldMkLst>
        <pc:spChg chg="mod">
          <ac:chgData name="Manuj Agrawal" userId="8275e378daeca5b2" providerId="LiveId" clId="{29437932-B395-4DB7-AB2D-1B18267F09C9}" dt="2021-12-10T09:53:27.018" v="1" actId="15"/>
          <ac:spMkLst>
            <pc:docMk/>
            <pc:sldMk cId="4132242691" sldId="439"/>
            <ac:spMk id="22" creationId="{CD35668E-8E0D-405C-8DD0-B008F582FF87}"/>
          </ac:spMkLst>
        </pc:spChg>
      </pc:sldChg>
      <pc:sldChg chg="addSp delSp modSp mod">
        <pc:chgData name="Manuj Agrawal" userId="8275e378daeca5b2" providerId="LiveId" clId="{29437932-B395-4DB7-AB2D-1B18267F09C9}" dt="2021-12-15T10:20:55.370" v="209" actId="1076"/>
        <pc:sldMkLst>
          <pc:docMk/>
          <pc:sldMk cId="57572407" sldId="488"/>
        </pc:sldMkLst>
        <pc:spChg chg="mod">
          <ac:chgData name="Manuj Agrawal" userId="8275e378daeca5b2" providerId="LiveId" clId="{29437932-B395-4DB7-AB2D-1B18267F09C9}" dt="2021-12-15T10:17:27.809" v="164" actId="1076"/>
          <ac:spMkLst>
            <pc:docMk/>
            <pc:sldMk cId="57572407" sldId="488"/>
            <ac:spMk id="23" creationId="{1DBFF062-90D5-4E69-BF06-12FD9FD5AE74}"/>
          </ac:spMkLst>
        </pc:spChg>
        <pc:spChg chg="mod">
          <ac:chgData name="Manuj Agrawal" userId="8275e378daeca5b2" providerId="LiveId" clId="{29437932-B395-4DB7-AB2D-1B18267F09C9}" dt="2021-12-15T10:20:55.370" v="209" actId="1076"/>
          <ac:spMkLst>
            <pc:docMk/>
            <pc:sldMk cId="57572407" sldId="488"/>
            <ac:spMk id="24" creationId="{21967740-B934-4B85-849E-036D9A078BD8}"/>
          </ac:spMkLst>
        </pc:spChg>
        <pc:spChg chg="mod">
          <ac:chgData name="Manuj Agrawal" userId="8275e378daeca5b2" providerId="LiveId" clId="{29437932-B395-4DB7-AB2D-1B18267F09C9}" dt="2021-12-15T10:17:34.050" v="165" actId="1076"/>
          <ac:spMkLst>
            <pc:docMk/>
            <pc:sldMk cId="57572407" sldId="488"/>
            <ac:spMk id="25" creationId="{A62C0748-E5C5-462F-BF7C-8F770D41222F}"/>
          </ac:spMkLst>
        </pc:spChg>
        <pc:graphicFrameChg chg="add del mod">
          <ac:chgData name="Manuj Agrawal" userId="8275e378daeca5b2" providerId="LiveId" clId="{29437932-B395-4DB7-AB2D-1B18267F09C9}" dt="2021-12-15T10:17:21.113" v="162" actId="1076"/>
          <ac:graphicFrameMkLst>
            <pc:docMk/>
            <pc:sldMk cId="57572407" sldId="488"/>
            <ac:graphicFrameMk id="4" creationId="{EEDD7073-AA63-4152-8A36-085D8561013C}"/>
          </ac:graphicFrameMkLst>
        </pc:graphicFrameChg>
        <pc:graphicFrameChg chg="del">
          <ac:chgData name="Manuj Agrawal" userId="8275e378daeca5b2" providerId="LiveId" clId="{29437932-B395-4DB7-AB2D-1B18267F09C9}" dt="2021-12-15T10:10:57.014" v="41" actId="478"/>
          <ac:graphicFrameMkLst>
            <pc:docMk/>
            <pc:sldMk cId="57572407" sldId="488"/>
            <ac:graphicFrameMk id="5" creationId="{02B05D2E-C5E4-4115-8D2D-8312FD4C904F}"/>
          </ac:graphicFrameMkLst>
        </pc:graphicFrameChg>
        <pc:graphicFrameChg chg="add mod">
          <ac:chgData name="Manuj Agrawal" userId="8275e378daeca5b2" providerId="LiveId" clId="{29437932-B395-4DB7-AB2D-1B18267F09C9}" dt="2021-12-15T10:17:18.514" v="161" actId="1076"/>
          <ac:graphicFrameMkLst>
            <pc:docMk/>
            <pc:sldMk cId="57572407" sldId="488"/>
            <ac:graphicFrameMk id="12" creationId="{9BF9477A-DD6E-46C3-9484-707E90C0D77F}"/>
          </ac:graphicFrameMkLst>
        </pc:graphicFrameChg>
        <pc:graphicFrameChg chg="add mod">
          <ac:chgData name="Manuj Agrawal" userId="8275e378daeca5b2" providerId="LiveId" clId="{29437932-B395-4DB7-AB2D-1B18267F09C9}" dt="2021-12-15T10:20:46.642" v="208" actId="14100"/>
          <ac:graphicFrameMkLst>
            <pc:docMk/>
            <pc:sldMk cId="57572407" sldId="488"/>
            <ac:graphicFrameMk id="13" creationId="{A09CE727-89F5-4B94-803C-B5D4C08D703D}"/>
          </ac:graphicFrameMkLst>
        </pc:graphicFrameChg>
        <pc:graphicFrameChg chg="add del">
          <ac:chgData name="Manuj Agrawal" userId="8275e378daeca5b2" providerId="LiveId" clId="{29437932-B395-4DB7-AB2D-1B18267F09C9}" dt="2021-12-15T10:10:20.494" v="32" actId="478"/>
          <ac:graphicFrameMkLst>
            <pc:docMk/>
            <pc:sldMk cId="57572407" sldId="488"/>
            <ac:graphicFrameMk id="21" creationId="{5BCCE106-83A7-498B-A4A4-FAEA33EB1C8D}"/>
          </ac:graphicFrameMkLst>
        </pc:graphicFrameChg>
        <pc:graphicFrameChg chg="del">
          <ac:chgData name="Manuj Agrawal" userId="8275e378daeca5b2" providerId="LiveId" clId="{29437932-B395-4DB7-AB2D-1B18267F09C9}" dt="2021-12-15T10:10:55.516" v="40" actId="478"/>
          <ac:graphicFrameMkLst>
            <pc:docMk/>
            <pc:sldMk cId="57572407" sldId="488"/>
            <ac:graphicFrameMk id="22" creationId="{6FB840D3-A86E-4DA5-BBFF-4DED9C1E0A58}"/>
          </ac:graphicFrameMkLst>
        </pc:graphicFrameChg>
      </pc:sldChg>
      <pc:sldChg chg="modSp mod">
        <pc:chgData name="Manuj Agrawal" userId="8275e378daeca5b2" providerId="LiveId" clId="{29437932-B395-4DB7-AB2D-1B18267F09C9}" dt="2021-12-10T09:55:12.857" v="7" actId="14734"/>
        <pc:sldMkLst>
          <pc:docMk/>
          <pc:sldMk cId="2332114638" sldId="503"/>
        </pc:sldMkLst>
        <pc:graphicFrameChg chg="modGraphic">
          <ac:chgData name="Manuj Agrawal" userId="8275e378daeca5b2" providerId="LiveId" clId="{29437932-B395-4DB7-AB2D-1B18267F09C9}" dt="2021-12-10T09:55:12.857" v="7" actId="14734"/>
          <ac:graphicFrameMkLst>
            <pc:docMk/>
            <pc:sldMk cId="2332114638" sldId="503"/>
            <ac:graphicFrameMk id="9" creationId="{26E5A1B9-A8D1-47DB-A261-8C73C3BA00CF}"/>
          </ac:graphicFrameMkLst>
        </pc:graphicFrameChg>
      </pc:sldChg>
      <pc:sldChg chg="modSp mod">
        <pc:chgData name="Manuj Agrawal" userId="8275e378daeca5b2" providerId="LiveId" clId="{29437932-B395-4DB7-AB2D-1B18267F09C9}" dt="2021-12-10T10:01:49.593" v="8" actId="20577"/>
        <pc:sldMkLst>
          <pc:docMk/>
          <pc:sldMk cId="3558071778" sldId="508"/>
        </pc:sldMkLst>
        <pc:spChg chg="mod">
          <ac:chgData name="Manuj Agrawal" userId="8275e378daeca5b2" providerId="LiveId" clId="{29437932-B395-4DB7-AB2D-1B18267F09C9}" dt="2021-12-10T10:01:49.593" v="8" actId="20577"/>
          <ac:spMkLst>
            <pc:docMk/>
            <pc:sldMk cId="3558071778" sldId="508"/>
            <ac:spMk id="65" creationId="{8E393A79-A444-4546-B5E9-4CF502C3AFF3}"/>
          </ac:spMkLst>
        </pc:spChg>
      </pc:sldChg>
      <pc:sldChg chg="add del">
        <pc:chgData name="Manuj Agrawal" userId="8275e378daeca5b2" providerId="LiveId" clId="{29437932-B395-4DB7-AB2D-1B18267F09C9}" dt="2021-12-15T10:38:31.261" v="210" actId="2696"/>
        <pc:sldMkLst>
          <pc:docMk/>
          <pc:sldMk cId="318292583" sldId="529"/>
        </pc:sldMkLst>
      </pc:sldChg>
    </pc:docChg>
  </pc:docChgLst>
  <pc:docChgLst>
    <pc:chgData name="Manuj Agrawal" userId="8275e378daeca5b2" providerId="LiveId" clId="{7A90282D-519A-4C8A-8647-E097FFF10555}"/>
    <pc:docChg chg="undo custSel addSld delSld modSld sldOrd">
      <pc:chgData name="Manuj Agrawal" userId="8275e378daeca5b2" providerId="LiveId" clId="{7A90282D-519A-4C8A-8647-E097FFF10555}" dt="2022-01-07T18:20:36.241" v="5380" actId="20577"/>
      <pc:docMkLst>
        <pc:docMk/>
      </pc:docMkLst>
      <pc:sldChg chg="ord">
        <pc:chgData name="Manuj Agrawal" userId="8275e378daeca5b2" providerId="LiveId" clId="{7A90282D-519A-4C8A-8647-E097FFF10555}" dt="2022-01-06T03:11:56.826" v="33"/>
        <pc:sldMkLst>
          <pc:docMk/>
          <pc:sldMk cId="2654572283" sldId="456"/>
        </pc:sldMkLst>
      </pc:sldChg>
      <pc:sldChg chg="modSp mod ord modNotesTx">
        <pc:chgData name="Manuj Agrawal" userId="8275e378daeca5b2" providerId="LiveId" clId="{7A90282D-519A-4C8A-8647-E097FFF10555}" dt="2022-01-07T17:06:01.193" v="5308" actId="20577"/>
        <pc:sldMkLst>
          <pc:docMk/>
          <pc:sldMk cId="722639226" sldId="481"/>
        </pc:sldMkLst>
        <pc:spChg chg="mod">
          <ac:chgData name="Manuj Agrawal" userId="8275e378daeca5b2" providerId="LiveId" clId="{7A90282D-519A-4C8A-8647-E097FFF10555}" dt="2022-01-06T04:44:58.708" v="4276" actId="20577"/>
          <ac:spMkLst>
            <pc:docMk/>
            <pc:sldMk cId="722639226" sldId="481"/>
            <ac:spMk id="23" creationId="{4D39C011-2028-4948-B287-1929F9999FDE}"/>
          </ac:spMkLst>
        </pc:spChg>
      </pc:sldChg>
      <pc:sldChg chg="del">
        <pc:chgData name="Manuj Agrawal" userId="8275e378daeca5b2" providerId="LiveId" clId="{7A90282D-519A-4C8A-8647-E097FFF10555}" dt="2022-01-06T04:49:09.042" v="4409" actId="47"/>
        <pc:sldMkLst>
          <pc:docMk/>
          <pc:sldMk cId="2413752973" sldId="486"/>
        </pc:sldMkLst>
      </pc:sldChg>
      <pc:sldChg chg="modSp mod ord modNotesTx">
        <pc:chgData name="Manuj Agrawal" userId="8275e378daeca5b2" providerId="LiveId" clId="{7A90282D-519A-4C8A-8647-E097FFF10555}" dt="2022-01-07T16:40:41.853" v="4875" actId="20577"/>
        <pc:sldMkLst>
          <pc:docMk/>
          <pc:sldMk cId="3922207980" sldId="506"/>
        </pc:sldMkLst>
        <pc:spChg chg="mod">
          <ac:chgData name="Manuj Agrawal" userId="8275e378daeca5b2" providerId="LiveId" clId="{7A90282D-519A-4C8A-8647-E097FFF10555}" dt="2022-01-07T12:00:43.128" v="4492" actId="20577"/>
          <ac:spMkLst>
            <pc:docMk/>
            <pc:sldMk cId="3922207980" sldId="506"/>
            <ac:spMk id="68" creationId="{5BE7B6A3-79F6-470F-89AC-7BA31B7B6379}"/>
          </ac:spMkLst>
        </pc:spChg>
        <pc:spChg chg="mod">
          <ac:chgData name="Manuj Agrawal" userId="8275e378daeca5b2" providerId="LiveId" clId="{7A90282D-519A-4C8A-8647-E097FFF10555}" dt="2022-01-07T12:05:03.768" v="4528" actId="113"/>
          <ac:spMkLst>
            <pc:docMk/>
            <pc:sldMk cId="3922207980" sldId="506"/>
            <ac:spMk id="70" creationId="{4E2ED473-7EC3-400B-B8F3-848D7908ED7D}"/>
          </ac:spMkLst>
        </pc:spChg>
      </pc:sldChg>
      <pc:sldChg chg="del">
        <pc:chgData name="Manuj Agrawal" userId="8275e378daeca5b2" providerId="LiveId" clId="{7A90282D-519A-4C8A-8647-E097FFF10555}" dt="2022-01-06T04:49:18.448" v="4411" actId="47"/>
        <pc:sldMkLst>
          <pc:docMk/>
          <pc:sldMk cId="2137804776" sldId="529"/>
        </pc:sldMkLst>
      </pc:sldChg>
      <pc:sldChg chg="modNotesTx">
        <pc:chgData name="Manuj Agrawal" userId="8275e378daeca5b2" providerId="LiveId" clId="{7A90282D-519A-4C8A-8647-E097FFF10555}" dt="2022-01-07T18:20:36.241" v="5380" actId="20577"/>
        <pc:sldMkLst>
          <pc:docMk/>
          <pc:sldMk cId="958035667" sldId="537"/>
        </pc:sldMkLst>
      </pc:sldChg>
      <pc:sldChg chg="del">
        <pc:chgData name="Manuj Agrawal" userId="8275e378daeca5b2" providerId="LiveId" clId="{7A90282D-519A-4C8A-8647-E097FFF10555}" dt="2022-01-06T04:49:06.446" v="4408" actId="47"/>
        <pc:sldMkLst>
          <pc:docMk/>
          <pc:sldMk cId="1146830387" sldId="541"/>
        </pc:sldMkLst>
      </pc:sldChg>
      <pc:sldChg chg="modSp mod ord modNotesTx">
        <pc:chgData name="Manuj Agrawal" userId="8275e378daeca5b2" providerId="LiveId" clId="{7A90282D-519A-4C8A-8647-E097FFF10555}" dt="2022-01-07T18:01:22.598" v="5379" actId="20577"/>
        <pc:sldMkLst>
          <pc:docMk/>
          <pc:sldMk cId="1316161972" sldId="542"/>
        </pc:sldMkLst>
        <pc:spChg chg="mod">
          <ac:chgData name="Manuj Agrawal" userId="8275e378daeca5b2" providerId="LiveId" clId="{7A90282D-519A-4C8A-8647-E097FFF10555}" dt="2022-01-07T12:06:53.493" v="4533" actId="1036"/>
          <ac:spMkLst>
            <pc:docMk/>
            <pc:sldMk cId="1316161972" sldId="542"/>
            <ac:spMk id="59" creationId="{0CB50AB1-ED75-406B-BE0B-B6F99F0727EF}"/>
          </ac:spMkLst>
        </pc:spChg>
        <pc:spChg chg="mod">
          <ac:chgData name="Manuj Agrawal" userId="8275e378daeca5b2" providerId="LiveId" clId="{7A90282D-519A-4C8A-8647-E097FFF10555}" dt="2022-01-07T12:06:53.493" v="4533" actId="1036"/>
          <ac:spMkLst>
            <pc:docMk/>
            <pc:sldMk cId="1316161972" sldId="542"/>
            <ac:spMk id="64" creationId="{8FDBB07F-92FE-4874-A085-2862B65B52DA}"/>
          </ac:spMkLst>
        </pc:spChg>
        <pc:spChg chg="mod">
          <ac:chgData name="Manuj Agrawal" userId="8275e378daeca5b2" providerId="LiveId" clId="{7A90282D-519A-4C8A-8647-E097FFF10555}" dt="2022-01-06T08:32:19.608" v="4446" actId="1076"/>
          <ac:spMkLst>
            <pc:docMk/>
            <pc:sldMk cId="1316161972" sldId="542"/>
            <ac:spMk id="67" creationId="{94E64F28-29E4-4A49-BA01-D3717058AA3E}"/>
          </ac:spMkLst>
        </pc:spChg>
        <pc:spChg chg="mod">
          <ac:chgData name="Manuj Agrawal" userId="8275e378daeca5b2" providerId="LiveId" clId="{7A90282D-519A-4C8A-8647-E097FFF10555}" dt="2022-01-06T06:25:22.556" v="4429" actId="20577"/>
          <ac:spMkLst>
            <pc:docMk/>
            <pc:sldMk cId="1316161972" sldId="542"/>
            <ac:spMk id="68" creationId="{5BE7B6A3-79F6-470F-89AC-7BA31B7B6379}"/>
          </ac:spMkLst>
        </pc:spChg>
        <pc:spChg chg="mod">
          <ac:chgData name="Manuj Agrawal" userId="8275e378daeca5b2" providerId="LiveId" clId="{7A90282D-519A-4C8A-8647-E097FFF10555}" dt="2022-01-07T12:06:53.493" v="4533" actId="1036"/>
          <ac:spMkLst>
            <pc:docMk/>
            <pc:sldMk cId="1316161972" sldId="542"/>
            <ac:spMk id="69" creationId="{A7E7E804-C497-43D7-88C6-AE98C0F3B89C}"/>
          </ac:spMkLst>
        </pc:spChg>
        <pc:spChg chg="mod">
          <ac:chgData name="Manuj Agrawal" userId="8275e378daeca5b2" providerId="LiveId" clId="{7A90282D-519A-4C8A-8647-E097FFF10555}" dt="2022-01-07T12:06:53.493" v="4533" actId="1036"/>
          <ac:spMkLst>
            <pc:docMk/>
            <pc:sldMk cId="1316161972" sldId="542"/>
            <ac:spMk id="70" creationId="{4E2ED473-7EC3-400B-B8F3-848D7908ED7D}"/>
          </ac:spMkLst>
        </pc:spChg>
        <pc:grpChg chg="mod">
          <ac:chgData name="Manuj Agrawal" userId="8275e378daeca5b2" providerId="LiveId" clId="{7A90282D-519A-4C8A-8647-E097FFF10555}" dt="2022-01-07T12:06:53.493" v="4533" actId="1036"/>
          <ac:grpSpMkLst>
            <pc:docMk/>
            <pc:sldMk cId="1316161972" sldId="542"/>
            <ac:grpSpMk id="6" creationId="{8F824905-1B28-42EF-AD9B-4DF2FD16EF6C}"/>
          </ac:grpSpMkLst>
        </pc:grpChg>
        <pc:grpChg chg="mod">
          <ac:chgData name="Manuj Agrawal" userId="8275e378daeca5b2" providerId="LiveId" clId="{7A90282D-519A-4C8A-8647-E097FFF10555}" dt="2022-01-07T12:06:53.493" v="4533" actId="1036"/>
          <ac:grpSpMkLst>
            <pc:docMk/>
            <pc:sldMk cId="1316161972" sldId="542"/>
            <ac:grpSpMk id="10" creationId="{00A6A403-D49D-476A-8460-E0DE41295472}"/>
          </ac:grpSpMkLst>
        </pc:grpChg>
        <pc:grpChg chg="mod">
          <ac:chgData name="Manuj Agrawal" userId="8275e378daeca5b2" providerId="LiveId" clId="{7A90282D-519A-4C8A-8647-E097FFF10555}" dt="2022-01-07T12:06:53.493" v="4533" actId="1036"/>
          <ac:grpSpMkLst>
            <pc:docMk/>
            <pc:sldMk cId="1316161972" sldId="542"/>
            <ac:grpSpMk id="17" creationId="{0684C6F7-A1C9-4CBA-848D-8B2BE5976375}"/>
          </ac:grpSpMkLst>
        </pc:grpChg>
        <pc:grpChg chg="mod">
          <ac:chgData name="Manuj Agrawal" userId="8275e378daeca5b2" providerId="LiveId" clId="{7A90282D-519A-4C8A-8647-E097FFF10555}" dt="2022-01-07T12:06:53.493" v="4533" actId="1036"/>
          <ac:grpSpMkLst>
            <pc:docMk/>
            <pc:sldMk cId="1316161972" sldId="542"/>
            <ac:grpSpMk id="58" creationId="{1E169A29-D66E-4ADE-8B5E-2F2CE31B6589}"/>
          </ac:grpSpMkLst>
        </pc:grpChg>
      </pc:sldChg>
      <pc:sldChg chg="del ord">
        <pc:chgData name="Manuj Agrawal" userId="8275e378daeca5b2" providerId="LiveId" clId="{7A90282D-519A-4C8A-8647-E097FFF10555}" dt="2022-01-06T04:49:02.044" v="4407" actId="47"/>
        <pc:sldMkLst>
          <pc:docMk/>
          <pc:sldMk cId="477807685" sldId="544"/>
        </pc:sldMkLst>
      </pc:sldChg>
      <pc:sldChg chg="addSp delSp modSp mod ord modNotesTx">
        <pc:chgData name="Manuj Agrawal" userId="8275e378daeca5b2" providerId="LiveId" clId="{7A90282D-519A-4C8A-8647-E097FFF10555}" dt="2022-01-07T16:18:10.456" v="4812" actId="688"/>
        <pc:sldMkLst>
          <pc:docMk/>
          <pc:sldMk cId="1213225221" sldId="546"/>
        </pc:sldMkLst>
        <pc:spChg chg="del mod">
          <ac:chgData name="Manuj Agrawal" userId="8275e378daeca5b2" providerId="LiveId" clId="{7A90282D-519A-4C8A-8647-E097FFF10555}" dt="2022-01-06T03:13:46.917" v="44" actId="478"/>
          <ac:spMkLst>
            <pc:docMk/>
            <pc:sldMk cId="1213225221" sldId="546"/>
            <ac:spMk id="3" creationId="{133EF8DE-A871-4D30-8CB2-2E3B9CEA8D17}"/>
          </ac:spMkLst>
        </pc:spChg>
        <pc:spChg chg="mod">
          <ac:chgData name="Manuj Agrawal" userId="8275e378daeca5b2" providerId="LiveId" clId="{7A90282D-519A-4C8A-8647-E097FFF10555}" dt="2022-01-06T03:27:21.082" v="1544" actId="1037"/>
          <ac:spMkLst>
            <pc:docMk/>
            <pc:sldMk cId="1213225221" sldId="546"/>
            <ac:spMk id="12" creationId="{77BB407C-3743-4F18-91B5-B05E45CC47F0}"/>
          </ac:spMkLst>
        </pc:spChg>
        <pc:spChg chg="mod">
          <ac:chgData name="Manuj Agrawal" userId="8275e378daeca5b2" providerId="LiveId" clId="{7A90282D-519A-4C8A-8647-E097FFF10555}" dt="2022-01-07T12:13:13.453" v="4765" actId="1037"/>
          <ac:spMkLst>
            <pc:docMk/>
            <pc:sldMk cId="1213225221" sldId="546"/>
            <ac:spMk id="13" creationId="{3B06627D-B71F-420B-814C-D88D7DA54208}"/>
          </ac:spMkLst>
        </pc:spChg>
        <pc:spChg chg="del">
          <ac:chgData name="Manuj Agrawal" userId="8275e378daeca5b2" providerId="LiveId" clId="{7A90282D-519A-4C8A-8647-E097FFF10555}" dt="2022-01-06T03:10:50.388" v="22" actId="478"/>
          <ac:spMkLst>
            <pc:docMk/>
            <pc:sldMk cId="1213225221" sldId="546"/>
            <ac:spMk id="16" creationId="{CCBF5BF0-3B8A-436E-99D6-A56580D2A253}"/>
          </ac:spMkLst>
        </pc:spChg>
        <pc:spChg chg="mod">
          <ac:chgData name="Manuj Agrawal" userId="8275e378daeca5b2" providerId="LiveId" clId="{7A90282D-519A-4C8A-8647-E097FFF10555}" dt="2022-01-07T12:13:23.784" v="4811" actId="1037"/>
          <ac:spMkLst>
            <pc:docMk/>
            <pc:sldMk cId="1213225221" sldId="546"/>
            <ac:spMk id="17" creationId="{7CB4278A-0FCB-48D5-A981-FAA2F5D21932}"/>
          </ac:spMkLst>
        </pc:spChg>
        <pc:spChg chg="mod">
          <ac:chgData name="Manuj Agrawal" userId="8275e378daeca5b2" providerId="LiveId" clId="{7A90282D-519A-4C8A-8647-E097FFF10555}" dt="2022-01-07T12:00:18.207" v="4488" actId="1076"/>
          <ac:spMkLst>
            <pc:docMk/>
            <pc:sldMk cId="1213225221" sldId="546"/>
            <ac:spMk id="22" creationId="{CD35668E-8E0D-405C-8DD0-B008F582FF87}"/>
          </ac:spMkLst>
        </pc:spChg>
        <pc:spChg chg="add mod">
          <ac:chgData name="Manuj Agrawal" userId="8275e378daeca5b2" providerId="LiveId" clId="{7A90282D-519A-4C8A-8647-E097FFF10555}" dt="2022-01-06T03:11:28.881" v="29" actId="1076"/>
          <ac:spMkLst>
            <pc:docMk/>
            <pc:sldMk cId="1213225221" sldId="546"/>
            <ac:spMk id="23" creationId="{648C08C5-82B4-4F7B-A857-2B793046AEBD}"/>
          </ac:spMkLst>
        </pc:spChg>
        <pc:spChg chg="mod">
          <ac:chgData name="Manuj Agrawal" userId="8275e378daeca5b2" providerId="LiveId" clId="{7A90282D-519A-4C8A-8647-E097FFF10555}" dt="2022-01-06T03:13:52.148" v="46" actId="1076"/>
          <ac:spMkLst>
            <pc:docMk/>
            <pc:sldMk cId="1213225221" sldId="546"/>
            <ac:spMk id="25" creationId="{1271E382-3BE4-4C7D-A6CF-61B977E8A0A9}"/>
          </ac:spMkLst>
        </pc:spChg>
        <pc:picChg chg="del mod">
          <ac:chgData name="Manuj Agrawal" userId="8275e378daeca5b2" providerId="LiveId" clId="{7A90282D-519A-4C8A-8647-E097FFF10555}" dt="2022-01-07T12:00:10.641" v="4486" actId="478"/>
          <ac:picMkLst>
            <pc:docMk/>
            <pc:sldMk cId="1213225221" sldId="546"/>
            <ac:picMk id="7" creationId="{B93FA52B-A39C-41E8-9974-2C8D3CF98C39}"/>
          </ac:picMkLst>
        </pc:picChg>
        <pc:picChg chg="add mod">
          <ac:chgData name="Manuj Agrawal" userId="8275e378daeca5b2" providerId="LiveId" clId="{7A90282D-519A-4C8A-8647-E097FFF10555}" dt="2022-01-07T16:18:10.456" v="4812" actId="688"/>
          <ac:picMkLst>
            <pc:docMk/>
            <pc:sldMk cId="1213225221" sldId="546"/>
            <ac:picMk id="16" creationId="{2302BC7C-8D8D-42D8-831C-6ACFC114EDBE}"/>
          </ac:picMkLst>
        </pc:picChg>
        <pc:picChg chg="mod">
          <ac:chgData name="Manuj Agrawal" userId="8275e378daeca5b2" providerId="LiveId" clId="{7A90282D-519A-4C8A-8647-E097FFF10555}" dt="2022-01-07T12:00:23.717" v="4490" actId="1076"/>
          <ac:picMkLst>
            <pc:docMk/>
            <pc:sldMk cId="1213225221" sldId="546"/>
            <ac:picMk id="18" creationId="{E19E244E-9AE3-4E1A-9DF4-7C94B14C1F21}"/>
          </ac:picMkLst>
        </pc:picChg>
      </pc:sldChg>
      <pc:sldChg chg="ord modNotesTx">
        <pc:chgData name="Manuj Agrawal" userId="8275e378daeca5b2" providerId="LiveId" clId="{7A90282D-519A-4C8A-8647-E097FFF10555}" dt="2022-01-07T16:56:03.300" v="5129" actId="6549"/>
        <pc:sldMkLst>
          <pc:docMk/>
          <pc:sldMk cId="505145951" sldId="551"/>
        </pc:sldMkLst>
      </pc:sldChg>
      <pc:sldChg chg="del">
        <pc:chgData name="Manuj Agrawal" userId="8275e378daeca5b2" providerId="LiveId" clId="{7A90282D-519A-4C8A-8647-E097FFF10555}" dt="2022-01-06T04:49:10.740" v="4410" actId="47"/>
        <pc:sldMkLst>
          <pc:docMk/>
          <pc:sldMk cId="1004415067" sldId="553"/>
        </pc:sldMkLst>
      </pc:sldChg>
      <pc:sldChg chg="ord modNotesTx">
        <pc:chgData name="Manuj Agrawal" userId="8275e378daeca5b2" providerId="LiveId" clId="{7A90282D-519A-4C8A-8647-E097FFF10555}" dt="2022-01-07T16:45:35.003" v="5030" actId="20577"/>
        <pc:sldMkLst>
          <pc:docMk/>
          <pc:sldMk cId="2191335115" sldId="556"/>
        </pc:sldMkLst>
      </pc:sldChg>
      <pc:sldChg chg="delSp modSp mod ord modNotesTx">
        <pc:chgData name="Manuj Agrawal" userId="8275e378daeca5b2" providerId="LiveId" clId="{7A90282D-519A-4C8A-8647-E097FFF10555}" dt="2022-01-07T12:01:28.514" v="4506" actId="1076"/>
        <pc:sldMkLst>
          <pc:docMk/>
          <pc:sldMk cId="492392778" sldId="559"/>
        </pc:sldMkLst>
        <pc:spChg chg="mod">
          <ac:chgData name="Manuj Agrawal" userId="8275e378daeca5b2" providerId="LiveId" clId="{7A90282D-519A-4C8A-8647-E097FFF10555}" dt="2022-01-07T12:01:28.514" v="4506" actId="1076"/>
          <ac:spMkLst>
            <pc:docMk/>
            <pc:sldMk cId="492392778" sldId="559"/>
            <ac:spMk id="57" creationId="{6E1493FB-C886-4A47-91BB-E761C4E16835}"/>
          </ac:spMkLst>
        </pc:spChg>
        <pc:picChg chg="mod">
          <ac:chgData name="Manuj Agrawal" userId="8275e378daeca5b2" providerId="LiveId" clId="{7A90282D-519A-4C8A-8647-E097FFF10555}" dt="2022-01-07T12:01:19.446" v="4505" actId="1076"/>
          <ac:picMkLst>
            <pc:docMk/>
            <pc:sldMk cId="492392778" sldId="559"/>
            <ac:picMk id="62" creationId="{E1DFED4A-6C3D-4410-B5CE-417A49A29228}"/>
          </ac:picMkLst>
        </pc:picChg>
        <pc:picChg chg="mod">
          <ac:chgData name="Manuj Agrawal" userId="8275e378daeca5b2" providerId="LiveId" clId="{7A90282D-519A-4C8A-8647-E097FFF10555}" dt="2022-01-07T12:01:02.673" v="4496" actId="1076"/>
          <ac:picMkLst>
            <pc:docMk/>
            <pc:sldMk cId="492392778" sldId="559"/>
            <ac:picMk id="63" creationId="{EF0B5A3E-74C5-4C99-BEA4-498B0B98C7D6}"/>
          </ac:picMkLst>
        </pc:picChg>
        <pc:picChg chg="mod">
          <ac:chgData name="Manuj Agrawal" userId="8275e378daeca5b2" providerId="LiveId" clId="{7A90282D-519A-4C8A-8647-E097FFF10555}" dt="2022-01-07T12:01:06.407" v="4498" actId="1076"/>
          <ac:picMkLst>
            <pc:docMk/>
            <pc:sldMk cId="492392778" sldId="559"/>
            <ac:picMk id="64" creationId="{3B1E058B-5DA2-4BF4-9628-E4BA8FAF949D}"/>
          </ac:picMkLst>
        </pc:picChg>
        <pc:picChg chg="mod">
          <ac:chgData name="Manuj Agrawal" userId="8275e378daeca5b2" providerId="LiveId" clId="{7A90282D-519A-4C8A-8647-E097FFF10555}" dt="2022-01-07T12:01:10.349" v="4501" actId="1076"/>
          <ac:picMkLst>
            <pc:docMk/>
            <pc:sldMk cId="492392778" sldId="559"/>
            <ac:picMk id="65" creationId="{21D37368-4683-4A2D-8716-19EFDB8FEFF8}"/>
          </ac:picMkLst>
        </pc:picChg>
        <pc:picChg chg="mod">
          <ac:chgData name="Manuj Agrawal" userId="8275e378daeca5b2" providerId="LiveId" clId="{7A90282D-519A-4C8A-8647-E097FFF10555}" dt="2022-01-07T12:01:04.171" v="4497" actId="1076"/>
          <ac:picMkLst>
            <pc:docMk/>
            <pc:sldMk cId="492392778" sldId="559"/>
            <ac:picMk id="66" creationId="{CA3207FA-232C-4050-B42F-6CA53FD67FB3}"/>
          </ac:picMkLst>
        </pc:picChg>
        <pc:picChg chg="del">
          <ac:chgData name="Manuj Agrawal" userId="8275e378daeca5b2" providerId="LiveId" clId="{7A90282D-519A-4C8A-8647-E097FFF10555}" dt="2022-01-07T12:00:52.733" v="4493" actId="478"/>
          <ac:picMkLst>
            <pc:docMk/>
            <pc:sldMk cId="492392778" sldId="559"/>
            <ac:picMk id="67" creationId="{A73A2D8A-487A-426C-94D6-77307BBFB09D}"/>
          </ac:picMkLst>
        </pc:picChg>
        <pc:picChg chg="mod">
          <ac:chgData name="Manuj Agrawal" userId="8275e378daeca5b2" providerId="LiveId" clId="{7A90282D-519A-4C8A-8647-E097FFF10555}" dt="2022-01-07T12:01:08.267" v="4499" actId="1076"/>
          <ac:picMkLst>
            <pc:docMk/>
            <pc:sldMk cId="492392778" sldId="559"/>
            <ac:picMk id="68" creationId="{DF085C58-E4F7-4023-8795-92AFD88D1813}"/>
          </ac:picMkLst>
        </pc:picChg>
      </pc:sldChg>
      <pc:sldChg chg="ord modNotesTx">
        <pc:chgData name="Manuj Agrawal" userId="8275e378daeca5b2" providerId="LiveId" clId="{7A90282D-519A-4C8A-8647-E097FFF10555}" dt="2022-01-06T04:09:34.802" v="3020" actId="20577"/>
        <pc:sldMkLst>
          <pc:docMk/>
          <pc:sldMk cId="3569473709" sldId="560"/>
        </pc:sldMkLst>
      </pc:sldChg>
      <pc:sldChg chg="new del">
        <pc:chgData name="Manuj Agrawal" userId="8275e378daeca5b2" providerId="LiveId" clId="{7A90282D-519A-4C8A-8647-E097FFF10555}" dt="2022-01-06T06:09:35.098" v="4413" actId="47"/>
        <pc:sldMkLst>
          <pc:docMk/>
          <pc:sldMk cId="1668937640" sldId="561"/>
        </pc:sldMkLst>
      </pc:sldChg>
    </pc:docChg>
  </pc:docChgLst>
  <pc:docChgLst>
    <pc:chgData name="Shyama" userId="S::shyama@webberec.com::6bc29e3b-d18d-4efe-9776-d232efa51d08" providerId="AD" clId="Web-{CBAC39AB-6B46-190D-4CFF-78D778AE1EA1}"/>
    <pc:docChg chg="modSld">
      <pc:chgData name="Shyama" userId="S::shyama@webberec.com::6bc29e3b-d18d-4efe-9776-d232efa51d08" providerId="AD" clId="Web-{CBAC39AB-6B46-190D-4CFF-78D778AE1EA1}" dt="2023-04-22T16:33:58.019" v="96" actId="1076"/>
      <pc:docMkLst>
        <pc:docMk/>
      </pc:docMkLst>
      <pc:sldChg chg="modSp">
        <pc:chgData name="Shyama" userId="S::shyama@webberec.com::6bc29e3b-d18d-4efe-9776-d232efa51d08" providerId="AD" clId="Web-{CBAC39AB-6B46-190D-4CFF-78D778AE1EA1}" dt="2023-04-22T16:27:30.629" v="58" actId="20577"/>
        <pc:sldMkLst>
          <pc:docMk/>
          <pc:sldMk cId="3922207980" sldId="506"/>
        </pc:sldMkLst>
        <pc:spChg chg="mod">
          <ac:chgData name="Shyama" userId="S::shyama@webberec.com::6bc29e3b-d18d-4efe-9776-d232efa51d08" providerId="AD" clId="Web-{CBAC39AB-6B46-190D-4CFF-78D778AE1EA1}" dt="2023-04-22T16:22:30.196" v="51" actId="20577"/>
          <ac:spMkLst>
            <pc:docMk/>
            <pc:sldMk cId="3922207980" sldId="506"/>
            <ac:spMk id="67" creationId="{94E64F28-29E4-4A49-BA01-D3717058AA3E}"/>
          </ac:spMkLst>
        </pc:spChg>
        <pc:spChg chg="mod">
          <ac:chgData name="Shyama" userId="S::shyama@webberec.com::6bc29e3b-d18d-4efe-9776-d232efa51d08" providerId="AD" clId="Web-{CBAC39AB-6B46-190D-4CFF-78D778AE1EA1}" dt="2023-04-22T16:27:30.629" v="58" actId="20577"/>
          <ac:spMkLst>
            <pc:docMk/>
            <pc:sldMk cId="3922207980" sldId="506"/>
            <ac:spMk id="68" creationId="{5BE7B6A3-79F6-470F-89AC-7BA31B7B6379}"/>
          </ac:spMkLst>
        </pc:spChg>
      </pc:sldChg>
      <pc:sldChg chg="addSp delSp modSp">
        <pc:chgData name="Shyama" userId="S::shyama@webberec.com::6bc29e3b-d18d-4efe-9776-d232efa51d08" providerId="AD" clId="Web-{CBAC39AB-6B46-190D-4CFF-78D778AE1EA1}" dt="2023-04-22T16:33:58.019" v="96" actId="1076"/>
        <pc:sldMkLst>
          <pc:docMk/>
          <pc:sldMk cId="505145951" sldId="551"/>
        </pc:sldMkLst>
        <pc:spChg chg="topLvl">
          <ac:chgData name="Shyama" userId="S::shyama@webberec.com::6bc29e3b-d18d-4efe-9776-d232efa51d08" providerId="AD" clId="Web-{CBAC39AB-6B46-190D-4CFF-78D778AE1EA1}" dt="2023-04-22T16:30:18.495" v="76"/>
          <ac:spMkLst>
            <pc:docMk/>
            <pc:sldMk cId="505145951" sldId="551"/>
            <ac:spMk id="15" creationId="{A031F14A-3CF1-47D5-A774-25EF10AF8BC6}"/>
          </ac:spMkLst>
        </pc:spChg>
        <pc:spChg chg="topLvl">
          <ac:chgData name="Shyama" userId="S::shyama@webberec.com::6bc29e3b-d18d-4efe-9776-d232efa51d08" providerId="AD" clId="Web-{CBAC39AB-6B46-190D-4CFF-78D778AE1EA1}" dt="2023-04-22T16:30:18.495" v="76"/>
          <ac:spMkLst>
            <pc:docMk/>
            <pc:sldMk cId="505145951" sldId="551"/>
            <ac:spMk id="16" creationId="{A5873D64-51DD-4B2F-9B73-DFED3489ABC7}"/>
          </ac:spMkLst>
        </pc:spChg>
        <pc:spChg chg="mod">
          <ac:chgData name="Shyama" userId="S::shyama@webberec.com::6bc29e3b-d18d-4efe-9776-d232efa51d08" providerId="AD" clId="Web-{CBAC39AB-6B46-190D-4CFF-78D778AE1EA1}" dt="2023-04-22T16:28:03.099" v="60" actId="1076"/>
          <ac:spMkLst>
            <pc:docMk/>
            <pc:sldMk cId="505145951" sldId="551"/>
            <ac:spMk id="17" creationId="{B5C1152F-7231-435A-B06E-64C56434D480}"/>
          </ac:spMkLst>
        </pc:spChg>
        <pc:spChg chg="topLvl">
          <ac:chgData name="Shyama" userId="S::shyama@webberec.com::6bc29e3b-d18d-4efe-9776-d232efa51d08" providerId="AD" clId="Web-{CBAC39AB-6B46-190D-4CFF-78D778AE1EA1}" dt="2023-04-22T16:30:18.495" v="76"/>
          <ac:spMkLst>
            <pc:docMk/>
            <pc:sldMk cId="505145951" sldId="551"/>
            <ac:spMk id="18" creationId="{4404F841-ABDF-496C-89FD-82282A536C7D}"/>
          </ac:spMkLst>
        </pc:spChg>
        <pc:spChg chg="del mod">
          <ac:chgData name="Shyama" userId="S::shyama@webberec.com::6bc29e3b-d18d-4efe-9776-d232efa51d08" providerId="AD" clId="Web-{CBAC39AB-6B46-190D-4CFF-78D778AE1EA1}" dt="2023-04-22T16:18:42.187" v="30"/>
          <ac:spMkLst>
            <pc:docMk/>
            <pc:sldMk cId="505145951" sldId="551"/>
            <ac:spMk id="23" creationId="{1DBFF062-90D5-4E69-BF06-12FD9FD5AE74}"/>
          </ac:spMkLst>
        </pc:spChg>
        <pc:spChg chg="mod topLvl">
          <ac:chgData name="Shyama" userId="S::shyama@webberec.com::6bc29e3b-d18d-4efe-9776-d232efa51d08" providerId="AD" clId="Web-{CBAC39AB-6B46-190D-4CFF-78D778AE1EA1}" dt="2023-04-22T16:30:50.402" v="78" actId="1076"/>
          <ac:spMkLst>
            <pc:docMk/>
            <pc:sldMk cId="505145951" sldId="551"/>
            <ac:spMk id="29" creationId="{4AE5FD80-6163-4A16-AC0B-F20111A1D8A7}"/>
          </ac:spMkLst>
        </pc:spChg>
        <pc:spChg chg="mod topLvl">
          <ac:chgData name="Shyama" userId="S::shyama@webberec.com::6bc29e3b-d18d-4efe-9776-d232efa51d08" providerId="AD" clId="Web-{CBAC39AB-6B46-190D-4CFF-78D778AE1EA1}" dt="2023-04-22T16:30:00.478" v="74"/>
          <ac:spMkLst>
            <pc:docMk/>
            <pc:sldMk cId="505145951" sldId="551"/>
            <ac:spMk id="76" creationId="{504C8ABB-C85E-4C36-8257-4492AECAEA82}"/>
          </ac:spMkLst>
        </pc:spChg>
        <pc:spChg chg="mod topLvl">
          <ac:chgData name="Shyama" userId="S::shyama@webberec.com::6bc29e3b-d18d-4efe-9776-d232efa51d08" providerId="AD" clId="Web-{CBAC39AB-6B46-190D-4CFF-78D778AE1EA1}" dt="2023-04-22T16:31:07.434" v="81" actId="1076"/>
          <ac:spMkLst>
            <pc:docMk/>
            <pc:sldMk cId="505145951" sldId="551"/>
            <ac:spMk id="77" creationId="{12DE2BA0-7754-412F-A74B-913D3E0DF4DA}"/>
          </ac:spMkLst>
        </pc:spChg>
        <pc:spChg chg="topLvl">
          <ac:chgData name="Shyama" userId="S::shyama@webberec.com::6bc29e3b-d18d-4efe-9776-d232efa51d08" providerId="AD" clId="Web-{CBAC39AB-6B46-190D-4CFF-78D778AE1EA1}" dt="2023-04-22T16:30:18.495" v="76"/>
          <ac:spMkLst>
            <pc:docMk/>
            <pc:sldMk cId="505145951" sldId="551"/>
            <ac:spMk id="115" creationId="{59355AD8-61C7-4445-95E3-E542CEE48A2D}"/>
          </ac:spMkLst>
        </pc:spChg>
        <pc:spChg chg="topLvl">
          <ac:chgData name="Shyama" userId="S::shyama@webberec.com::6bc29e3b-d18d-4efe-9776-d232efa51d08" providerId="AD" clId="Web-{CBAC39AB-6B46-190D-4CFF-78D778AE1EA1}" dt="2023-04-22T16:30:18.495" v="76"/>
          <ac:spMkLst>
            <pc:docMk/>
            <pc:sldMk cId="505145951" sldId="551"/>
            <ac:spMk id="116" creationId="{5432D211-0C48-411A-B158-6D880723758E}"/>
          </ac:spMkLst>
        </pc:spChg>
        <pc:grpChg chg="mod">
          <ac:chgData name="Shyama" userId="S::shyama@webberec.com::6bc29e3b-d18d-4efe-9776-d232efa51d08" providerId="AD" clId="Web-{CBAC39AB-6B46-190D-4CFF-78D778AE1EA1}" dt="2023-04-22T16:33:58.019" v="96" actId="1076"/>
          <ac:grpSpMkLst>
            <pc:docMk/>
            <pc:sldMk cId="505145951" sldId="551"/>
            <ac:grpSpMk id="3" creationId="{F4391A03-92C1-4B84-8642-9391DAABF48A}"/>
          </ac:grpSpMkLst>
        </pc:grpChg>
        <pc:grpChg chg="del">
          <ac:chgData name="Shyama" userId="S::shyama@webberec.com::6bc29e3b-d18d-4efe-9776-d232efa51d08" providerId="AD" clId="Web-{CBAC39AB-6B46-190D-4CFF-78D778AE1EA1}" dt="2023-04-22T16:17:31.726" v="1"/>
          <ac:grpSpMkLst>
            <pc:docMk/>
            <pc:sldMk cId="505145951" sldId="551"/>
            <ac:grpSpMk id="4" creationId="{D2B4A540-68B4-4EF8-B373-3DAE88F729B6}"/>
          </ac:grpSpMkLst>
        </pc:grpChg>
        <pc:grpChg chg="mod topLvl">
          <ac:chgData name="Shyama" userId="S::shyama@webberec.com::6bc29e3b-d18d-4efe-9776-d232efa51d08" providerId="AD" clId="Web-{CBAC39AB-6B46-190D-4CFF-78D778AE1EA1}" dt="2023-04-22T16:30:00.478" v="74"/>
          <ac:grpSpMkLst>
            <pc:docMk/>
            <pc:sldMk cId="505145951" sldId="551"/>
            <ac:grpSpMk id="5" creationId="{BBDC400E-6B88-4830-912E-1D7B4FF7AF43}"/>
          </ac:grpSpMkLst>
        </pc:grpChg>
        <pc:grpChg chg="del">
          <ac:chgData name="Shyama" userId="S::shyama@webberec.com::6bc29e3b-d18d-4efe-9776-d232efa51d08" providerId="AD" clId="Web-{CBAC39AB-6B46-190D-4CFF-78D778AE1EA1}" dt="2023-04-22T16:18:47.078" v="31"/>
          <ac:grpSpMkLst>
            <pc:docMk/>
            <pc:sldMk cId="505145951" sldId="551"/>
            <ac:grpSpMk id="6" creationId="{9EAA7019-067C-4E88-B918-13FF27087EB4}"/>
          </ac:grpSpMkLst>
        </pc:grpChg>
        <pc:grpChg chg="del mod topLvl">
          <ac:chgData name="Shyama" userId="S::shyama@webberec.com::6bc29e3b-d18d-4efe-9776-d232efa51d08" providerId="AD" clId="Web-{CBAC39AB-6B46-190D-4CFF-78D778AE1EA1}" dt="2023-04-22T16:30:18.495" v="76"/>
          <ac:grpSpMkLst>
            <pc:docMk/>
            <pc:sldMk cId="505145951" sldId="551"/>
            <ac:grpSpMk id="8" creationId="{A7F5C519-0B30-4A10-AA33-4EACE506F418}"/>
          </ac:grpSpMkLst>
        </pc:grpChg>
        <pc:grpChg chg="add del mod">
          <ac:chgData name="Shyama" userId="S::shyama@webberec.com::6bc29e3b-d18d-4efe-9776-d232efa51d08" providerId="AD" clId="Web-{CBAC39AB-6B46-190D-4CFF-78D778AE1EA1}" dt="2023-04-22T16:30:00.478" v="74"/>
          <ac:grpSpMkLst>
            <pc:docMk/>
            <pc:sldMk cId="505145951" sldId="551"/>
            <ac:grpSpMk id="9" creationId="{183E7D5C-03C0-0561-29D3-A8534A081460}"/>
          </ac:grpSpMkLst>
        </pc:grpChg>
        <pc:grpChg chg="mod topLvl">
          <ac:chgData name="Shyama" userId="S::shyama@webberec.com::6bc29e3b-d18d-4efe-9776-d232efa51d08" providerId="AD" clId="Web-{CBAC39AB-6B46-190D-4CFF-78D778AE1EA1}" dt="2023-04-22T16:30:00.478" v="74"/>
          <ac:grpSpMkLst>
            <pc:docMk/>
            <pc:sldMk cId="505145951" sldId="551"/>
            <ac:grpSpMk id="12" creationId="{09BFA7AC-2565-44EA-941B-0F84D4F9FF0E}"/>
          </ac:grpSpMkLst>
        </pc:grpChg>
        <pc:grpChg chg="add mod">
          <ac:chgData name="Shyama" userId="S::shyama@webberec.com::6bc29e3b-d18d-4efe-9776-d232efa51d08" providerId="AD" clId="Web-{CBAC39AB-6B46-190D-4CFF-78D778AE1EA1}" dt="2023-04-22T16:31:22.013" v="83" actId="1076"/>
          <ac:grpSpMkLst>
            <pc:docMk/>
            <pc:sldMk cId="505145951" sldId="551"/>
            <ac:grpSpMk id="13" creationId="{5E6E210B-C5C4-2F84-C4A3-8A750C48E7F0}"/>
          </ac:grpSpMkLst>
        </pc:grpChg>
        <pc:grpChg chg="del topLvl">
          <ac:chgData name="Shyama" userId="S::shyama@webberec.com::6bc29e3b-d18d-4efe-9776-d232efa51d08" providerId="AD" clId="Web-{CBAC39AB-6B46-190D-4CFF-78D778AE1EA1}" dt="2023-04-22T16:18:07.149" v="5"/>
          <ac:grpSpMkLst>
            <pc:docMk/>
            <pc:sldMk cId="505145951" sldId="551"/>
            <ac:grpSpMk id="14" creationId="{9B08932C-0850-4935-A36A-29A7F51F341B}"/>
          </ac:grpSpMkLst>
        </pc:grpChg>
        <pc:grpChg chg="add mod">
          <ac:chgData name="Shyama" userId="S::shyama@webberec.com::6bc29e3b-d18d-4efe-9776-d232efa51d08" providerId="AD" clId="Web-{CBAC39AB-6B46-190D-4CFF-78D778AE1EA1}" dt="2023-04-22T16:33:14.954" v="91" actId="1076"/>
          <ac:grpSpMkLst>
            <pc:docMk/>
            <pc:sldMk cId="505145951" sldId="551"/>
            <ac:grpSpMk id="24" creationId="{CF25AB1D-BCBA-852E-9A5D-49E5B029F1FC}"/>
          </ac:grpSpMkLst>
        </pc:grpChg>
        <pc:grpChg chg="del">
          <ac:chgData name="Shyama" userId="S::shyama@webberec.com::6bc29e3b-d18d-4efe-9776-d232efa51d08" providerId="AD" clId="Web-{CBAC39AB-6B46-190D-4CFF-78D778AE1EA1}" dt="2023-04-22T16:17:39.320" v="3"/>
          <ac:grpSpMkLst>
            <pc:docMk/>
            <pc:sldMk cId="505145951" sldId="551"/>
            <ac:grpSpMk id="25" creationId="{52BB2087-8EE7-4C9E-BD28-7E423C394D4B}"/>
          </ac:grpSpMkLst>
        </pc:grpChg>
        <pc:grpChg chg="add mod">
          <ac:chgData name="Shyama" userId="S::shyama@webberec.com::6bc29e3b-d18d-4efe-9776-d232efa51d08" providerId="AD" clId="Web-{CBAC39AB-6B46-190D-4CFF-78D778AE1EA1}" dt="2023-04-22T16:33:15.017" v="92" actId="1076"/>
          <ac:grpSpMkLst>
            <pc:docMk/>
            <pc:sldMk cId="505145951" sldId="551"/>
            <ac:grpSpMk id="32" creationId="{C507FAC1-4FC4-40C4-C410-09E945E695F0}"/>
          </ac:grpSpMkLst>
        </pc:grpChg>
        <pc:grpChg chg="add mod">
          <ac:chgData name="Shyama" userId="S::shyama@webberec.com::6bc29e3b-d18d-4efe-9776-d232efa51d08" providerId="AD" clId="Web-{CBAC39AB-6B46-190D-4CFF-78D778AE1EA1}" dt="2023-04-22T16:33:51.565" v="95" actId="1076"/>
          <ac:grpSpMkLst>
            <pc:docMk/>
            <pc:sldMk cId="505145951" sldId="551"/>
            <ac:grpSpMk id="39" creationId="{EF83BCB3-26E6-C8CC-37FF-0BEDB9C9882C}"/>
          </ac:grpSpMkLst>
        </pc:grpChg>
        <pc:grpChg chg="del">
          <ac:chgData name="Shyama" userId="S::shyama@webberec.com::6bc29e3b-d18d-4efe-9776-d232efa51d08" providerId="AD" clId="Web-{CBAC39AB-6B46-190D-4CFF-78D778AE1EA1}" dt="2023-04-22T16:17:33.351" v="2"/>
          <ac:grpSpMkLst>
            <pc:docMk/>
            <pc:sldMk cId="505145951" sldId="551"/>
            <ac:grpSpMk id="40" creationId="{79938374-E01C-45A0-ABB2-D608F73B43F9}"/>
          </ac:grpSpMkLst>
        </pc:grpChg>
        <pc:grpChg chg="del">
          <ac:chgData name="Shyama" userId="S::shyama@webberec.com::6bc29e3b-d18d-4efe-9776-d232efa51d08" providerId="AD" clId="Web-{CBAC39AB-6B46-190D-4CFF-78D778AE1EA1}" dt="2023-04-22T16:17:21.991" v="0"/>
          <ac:grpSpMkLst>
            <pc:docMk/>
            <pc:sldMk cId="505145951" sldId="551"/>
            <ac:grpSpMk id="43" creationId="{E4CE2C30-B21A-49A5-9FB6-3A3747C90CA7}"/>
          </ac:grpSpMkLst>
        </pc:grpChg>
      </pc:sldChg>
    </pc:docChg>
  </pc:docChgLst>
  <pc:docChgLst>
    <pc:chgData name="Manuj" userId="1a07f523-e16f-486a-b610-37539cc763a0" providerId="ADAL" clId="{26C95123-53BF-4396-BBA0-E2E0D9D22832}"/>
    <pc:docChg chg="undo custSel addSld delSld modSld modMainMaster modNotesMaster">
      <pc:chgData name="Manuj" userId="1a07f523-e16f-486a-b610-37539cc763a0" providerId="ADAL" clId="{26C95123-53BF-4396-BBA0-E2E0D9D22832}" dt="2023-11-21T08:54:53.323" v="12"/>
      <pc:docMkLst>
        <pc:docMk/>
      </pc:docMkLst>
      <pc:sldChg chg="del">
        <pc:chgData name="Manuj" userId="1a07f523-e16f-486a-b610-37539cc763a0" providerId="ADAL" clId="{26C95123-53BF-4396-BBA0-E2E0D9D22832}" dt="2023-11-21T08:52:51.187" v="10" actId="47"/>
        <pc:sldMkLst>
          <pc:docMk/>
          <pc:sldMk cId="2654572283" sldId="456"/>
        </pc:sldMkLst>
      </pc:sldChg>
      <pc:sldChg chg="del">
        <pc:chgData name="Manuj" userId="1a07f523-e16f-486a-b610-37539cc763a0" providerId="ADAL" clId="{26C95123-53BF-4396-BBA0-E2E0D9D22832}" dt="2023-11-21T08:52:39.456" v="4" actId="47"/>
        <pc:sldMkLst>
          <pc:docMk/>
          <pc:sldMk cId="3922207980" sldId="506"/>
        </pc:sldMkLst>
      </pc:sldChg>
      <pc:sldChg chg="del">
        <pc:chgData name="Manuj" userId="1a07f523-e16f-486a-b610-37539cc763a0" providerId="ADAL" clId="{26C95123-53BF-4396-BBA0-E2E0D9D22832}" dt="2023-11-21T08:52:38.755" v="3" actId="47"/>
        <pc:sldMkLst>
          <pc:docMk/>
          <pc:sldMk cId="1213225221" sldId="546"/>
        </pc:sldMkLst>
      </pc:sldChg>
      <pc:sldChg chg="del">
        <pc:chgData name="Manuj" userId="1a07f523-e16f-486a-b610-37539cc763a0" providerId="ADAL" clId="{26C95123-53BF-4396-BBA0-E2E0D9D22832}" dt="2023-11-21T08:52:42.918" v="6" actId="47"/>
        <pc:sldMkLst>
          <pc:docMk/>
          <pc:sldMk cId="505145951" sldId="551"/>
        </pc:sldMkLst>
      </pc:sldChg>
      <pc:sldChg chg="del">
        <pc:chgData name="Manuj" userId="1a07f523-e16f-486a-b610-37539cc763a0" providerId="ADAL" clId="{26C95123-53BF-4396-BBA0-E2E0D9D22832}" dt="2023-11-21T08:52:38.045" v="2" actId="47"/>
        <pc:sldMkLst>
          <pc:docMk/>
          <pc:sldMk cId="2191335115" sldId="556"/>
        </pc:sldMkLst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856650110" sldId="566"/>
        </pc:sldMkLst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856650110" sldId="566"/>
            <ac:spMk id="4" creationId="{AE44E577-F54B-1115-82EA-3CD5A5313247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856650110" sldId="566"/>
            <ac:spMk id="10" creationId="{E8CE414E-7B37-1738-E81D-A2B610236E16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856650110" sldId="566"/>
            <ac:spMk id="11" creationId="{143F27E0-733D-9B4F-386E-AB7FF86955D5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856650110" sldId="566"/>
            <ac:spMk id="16" creationId="{406E45B0-1E65-8BF1-E0CB-5BE6FFC0905E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856650110" sldId="566"/>
            <ac:spMk id="17" creationId="{00000000-0000-0000-0000-000000000000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856650110" sldId="566"/>
            <ac:spMk id="21" creationId="{53B8B4E3-7B2B-8EE6-E5DF-01848E110E26}"/>
          </ac:spMkLst>
        </pc:sp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2856650110" sldId="566"/>
            <ac:picMk id="3" creationId="{FEDD9E83-7611-8D20-E84A-368B0A5CB04B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2856650110" sldId="566"/>
            <ac:picMk id="7" creationId="{AEED9DBB-A134-C4F1-D214-6B762C3FF22E}"/>
          </ac:picMkLst>
        </pc:picChg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973246647" sldId="568"/>
        </pc:sldMkLst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973246647" sldId="568"/>
            <ac:spMk id="2" creationId="{C8449343-1C80-4264-94C9-07025764ED6F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973246647" sldId="568"/>
            <ac:spMk id="7" creationId="{964AF775-7BD1-4261-B095-0BBC8FB51428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973246647" sldId="568"/>
            <ac:spMk id="13" creationId="{C3DA10EC-783B-4187-921D-C49352714052}"/>
          </ac:spMkLst>
        </pc:spChg>
        <pc:grpChg chg="mod">
          <ac:chgData name="Manuj" userId="1a07f523-e16f-486a-b610-37539cc763a0" providerId="ADAL" clId="{26C95123-53BF-4396-BBA0-E2E0D9D22832}" dt="2023-11-21T08:54:53.323" v="12"/>
          <ac:grpSpMkLst>
            <pc:docMk/>
            <pc:sldMk cId="2973246647" sldId="568"/>
            <ac:grpSpMk id="9" creationId="{596B296C-CA19-418C-843F-AC3F84CDEF5A}"/>
          </ac:grpSpMkLst>
        </pc:grpChg>
        <pc:grpChg chg="mod">
          <ac:chgData name="Manuj" userId="1a07f523-e16f-486a-b610-37539cc763a0" providerId="ADAL" clId="{26C95123-53BF-4396-BBA0-E2E0D9D22832}" dt="2023-11-21T08:54:53.323" v="12"/>
          <ac:grpSpMkLst>
            <pc:docMk/>
            <pc:sldMk cId="2973246647" sldId="568"/>
            <ac:grpSpMk id="15" creationId="{41E261B8-C435-42CA-BDEB-628A205413F8}"/>
          </ac:grpSpMkLst>
        </pc:grp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2973246647" sldId="568"/>
            <ac:picMk id="4" creationId="{C887159A-1CA4-4E39-A370-A82A5829D274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2973246647" sldId="568"/>
            <ac:picMk id="5" creationId="{0539DA2A-02A4-41C7-891C-314592B3D447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2973246647" sldId="568"/>
            <ac:picMk id="12" creationId="{5DCA0350-AD8A-4BBE-A0BD-1CB6A806B925}"/>
          </ac:picMkLst>
        </pc:picChg>
      </pc:sldChg>
      <pc:sldChg chg="del">
        <pc:chgData name="Manuj" userId="1a07f523-e16f-486a-b610-37539cc763a0" providerId="ADAL" clId="{26C95123-53BF-4396-BBA0-E2E0D9D22832}" dt="2023-11-21T08:52:45.016" v="7" actId="47"/>
        <pc:sldMkLst>
          <pc:docMk/>
          <pc:sldMk cId="4106624454" sldId="569"/>
        </pc:sldMkLst>
      </pc:sldChg>
      <pc:sldChg chg="del">
        <pc:chgData name="Manuj" userId="1a07f523-e16f-486a-b610-37539cc763a0" providerId="ADAL" clId="{26C95123-53BF-4396-BBA0-E2E0D9D22832}" dt="2023-11-21T08:52:40.190" v="5" actId="47"/>
        <pc:sldMkLst>
          <pc:docMk/>
          <pc:sldMk cId="3324685487" sldId="571"/>
        </pc:sldMkLst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47023824" sldId="572"/>
        </pc:sldMkLst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47023824" sldId="572"/>
            <ac:spMk id="7" creationId="{650F9B50-291B-1340-23A3-644BB95B4CD1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47023824" sldId="572"/>
            <ac:spMk id="8" creationId="{FC826720-FD6A-EB3C-8792-F2A2F5E42C29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47023824" sldId="572"/>
            <ac:spMk id="17" creationId="{00000000-0000-0000-0000-000000000000}"/>
          </ac:spMkLst>
        </pc:sp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247023824" sldId="572"/>
            <ac:picMk id="6" creationId="{38E5193D-3711-6D12-3CD0-834B2A9F05D9}"/>
          </ac:picMkLst>
        </pc:picChg>
      </pc:sldChg>
      <pc:sldChg chg="del">
        <pc:chgData name="Manuj" userId="1a07f523-e16f-486a-b610-37539cc763a0" providerId="ADAL" clId="{26C95123-53BF-4396-BBA0-E2E0D9D22832}" dt="2023-11-21T08:52:32.765" v="1" actId="47"/>
        <pc:sldMkLst>
          <pc:docMk/>
          <pc:sldMk cId="744809073" sldId="574"/>
        </pc:sldMkLst>
      </pc:sldChg>
      <pc:sldChg chg="modSp add del modNotes">
        <pc:chgData name="Manuj" userId="1a07f523-e16f-486a-b610-37539cc763a0" providerId="ADAL" clId="{26C95123-53BF-4396-BBA0-E2E0D9D22832}" dt="2023-11-21T08:54:53.323" v="12"/>
        <pc:sldMkLst>
          <pc:docMk/>
          <pc:sldMk cId="3683471268" sldId="576"/>
        </pc:sldMkLst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3683471268" sldId="576"/>
            <ac:spMk id="5" creationId="{FE620A66-5B34-5959-8E58-907456C38300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3683471268" sldId="576"/>
            <ac:spMk id="8" creationId="{FEF10653-88F6-403A-B3F7-56311D716540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3683471268" sldId="576"/>
            <ac:spMk id="10" creationId="{7C9508C8-5B89-B8A5-82F1-8B3D220C11C2}"/>
          </ac:spMkLst>
        </pc:sp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3" creationId="{29B23E08-3C29-3521-D51A-DF1FAEB2E2C0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4" creationId="{D742A6F0-1265-7707-E6EB-7EE91FD51EB4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6" creationId="{04AA808B-B793-180B-9BB4-A4B62FAFFB57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7" creationId="{2837DAAB-17DA-A547-6CC7-860C682C67B9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9" creationId="{6AB85288-16F7-3E11-C3A9-AAC9D428C900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11" creationId="{5ADA492A-336D-FF34-6CBE-6CAAF22680FE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62" creationId="{E1DFED4A-6C3D-4410-B5CE-417A49A29228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81" creationId="{1F1028D5-3355-4247-B8CE-7B15F1D478B2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1026" creationId="{0AF0FB1A-F0C6-AEBA-3CBA-E9C89250D5A8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2050" creationId="{A41B9D88-8AD6-B9B8-73DC-E483F377A7FA}"/>
          </ac:picMkLst>
        </pc:picChg>
      </pc:sldChg>
      <pc:sldChg chg="modSp add modNotes">
        <pc:chgData name="Manuj" userId="1a07f523-e16f-486a-b610-37539cc763a0" providerId="ADAL" clId="{26C95123-53BF-4396-BBA0-E2E0D9D22832}" dt="2023-11-21T08:54:53.323" v="12"/>
        <pc:sldMkLst>
          <pc:docMk/>
          <pc:sldMk cId="4028893296" sldId="577"/>
        </pc:sldMkLst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3" creationId="{0E14A391-18B6-F004-713A-4752B6D5BA6A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7" creationId="{B493A5DE-B7CD-3192-B2FD-BC7B913D8611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8" creationId="{17ECFA86-4437-9B87-A683-0F0AB9E126E9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9" creationId="{585AE82C-184D-7E5A-342E-BBAAE92AA255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10" creationId="{7F7A563B-928F-55D3-0AD1-84FA51445910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15" creationId="{0A0539AA-2993-2106-2876-9FC09E46BF6F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16" creationId="{EE1A9EC3-71D6-7CE5-A4B8-E7D7DD2B3958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18" creationId="{A3013AC4-F863-7188-25BE-B18A7B411ADA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19" creationId="{1B699562-F47C-F422-1035-B1AA753C8F44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21" creationId="{83340E69-C9E2-A9B1-5271-6BB01DBB5A64}"/>
          </ac:spMkLst>
        </pc:spChg>
        <pc:grpChg chg="mod">
          <ac:chgData name="Manuj" userId="1a07f523-e16f-486a-b610-37539cc763a0" providerId="ADAL" clId="{26C95123-53BF-4396-BBA0-E2E0D9D22832}" dt="2023-11-21T08:54:53.323" v="12"/>
          <ac:grpSpMkLst>
            <pc:docMk/>
            <pc:sldMk cId="4028893296" sldId="577"/>
            <ac:grpSpMk id="20" creationId="{299D4349-7F46-27E8-F240-89D73561E200}"/>
          </ac:grpSpMkLst>
        </pc:grp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4028893296" sldId="577"/>
            <ac:picMk id="11" creationId="{55C9F99F-DE6E-CFFF-E910-0B06D3AF3873}"/>
          </ac:picMkLst>
        </pc:picChg>
      </pc:sldChg>
      <pc:sldMasterChg chg="modSp modSldLayout">
        <pc:chgData name="Manuj" userId="1a07f523-e16f-486a-b610-37539cc763a0" providerId="ADAL" clId="{26C95123-53BF-4396-BBA0-E2E0D9D22832}" dt="2023-11-21T08:54:53.323" v="12"/>
        <pc:sldMasterMkLst>
          <pc:docMk/>
          <pc:sldMasterMk cId="0" sldId="2147483648"/>
        </pc:sldMasterMkLst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asterMk cId="0" sldId="2147483648"/>
            <ac:spMk id="2" creationId="{00000000-0000-0000-0000-000000000000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asterMk cId="0" sldId="2147483648"/>
            <ac:spMk id="3" creationId="{00000000-0000-0000-0000-000000000000}"/>
          </ac:spMkLst>
        </pc:sp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49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49"/>
              <ac:spMk id="2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49"/>
              <ac:spMk id="3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0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0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0"/>
              <ac:spMk id="5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0"/>
              <ac:spMk id="6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0"/>
              <ac:spMk id="7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0"/>
              <ac:spMk id="8" creationId="{00000000-0000-0000-0000-000000000000}"/>
            </ac:spMkLst>
          </pc:spChg>
          <pc:picChg chg="mod">
            <ac:chgData name="Manuj" userId="1a07f523-e16f-486a-b610-37539cc763a0" providerId="ADAL" clId="{26C95123-53BF-4396-BBA0-E2E0D9D22832}" dt="2023-11-21T08:54:53.323" v="12"/>
            <ac:picMkLst>
              <pc:docMk/>
              <pc:sldMasterMk cId="0" sldId="2147483648"/>
              <pc:sldLayoutMk cId="0" sldId="2147483650"/>
              <ac:picMk id="10" creationId="{00000000-0000-0000-0000-000000000000}"/>
            </ac:picMkLst>
          </pc:pic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1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1"/>
              <ac:spMk id="2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1"/>
              <ac:spMk id="3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1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1"/>
              <ac:spMk id="5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1"/>
              <ac:spMk id="6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2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2"/>
              <ac:spMk id="3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2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2"/>
              <ac:spMk id="5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2"/>
              <ac:spMk id="6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2"/>
              <ac:spMk id="7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3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3"/>
              <ac:spMk id="2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3"/>
              <ac:spMk id="3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3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3"/>
              <ac:spMk id="5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3"/>
              <ac:spMk id="6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3"/>
              <ac:spMk id="7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3"/>
              <ac:spMk id="8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3"/>
              <ac:spMk id="9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4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4"/>
              <ac:spMk id="3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4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4"/>
              <ac:spMk id="5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5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5"/>
              <ac:spMk id="2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5"/>
              <ac:spMk id="3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5"/>
              <ac:spMk id="4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6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6"/>
              <ac:spMk id="2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6"/>
              <ac:spMk id="3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6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6"/>
              <ac:spMk id="5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6"/>
              <ac:spMk id="6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6"/>
              <ac:spMk id="7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7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7"/>
              <ac:spMk id="2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7"/>
              <ac:spMk id="3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7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7"/>
              <ac:spMk id="5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7"/>
              <ac:spMk id="6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7"/>
              <ac:spMk id="7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8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8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8"/>
              <ac:spMk id="5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8"/>
              <ac:spMk id="6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9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9"/>
              <ac:spMk id="2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9"/>
              <ac:spMk id="3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9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9"/>
              <ac:spMk id="5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9"/>
              <ac:spMk id="6" creationId="{00000000-0000-0000-0000-000000000000}"/>
            </ac:spMkLst>
          </pc:spChg>
        </pc:sldLayoutChg>
      </pc:sldMasterChg>
    </pc:docChg>
  </pc:docChgLst>
  <pc:docChgLst>
    <pc:chgData name="Shyama" userId="S::shyama@webberec.com::6bc29e3b-d18d-4efe-9776-d232efa51d08" providerId="AD" clId="Web-{B1E70649-5A6D-B990-E1DC-1EC53A1C5CF2}"/>
    <pc:docChg chg="modSld">
      <pc:chgData name="Shyama" userId="S::shyama@webberec.com::6bc29e3b-d18d-4efe-9776-d232efa51d08" providerId="AD" clId="Web-{B1E70649-5A6D-B990-E1DC-1EC53A1C5CF2}" dt="2023-04-22T14:54:30.263" v="350" actId="20577"/>
      <pc:docMkLst>
        <pc:docMk/>
      </pc:docMkLst>
      <pc:sldChg chg="addSp delSp modSp">
        <pc:chgData name="Shyama" userId="S::shyama@webberec.com::6bc29e3b-d18d-4efe-9776-d232efa51d08" providerId="AD" clId="Web-{B1E70649-5A6D-B990-E1DC-1EC53A1C5CF2}" dt="2023-04-22T14:54:30.263" v="350" actId="20577"/>
        <pc:sldMkLst>
          <pc:docMk/>
          <pc:sldMk cId="3324685487" sldId="571"/>
        </pc:sldMkLst>
        <pc:spChg chg="mod">
          <ac:chgData name="Shyama" userId="S::shyama@webberec.com::6bc29e3b-d18d-4efe-9776-d232efa51d08" providerId="AD" clId="Web-{B1E70649-5A6D-B990-E1DC-1EC53A1C5CF2}" dt="2023-04-22T14:54:30.263" v="350" actId="20577"/>
          <ac:spMkLst>
            <pc:docMk/>
            <pc:sldMk cId="3324685487" sldId="571"/>
            <ac:spMk id="4" creationId="{AE44E577-F54B-1115-82EA-3CD5A5313247}"/>
          </ac:spMkLst>
        </pc:spChg>
        <pc:spChg chg="mod topLvl">
          <ac:chgData name="Shyama" userId="S::shyama@webberec.com::6bc29e3b-d18d-4efe-9776-d232efa51d08" providerId="AD" clId="Web-{B1E70649-5A6D-B990-E1DC-1EC53A1C5CF2}" dt="2023-04-22T14:51:28.851" v="273" actId="20577"/>
          <ac:spMkLst>
            <pc:docMk/>
            <pc:sldMk cId="3324685487" sldId="571"/>
            <ac:spMk id="13" creationId="{644173CC-2EE8-3FE8-5C1C-F2374C3E5BB2}"/>
          </ac:spMkLst>
        </pc:spChg>
        <pc:spChg chg="mod">
          <ac:chgData name="Shyama" userId="S::shyama@webberec.com::6bc29e3b-d18d-4efe-9776-d232efa51d08" providerId="AD" clId="Web-{B1E70649-5A6D-B990-E1DC-1EC53A1C5CF2}" dt="2023-04-22T14:52:01.790" v="281" actId="1076"/>
          <ac:spMkLst>
            <pc:docMk/>
            <pc:sldMk cId="3324685487" sldId="571"/>
            <ac:spMk id="17" creationId="{00000000-0000-0000-0000-000000000000}"/>
          </ac:spMkLst>
        </pc:spChg>
        <pc:spChg chg="mod topLvl">
          <ac:chgData name="Shyama" userId="S::shyama@webberec.com::6bc29e3b-d18d-4efe-9776-d232efa51d08" providerId="AD" clId="Web-{B1E70649-5A6D-B990-E1DC-1EC53A1C5CF2}" dt="2023-04-22T14:50:48.803" v="254" actId="20577"/>
          <ac:spMkLst>
            <pc:docMk/>
            <pc:sldMk cId="3324685487" sldId="571"/>
            <ac:spMk id="30" creationId="{226A7DB8-CB5F-49CA-9699-89158673C6C7}"/>
          </ac:spMkLst>
        </pc:spChg>
        <pc:spChg chg="add del mod topLvl">
          <ac:chgData name="Shyama" userId="S::shyama@webberec.com::6bc29e3b-d18d-4efe-9776-d232efa51d08" providerId="AD" clId="Web-{B1E70649-5A6D-B990-E1DC-1EC53A1C5CF2}" dt="2023-04-22T14:48:14.471" v="205" actId="1076"/>
          <ac:spMkLst>
            <pc:docMk/>
            <pc:sldMk cId="3324685487" sldId="571"/>
            <ac:spMk id="32" creationId="{8A18CD4F-51AB-4878-857A-CFAB419F0682}"/>
          </ac:spMkLst>
        </pc:spChg>
        <pc:grpChg chg="mod">
          <ac:chgData name="Shyama" userId="S::shyama@webberec.com::6bc29e3b-d18d-4efe-9776-d232efa51d08" providerId="AD" clId="Web-{B1E70649-5A6D-B990-E1DC-1EC53A1C5CF2}" dt="2023-04-22T14:52:28.353" v="284" actId="1076"/>
          <ac:grpSpMkLst>
            <pc:docMk/>
            <pc:sldMk cId="3324685487" sldId="571"/>
            <ac:grpSpMk id="2" creationId="{07391A86-BC7A-4BC0-BBCF-6019CC031C63}"/>
          </ac:grpSpMkLst>
        </pc:grpChg>
        <pc:grpChg chg="mod">
          <ac:chgData name="Shyama" userId="S::shyama@webberec.com::6bc29e3b-d18d-4efe-9776-d232efa51d08" providerId="AD" clId="Web-{B1E70649-5A6D-B990-E1DC-1EC53A1C5CF2}" dt="2023-04-22T14:52:28.322" v="283" actId="1076"/>
          <ac:grpSpMkLst>
            <pc:docMk/>
            <pc:sldMk cId="3324685487" sldId="571"/>
            <ac:grpSpMk id="3" creationId="{D773922F-2E9D-4079-BC9F-702391E86305}"/>
          </ac:grpSpMkLst>
        </pc:grpChg>
        <pc:grpChg chg="add mod">
          <ac:chgData name="Shyama" userId="S::shyama@webberec.com::6bc29e3b-d18d-4efe-9776-d232efa51d08" providerId="AD" clId="Web-{B1E70649-5A6D-B990-E1DC-1EC53A1C5CF2}" dt="2023-04-22T14:52:28.416" v="286" actId="1076"/>
          <ac:grpSpMkLst>
            <pc:docMk/>
            <pc:sldMk cId="3324685487" sldId="571"/>
            <ac:grpSpMk id="6" creationId="{6A1B279B-4FDF-E46C-1394-E76428FB0AB9}"/>
          </ac:grpSpMkLst>
        </pc:grpChg>
        <pc:grpChg chg="add del mod">
          <ac:chgData name="Shyama" userId="S::shyama@webberec.com::6bc29e3b-d18d-4efe-9776-d232efa51d08" providerId="AD" clId="Web-{B1E70649-5A6D-B990-E1DC-1EC53A1C5CF2}" dt="2023-04-22T14:48:41.393" v="211"/>
          <ac:grpSpMkLst>
            <pc:docMk/>
            <pc:sldMk cId="3324685487" sldId="571"/>
            <ac:grpSpMk id="8" creationId="{AC6F6B49-410E-B0DA-4876-49662F84893F}"/>
          </ac:grpSpMkLst>
        </pc:grpChg>
        <pc:grpChg chg="add del">
          <ac:chgData name="Shyama" userId="S::shyama@webberec.com::6bc29e3b-d18d-4efe-9776-d232efa51d08" providerId="AD" clId="Web-{B1E70649-5A6D-B990-E1DC-1EC53A1C5CF2}" dt="2023-04-22T14:22:22.688" v="190"/>
          <ac:grpSpMkLst>
            <pc:docMk/>
            <pc:sldMk cId="3324685487" sldId="571"/>
            <ac:grpSpMk id="10" creationId="{426D30FD-12C9-4AB1-8990-0F8A6E42B21C}"/>
          </ac:grpSpMkLst>
        </pc:grpChg>
        <pc:grpChg chg="add del mod">
          <ac:chgData name="Shyama" userId="S::shyama@webberec.com::6bc29e3b-d18d-4efe-9776-d232efa51d08" providerId="AD" clId="Web-{B1E70649-5A6D-B990-E1DC-1EC53A1C5CF2}" dt="2023-04-22T14:52:28.385" v="285" actId="1076"/>
          <ac:grpSpMkLst>
            <pc:docMk/>
            <pc:sldMk cId="3324685487" sldId="571"/>
            <ac:grpSpMk id="11" creationId="{9BFA346C-4DD0-4878-956D-C3A3437CBAB6}"/>
          </ac:grpSpMkLst>
        </pc:grpChg>
        <pc:grpChg chg="add del">
          <ac:chgData name="Shyama" userId="S::shyama@webberec.com::6bc29e3b-d18d-4efe-9776-d232efa51d08" providerId="AD" clId="Web-{B1E70649-5A6D-B990-E1DC-1EC53A1C5CF2}" dt="2023-04-22T14:48:45.800" v="213"/>
          <ac:grpSpMkLst>
            <pc:docMk/>
            <pc:sldMk cId="3324685487" sldId="571"/>
            <ac:grpSpMk id="14" creationId="{70196C2E-1F8B-9B13-367D-601AA32B9BC3}"/>
          </ac:grpSpMkLst>
        </pc:grpChg>
        <pc:grpChg chg="add mod">
          <ac:chgData name="Shyama" userId="S::shyama@webberec.com::6bc29e3b-d18d-4efe-9776-d232efa51d08" providerId="AD" clId="Web-{B1E70649-5A6D-B990-E1DC-1EC53A1C5CF2}" dt="2023-04-22T14:52:28.447" v="287" actId="1076"/>
          <ac:grpSpMkLst>
            <pc:docMk/>
            <pc:sldMk cId="3324685487" sldId="571"/>
            <ac:grpSpMk id="22" creationId="{1CAE8133-A34A-0ED1-C6A1-37FA862E24F8}"/>
          </ac:grpSpMkLst>
        </pc:grpChg>
        <pc:picChg chg="add mod">
          <ac:chgData name="Shyama" userId="S::shyama@webberec.com::6bc29e3b-d18d-4efe-9776-d232efa51d08" providerId="AD" clId="Web-{B1E70649-5A6D-B990-E1DC-1EC53A1C5CF2}" dt="2023-04-22T14:48:14.471" v="206" actId="1076"/>
          <ac:picMkLst>
            <pc:docMk/>
            <pc:sldMk cId="3324685487" sldId="571"/>
            <ac:picMk id="5" creationId="{DC6E6786-FB75-E828-1241-EBF0D6D4B589}"/>
          </ac:picMkLst>
        </pc:picChg>
        <pc:picChg chg="del topLvl">
          <ac:chgData name="Shyama" userId="S::shyama@webberec.com::6bc29e3b-d18d-4efe-9776-d232efa51d08" providerId="AD" clId="Web-{B1E70649-5A6D-B990-E1DC-1EC53A1C5CF2}" dt="2023-04-22T14:48:41.393" v="211"/>
          <ac:picMkLst>
            <pc:docMk/>
            <pc:sldMk cId="3324685487" sldId="571"/>
            <ac:picMk id="9" creationId="{00A047DD-B29A-3350-3354-643198E4CF99}"/>
          </ac:picMkLst>
        </pc:picChg>
        <pc:picChg chg="add del mod topLvl">
          <ac:chgData name="Shyama" userId="S::shyama@webberec.com::6bc29e3b-d18d-4efe-9776-d232efa51d08" providerId="AD" clId="Web-{B1E70649-5A6D-B990-E1DC-1EC53A1C5CF2}" dt="2023-04-22T14:21:23.499" v="46"/>
          <ac:picMkLst>
            <pc:docMk/>
            <pc:sldMk cId="3324685487" sldId="571"/>
            <ac:picMk id="15" creationId="{54BFD0A6-D0B6-499A-BD77-FA7248A0FB05}"/>
          </ac:picMkLst>
        </pc:picChg>
        <pc:picChg chg="add del mod topLvl">
          <ac:chgData name="Shyama" userId="S::shyama@webberec.com::6bc29e3b-d18d-4efe-9776-d232efa51d08" providerId="AD" clId="Web-{B1E70649-5A6D-B990-E1DC-1EC53A1C5CF2}" dt="2023-04-22T14:22:22.688" v="190"/>
          <ac:picMkLst>
            <pc:docMk/>
            <pc:sldMk cId="3324685487" sldId="571"/>
            <ac:picMk id="18" creationId="{8A155FA7-BFEC-4B68-A200-A83482DE40A8}"/>
          </ac:picMkLst>
        </pc:picChg>
        <pc:picChg chg="add mod">
          <ac:chgData name="Shyama" userId="S::shyama@webberec.com::6bc29e3b-d18d-4efe-9776-d232efa51d08" providerId="AD" clId="Web-{B1E70649-5A6D-B990-E1DC-1EC53A1C5CF2}" dt="2023-04-22T14:51:46.868" v="277" actId="1076"/>
          <ac:picMkLst>
            <pc:docMk/>
            <pc:sldMk cId="3324685487" sldId="571"/>
            <ac:picMk id="21" creationId="{EBE6FDA1-0FD3-92B6-1BF4-9EF7A4A03029}"/>
          </ac:picMkLst>
        </pc:picChg>
      </pc:sldChg>
    </pc:docChg>
  </pc:docChgLst>
  <pc:docChgLst>
    <pc:chgData name="Manuj Agrawal" userId="8275e378daeca5b2" providerId="LiveId" clId="{5DE4E82D-B273-4C85-AA15-3C6A6428828C}"/>
    <pc:docChg chg="undo custSel delSld modSld">
      <pc:chgData name="Manuj Agrawal" userId="8275e378daeca5b2" providerId="LiveId" clId="{5DE4E82D-B273-4C85-AA15-3C6A6428828C}" dt="2021-12-21T14:29:49.538" v="150" actId="1076"/>
      <pc:docMkLst>
        <pc:docMk/>
      </pc:docMkLst>
      <pc:sldChg chg="del">
        <pc:chgData name="Manuj Agrawal" userId="8275e378daeca5b2" providerId="LiveId" clId="{5DE4E82D-B273-4C85-AA15-3C6A6428828C}" dt="2021-12-21T12:44:27.483" v="0" actId="47"/>
        <pc:sldMkLst>
          <pc:docMk/>
          <pc:sldMk cId="3840176979" sldId="550"/>
        </pc:sldMkLst>
      </pc:sldChg>
      <pc:sldChg chg="modSp mod">
        <pc:chgData name="Manuj Agrawal" userId="8275e378daeca5b2" providerId="LiveId" clId="{5DE4E82D-B273-4C85-AA15-3C6A6428828C}" dt="2021-12-21T14:29:49.538" v="150" actId="1076"/>
        <pc:sldMkLst>
          <pc:docMk/>
          <pc:sldMk cId="1004415067" sldId="553"/>
        </pc:sldMkLst>
        <pc:spChg chg="mod">
          <ac:chgData name="Manuj Agrawal" userId="8275e378daeca5b2" providerId="LiveId" clId="{5DE4E82D-B273-4C85-AA15-3C6A6428828C}" dt="2021-12-21T14:06:47.464" v="136" actId="20577"/>
          <ac:spMkLst>
            <pc:docMk/>
            <pc:sldMk cId="1004415067" sldId="553"/>
            <ac:spMk id="14" creationId="{CEE97A97-ECA4-4B0D-8BD4-1F3A72D594A3}"/>
          </ac:spMkLst>
        </pc:spChg>
        <pc:spChg chg="mod">
          <ac:chgData name="Manuj Agrawal" userId="8275e378daeca5b2" providerId="LiveId" clId="{5DE4E82D-B273-4C85-AA15-3C6A6428828C}" dt="2021-12-21T14:29:49.538" v="150" actId="1076"/>
          <ac:spMkLst>
            <pc:docMk/>
            <pc:sldMk cId="1004415067" sldId="553"/>
            <ac:spMk id="18" creationId="{B45BF955-10EF-4208-B60B-9F578C28EE3D}"/>
          </ac:spMkLst>
        </pc:spChg>
        <pc:graphicFrameChg chg="modGraphic">
          <ac:chgData name="Manuj Agrawal" userId="8275e378daeca5b2" providerId="LiveId" clId="{5DE4E82D-B273-4C85-AA15-3C6A6428828C}" dt="2021-12-21T14:10:59.857" v="149" actId="20577"/>
          <ac:graphicFrameMkLst>
            <pc:docMk/>
            <pc:sldMk cId="1004415067" sldId="553"/>
            <ac:graphicFrameMk id="11" creationId="{6E8D4C69-EC4B-4047-8E77-96AE21D108D7}"/>
          </ac:graphicFrameMkLst>
        </pc:graphicFrameChg>
        <pc:graphicFrameChg chg="mod modGraphic">
          <ac:chgData name="Manuj Agrawal" userId="8275e378daeca5b2" providerId="LiveId" clId="{5DE4E82D-B273-4C85-AA15-3C6A6428828C}" dt="2021-12-21T14:09:41.790" v="147" actId="20577"/>
          <ac:graphicFrameMkLst>
            <pc:docMk/>
            <pc:sldMk cId="1004415067" sldId="553"/>
            <ac:graphicFrameMk id="12" creationId="{0EA897DE-982B-4F72-97F1-02E7B535AB95}"/>
          </ac:graphicFrameMkLst>
        </pc:graphicFrameChg>
      </pc:sldChg>
    </pc:docChg>
  </pc:docChgLst>
  <pc:docChgLst>
    <pc:chgData name="Manuj Agrawal" userId="8275e378daeca5b2" providerId="LiveId" clId="{332BA2EF-6F51-4E17-845A-EA2D7E378A6C}"/>
    <pc:docChg chg="undo custSel addSld delSld modSld sldOrd">
      <pc:chgData name="Manuj Agrawal" userId="8275e378daeca5b2" providerId="LiveId" clId="{332BA2EF-6F51-4E17-845A-EA2D7E378A6C}" dt="2021-12-25T12:14:53.822" v="2502" actId="20577"/>
      <pc:docMkLst>
        <pc:docMk/>
      </pc:docMkLst>
      <pc:sldChg chg="modSp mod">
        <pc:chgData name="Manuj Agrawal" userId="8275e378daeca5b2" providerId="LiveId" clId="{332BA2EF-6F51-4E17-845A-EA2D7E378A6C}" dt="2021-12-25T12:10:38.860" v="2483" actId="20577"/>
        <pc:sldMkLst>
          <pc:docMk/>
          <pc:sldMk cId="722639226" sldId="481"/>
        </pc:sldMkLst>
        <pc:spChg chg="mod">
          <ac:chgData name="Manuj Agrawal" userId="8275e378daeca5b2" providerId="LiveId" clId="{332BA2EF-6F51-4E17-845A-EA2D7E378A6C}" dt="2021-12-25T08:57:14.789" v="0" actId="404"/>
          <ac:spMkLst>
            <pc:docMk/>
            <pc:sldMk cId="722639226" sldId="481"/>
            <ac:spMk id="19" creationId="{FE845F32-4110-4B63-BB8A-B4557680BF89}"/>
          </ac:spMkLst>
        </pc:spChg>
        <pc:spChg chg="mod">
          <ac:chgData name="Manuj Agrawal" userId="8275e378daeca5b2" providerId="LiveId" clId="{332BA2EF-6F51-4E17-845A-EA2D7E378A6C}" dt="2021-12-25T12:10:32.134" v="2478" actId="20577"/>
          <ac:spMkLst>
            <pc:docMk/>
            <pc:sldMk cId="722639226" sldId="481"/>
            <ac:spMk id="23" creationId="{4D39C011-2028-4948-B287-1929F9999FDE}"/>
          </ac:spMkLst>
        </pc:spChg>
        <pc:spChg chg="mod">
          <ac:chgData name="Manuj Agrawal" userId="8275e378daeca5b2" providerId="LiveId" clId="{332BA2EF-6F51-4E17-845A-EA2D7E378A6C}" dt="2021-12-25T12:10:38.860" v="2483" actId="20577"/>
          <ac:spMkLst>
            <pc:docMk/>
            <pc:sldMk cId="722639226" sldId="481"/>
            <ac:spMk id="30" creationId="{226A7DB8-CB5F-49CA-9699-89158673C6C7}"/>
          </ac:spMkLst>
        </pc:spChg>
        <pc:spChg chg="mod">
          <ac:chgData name="Manuj Agrawal" userId="8275e378daeca5b2" providerId="LiveId" clId="{332BA2EF-6F51-4E17-845A-EA2D7E378A6C}" dt="2021-12-25T12:07:54.422" v="2383" actId="1037"/>
          <ac:spMkLst>
            <pc:docMk/>
            <pc:sldMk cId="722639226" sldId="481"/>
            <ac:spMk id="32" creationId="{8A18CD4F-51AB-4878-857A-CFAB419F0682}"/>
          </ac:spMkLst>
        </pc:spChg>
        <pc:spChg chg="mod">
          <ac:chgData name="Manuj Agrawal" userId="8275e378daeca5b2" providerId="LiveId" clId="{332BA2EF-6F51-4E17-845A-EA2D7E378A6C}" dt="2021-12-25T12:07:54.422" v="2383" actId="1037"/>
          <ac:spMkLst>
            <pc:docMk/>
            <pc:sldMk cId="722639226" sldId="481"/>
            <ac:spMk id="33" creationId="{BAF10217-FF3D-42E3-9205-D7971E8AEC0C}"/>
          </ac:spMkLst>
        </pc:spChg>
        <pc:spChg chg="mod">
          <ac:chgData name="Manuj Agrawal" userId="8275e378daeca5b2" providerId="LiveId" clId="{332BA2EF-6F51-4E17-845A-EA2D7E378A6C}" dt="2021-12-25T12:07:54.422" v="2383" actId="1037"/>
          <ac:spMkLst>
            <pc:docMk/>
            <pc:sldMk cId="722639226" sldId="481"/>
            <ac:spMk id="34" creationId="{C604C4F0-64C0-42F4-891B-B3A18AD9372D}"/>
          </ac:spMkLst>
        </pc:spChg>
        <pc:spChg chg="mod">
          <ac:chgData name="Manuj Agrawal" userId="8275e378daeca5b2" providerId="LiveId" clId="{332BA2EF-6F51-4E17-845A-EA2D7E378A6C}" dt="2021-12-25T12:07:54.422" v="2383" actId="1037"/>
          <ac:spMkLst>
            <pc:docMk/>
            <pc:sldMk cId="722639226" sldId="481"/>
            <ac:spMk id="35" creationId="{7E6807C4-1758-4A90-AF36-4DD1AA55EFEE}"/>
          </ac:spMkLst>
        </pc:spChg>
        <pc:grpChg chg="mod">
          <ac:chgData name="Manuj Agrawal" userId="8275e378daeca5b2" providerId="LiveId" clId="{332BA2EF-6F51-4E17-845A-EA2D7E378A6C}" dt="2021-12-25T12:07:54.422" v="2383" actId="1037"/>
          <ac:grpSpMkLst>
            <pc:docMk/>
            <pc:sldMk cId="722639226" sldId="481"/>
            <ac:grpSpMk id="2" creationId="{07391A86-BC7A-4BC0-BBCF-6019CC031C63}"/>
          </ac:grpSpMkLst>
        </pc:grpChg>
        <pc:grpChg chg="mod">
          <ac:chgData name="Manuj Agrawal" userId="8275e378daeca5b2" providerId="LiveId" clId="{332BA2EF-6F51-4E17-845A-EA2D7E378A6C}" dt="2021-12-25T12:07:54.422" v="2383" actId="1037"/>
          <ac:grpSpMkLst>
            <pc:docMk/>
            <pc:sldMk cId="722639226" sldId="481"/>
            <ac:grpSpMk id="3" creationId="{D773922F-2E9D-4079-BC9F-702391E86305}"/>
          </ac:grpSpMkLst>
        </pc:grpChg>
        <pc:picChg chg="mod">
          <ac:chgData name="Manuj Agrawal" userId="8275e378daeca5b2" providerId="LiveId" clId="{332BA2EF-6F51-4E17-845A-EA2D7E378A6C}" dt="2021-12-25T12:07:54.422" v="2383" actId="1037"/>
          <ac:picMkLst>
            <pc:docMk/>
            <pc:sldMk cId="722639226" sldId="481"/>
            <ac:picMk id="15" creationId="{54BFD0A6-D0B6-499A-BD77-FA7248A0FB05}"/>
          </ac:picMkLst>
        </pc:picChg>
        <pc:picChg chg="mod modCrop">
          <ac:chgData name="Manuj Agrawal" userId="8275e378daeca5b2" providerId="LiveId" clId="{332BA2EF-6F51-4E17-845A-EA2D7E378A6C}" dt="2021-12-25T12:07:54.422" v="2383" actId="1037"/>
          <ac:picMkLst>
            <pc:docMk/>
            <pc:sldMk cId="722639226" sldId="481"/>
            <ac:picMk id="18" creationId="{8A155FA7-BFEC-4B68-A200-A83482DE40A8}"/>
          </ac:picMkLst>
        </pc:picChg>
        <pc:picChg chg="mod">
          <ac:chgData name="Manuj Agrawal" userId="8275e378daeca5b2" providerId="LiveId" clId="{332BA2EF-6F51-4E17-845A-EA2D7E378A6C}" dt="2021-12-25T12:07:54.422" v="2383" actId="1037"/>
          <ac:picMkLst>
            <pc:docMk/>
            <pc:sldMk cId="722639226" sldId="481"/>
            <ac:picMk id="20" creationId="{0CC089B3-A984-4D0E-862B-D775FD098C95}"/>
          </ac:picMkLst>
        </pc:picChg>
        <pc:picChg chg="mod">
          <ac:chgData name="Manuj Agrawal" userId="8275e378daeca5b2" providerId="LiveId" clId="{332BA2EF-6F51-4E17-845A-EA2D7E378A6C}" dt="2021-12-25T12:07:54.422" v="2383" actId="1037"/>
          <ac:picMkLst>
            <pc:docMk/>
            <pc:sldMk cId="722639226" sldId="481"/>
            <ac:picMk id="22" creationId="{B8915330-9A6F-42ED-AE82-59A174199605}"/>
          </ac:picMkLst>
        </pc:picChg>
        <pc:picChg chg="mod">
          <ac:chgData name="Manuj Agrawal" userId="8275e378daeca5b2" providerId="LiveId" clId="{332BA2EF-6F51-4E17-845A-EA2D7E378A6C}" dt="2021-12-25T12:07:54.422" v="2383" actId="1037"/>
          <ac:picMkLst>
            <pc:docMk/>
            <pc:sldMk cId="722639226" sldId="481"/>
            <ac:picMk id="24" creationId="{C4160B7B-D653-4EEF-B661-39978444B35A}"/>
          </ac:picMkLst>
        </pc:picChg>
      </pc:sldChg>
      <pc:sldChg chg="addSp delSp modSp mod ord">
        <pc:chgData name="Manuj Agrawal" userId="8275e378daeca5b2" providerId="LiveId" clId="{332BA2EF-6F51-4E17-845A-EA2D7E378A6C}" dt="2021-12-25T12:09:58.478" v="2414" actId="1038"/>
        <pc:sldMkLst>
          <pc:docMk/>
          <pc:sldMk cId="3922207980" sldId="506"/>
        </pc:sldMkLst>
        <pc:spChg chg="mod topLvl">
          <ac:chgData name="Manuj Agrawal" userId="8275e378daeca5b2" providerId="LiveId" clId="{332BA2EF-6F51-4E17-845A-EA2D7E378A6C}" dt="2021-12-25T12:09:37.261" v="2410" actId="164"/>
          <ac:spMkLst>
            <pc:docMk/>
            <pc:sldMk cId="3922207980" sldId="506"/>
            <ac:spMk id="38" creationId="{B06B8DF5-A48F-46F1-8FE6-577F5BB61FE2}"/>
          </ac:spMkLst>
        </pc:spChg>
        <pc:spChg chg="mod topLvl">
          <ac:chgData name="Manuj Agrawal" userId="8275e378daeca5b2" providerId="LiveId" clId="{332BA2EF-6F51-4E17-845A-EA2D7E378A6C}" dt="2021-12-25T12:09:37.261" v="2410" actId="164"/>
          <ac:spMkLst>
            <pc:docMk/>
            <pc:sldMk cId="3922207980" sldId="506"/>
            <ac:spMk id="40" creationId="{E5C80C85-47EA-4790-BB82-FA8E7FAB35EE}"/>
          </ac:spMkLst>
        </pc:spChg>
        <pc:spChg chg="mod topLvl">
          <ac:chgData name="Manuj Agrawal" userId="8275e378daeca5b2" providerId="LiveId" clId="{332BA2EF-6F51-4E17-845A-EA2D7E378A6C}" dt="2021-12-25T11:50:49.898" v="2199" actId="165"/>
          <ac:spMkLst>
            <pc:docMk/>
            <pc:sldMk cId="3922207980" sldId="506"/>
            <ac:spMk id="41" creationId="{6A7F6C55-6F12-4769-8714-A1471F28D0D6}"/>
          </ac:spMkLst>
        </pc:spChg>
        <pc:spChg chg="mod">
          <ac:chgData name="Manuj Agrawal" userId="8275e378daeca5b2" providerId="LiveId" clId="{332BA2EF-6F51-4E17-845A-EA2D7E378A6C}" dt="2021-12-25T09:01:30.381" v="98" actId="165"/>
          <ac:spMkLst>
            <pc:docMk/>
            <pc:sldMk cId="3922207980" sldId="506"/>
            <ac:spMk id="46" creationId="{24BB6A65-A7A1-4208-8A63-7D295ADC25C5}"/>
          </ac:spMkLst>
        </pc:spChg>
        <pc:spChg chg="mod topLvl">
          <ac:chgData name="Manuj Agrawal" userId="8275e378daeca5b2" providerId="LiveId" clId="{332BA2EF-6F51-4E17-845A-EA2D7E378A6C}" dt="2021-12-25T09:10:45.678" v="199" actId="1076"/>
          <ac:spMkLst>
            <pc:docMk/>
            <pc:sldMk cId="3922207980" sldId="506"/>
            <ac:spMk id="48" creationId="{07A46A93-7AD0-4D68-B818-26632908A698}"/>
          </ac:spMkLst>
        </pc:spChg>
        <pc:spChg chg="mod topLvl">
          <ac:chgData name="Manuj Agrawal" userId="8275e378daeca5b2" providerId="LiveId" clId="{332BA2EF-6F51-4E17-845A-EA2D7E378A6C}" dt="2021-12-25T09:02:15.258" v="106" actId="164"/>
          <ac:spMkLst>
            <pc:docMk/>
            <pc:sldMk cId="3922207980" sldId="506"/>
            <ac:spMk id="53" creationId="{5DF48541-2872-4431-9E18-448881EAB458}"/>
          </ac:spMkLst>
        </pc:spChg>
        <pc:spChg chg="mod topLvl">
          <ac:chgData name="Manuj Agrawal" userId="8275e378daeca5b2" providerId="LiveId" clId="{332BA2EF-6F51-4E17-845A-EA2D7E378A6C}" dt="2021-12-25T09:10:32.205" v="198" actId="1076"/>
          <ac:spMkLst>
            <pc:docMk/>
            <pc:sldMk cId="3922207980" sldId="506"/>
            <ac:spMk id="54" creationId="{560FB32C-3B60-4F89-8FE1-B0E9999FA560}"/>
          </ac:spMkLst>
        </pc:spChg>
        <pc:spChg chg="mod">
          <ac:chgData name="Manuj Agrawal" userId="8275e378daeca5b2" providerId="LiveId" clId="{332BA2EF-6F51-4E17-845A-EA2D7E378A6C}" dt="2021-12-25T09:51:39.924" v="816" actId="2711"/>
          <ac:spMkLst>
            <pc:docMk/>
            <pc:sldMk cId="3922207980" sldId="506"/>
            <ac:spMk id="56" creationId="{00F44435-6633-4363-981D-E07255351B53}"/>
          </ac:spMkLst>
        </pc:spChg>
        <pc:spChg chg="mod topLvl">
          <ac:chgData name="Manuj Agrawal" userId="8275e378daeca5b2" providerId="LiveId" clId="{332BA2EF-6F51-4E17-845A-EA2D7E378A6C}" dt="2021-12-25T11:53:17.258" v="2227" actId="164"/>
          <ac:spMkLst>
            <pc:docMk/>
            <pc:sldMk cId="3922207980" sldId="506"/>
            <ac:spMk id="59" creationId="{0CB50AB1-ED75-406B-BE0B-B6F99F0727EF}"/>
          </ac:spMkLst>
        </pc:spChg>
        <pc:spChg chg="mod">
          <ac:chgData name="Manuj Agrawal" userId="8275e378daeca5b2" providerId="LiveId" clId="{332BA2EF-6F51-4E17-845A-EA2D7E378A6C}" dt="2021-12-25T11:50:29.787" v="2195" actId="165"/>
          <ac:spMkLst>
            <pc:docMk/>
            <pc:sldMk cId="3922207980" sldId="506"/>
            <ac:spMk id="60" creationId="{91303CD3-62FD-4D70-9375-3611F9F11ECC}"/>
          </ac:spMkLst>
        </pc:spChg>
        <pc:spChg chg="mod topLvl">
          <ac:chgData name="Manuj Agrawal" userId="8275e378daeca5b2" providerId="LiveId" clId="{332BA2EF-6F51-4E17-845A-EA2D7E378A6C}" dt="2021-12-25T12:09:21.652" v="2409" actId="164"/>
          <ac:spMkLst>
            <pc:docMk/>
            <pc:sldMk cId="3922207980" sldId="506"/>
            <ac:spMk id="64" creationId="{8FDBB07F-92FE-4874-A085-2862B65B52DA}"/>
          </ac:spMkLst>
        </pc:spChg>
        <pc:spChg chg="mod">
          <ac:chgData name="Manuj Agrawal" userId="8275e378daeca5b2" providerId="LiveId" clId="{332BA2EF-6F51-4E17-845A-EA2D7E378A6C}" dt="2021-12-25T11:50:40.925" v="2197" actId="165"/>
          <ac:spMkLst>
            <pc:docMk/>
            <pc:sldMk cId="3922207980" sldId="506"/>
            <ac:spMk id="65" creationId="{B4F605A6-CA08-47F2-B0A6-8FEA14B15CF5}"/>
          </ac:spMkLst>
        </pc:spChg>
        <pc:spChg chg="mod topLvl">
          <ac:chgData name="Manuj Agrawal" userId="8275e378daeca5b2" providerId="LiveId" clId="{332BA2EF-6F51-4E17-845A-EA2D7E378A6C}" dt="2021-12-25T10:37:19.036" v="1685" actId="14100"/>
          <ac:spMkLst>
            <pc:docMk/>
            <pc:sldMk cId="3922207980" sldId="506"/>
            <ac:spMk id="67" creationId="{94E64F28-29E4-4A49-BA01-D3717058AA3E}"/>
          </ac:spMkLst>
        </pc:spChg>
        <pc:spChg chg="mod topLvl">
          <ac:chgData name="Manuj Agrawal" userId="8275e378daeca5b2" providerId="LiveId" clId="{332BA2EF-6F51-4E17-845A-EA2D7E378A6C}" dt="2021-12-25T10:39:36.170" v="1691" actId="1076"/>
          <ac:spMkLst>
            <pc:docMk/>
            <pc:sldMk cId="3922207980" sldId="506"/>
            <ac:spMk id="68" creationId="{5BE7B6A3-79F6-470F-89AC-7BA31B7B6379}"/>
          </ac:spMkLst>
        </pc:spChg>
        <pc:spChg chg="mod topLvl">
          <ac:chgData name="Manuj Agrawal" userId="8275e378daeca5b2" providerId="LiveId" clId="{332BA2EF-6F51-4E17-845A-EA2D7E378A6C}" dt="2021-12-25T11:53:17.258" v="2227" actId="164"/>
          <ac:spMkLst>
            <pc:docMk/>
            <pc:sldMk cId="3922207980" sldId="506"/>
            <ac:spMk id="69" creationId="{A7E7E804-C497-43D7-88C6-AE98C0F3B89C}"/>
          </ac:spMkLst>
        </pc:spChg>
        <pc:spChg chg="mod topLvl">
          <ac:chgData name="Manuj Agrawal" userId="8275e378daeca5b2" providerId="LiveId" clId="{332BA2EF-6F51-4E17-845A-EA2D7E378A6C}" dt="2021-12-25T12:09:21.652" v="2409" actId="164"/>
          <ac:spMkLst>
            <pc:docMk/>
            <pc:sldMk cId="3922207980" sldId="506"/>
            <ac:spMk id="70" creationId="{4E2ED473-7EC3-400B-B8F3-848D7908ED7D}"/>
          </ac:spMkLst>
        </pc:spChg>
        <pc:grpChg chg="del mod topLvl">
          <ac:chgData name="Manuj Agrawal" userId="8275e378daeca5b2" providerId="LiveId" clId="{332BA2EF-6F51-4E17-845A-EA2D7E378A6C}" dt="2021-12-25T09:01:30.381" v="98" actId="165"/>
          <ac:grpSpMkLst>
            <pc:docMk/>
            <pc:sldMk cId="3922207980" sldId="506"/>
            <ac:grpSpMk id="2" creationId="{1ECD27B0-C4CE-4378-A7C5-BC9BF19E0590}"/>
          </ac:grpSpMkLst>
        </pc:grpChg>
        <pc:grpChg chg="add mod">
          <ac:chgData name="Manuj Agrawal" userId="8275e378daeca5b2" providerId="LiveId" clId="{332BA2EF-6F51-4E17-845A-EA2D7E378A6C}" dt="2021-12-25T09:07:01.221" v="167" actId="164"/>
          <ac:grpSpMkLst>
            <pc:docMk/>
            <pc:sldMk cId="3922207980" sldId="506"/>
            <ac:grpSpMk id="3" creationId="{77FA8C75-5FDD-489E-911B-D9AD638563BC}"/>
          </ac:grpSpMkLst>
        </pc:grpChg>
        <pc:grpChg chg="add mod topLvl">
          <ac:chgData name="Manuj Agrawal" userId="8275e378daeca5b2" providerId="LiveId" clId="{332BA2EF-6F51-4E17-845A-EA2D7E378A6C}" dt="2021-12-25T12:09:37.261" v="2410" actId="164"/>
          <ac:grpSpMkLst>
            <pc:docMk/>
            <pc:sldMk cId="3922207980" sldId="506"/>
            <ac:grpSpMk id="4" creationId="{86381701-F4FB-4272-AC1D-6EDB8718B9BE}"/>
          </ac:grpSpMkLst>
        </pc:grpChg>
        <pc:grpChg chg="add mod">
          <ac:chgData name="Manuj Agrawal" userId="8275e378daeca5b2" providerId="LiveId" clId="{332BA2EF-6F51-4E17-845A-EA2D7E378A6C}" dt="2021-12-25T12:09:55.927" v="2413" actId="1038"/>
          <ac:grpSpMkLst>
            <pc:docMk/>
            <pc:sldMk cId="3922207980" sldId="506"/>
            <ac:grpSpMk id="5" creationId="{2D604B6B-EDF7-477D-B622-0DABE34AE06F}"/>
          </ac:grpSpMkLst>
        </pc:grpChg>
        <pc:grpChg chg="del">
          <ac:chgData name="Manuj Agrawal" userId="8275e378daeca5b2" providerId="LiveId" clId="{332BA2EF-6F51-4E17-845A-EA2D7E378A6C}" dt="2021-12-25T09:01:24.203" v="97" actId="165"/>
          <ac:grpSpMkLst>
            <pc:docMk/>
            <pc:sldMk cId="3922207980" sldId="506"/>
            <ac:grpSpMk id="7" creationId="{174F8F44-8E42-4486-9BCA-9D65C35A2439}"/>
          </ac:grpSpMkLst>
        </pc:grpChg>
        <pc:grpChg chg="del">
          <ac:chgData name="Manuj Agrawal" userId="8275e378daeca5b2" providerId="LiveId" clId="{332BA2EF-6F51-4E17-845A-EA2D7E378A6C}" dt="2021-12-25T09:02:05.130" v="102" actId="165"/>
          <ac:grpSpMkLst>
            <pc:docMk/>
            <pc:sldMk cId="3922207980" sldId="506"/>
            <ac:grpSpMk id="8" creationId="{DE19F8ED-9058-485F-8470-A59F86347A05}"/>
          </ac:grpSpMkLst>
        </pc:grpChg>
        <pc:grpChg chg="del">
          <ac:chgData name="Manuj Agrawal" userId="8275e378daeca5b2" providerId="LiveId" clId="{332BA2EF-6F51-4E17-845A-EA2D7E378A6C}" dt="2021-12-25T09:03:38.092" v="122" actId="165"/>
          <ac:grpSpMkLst>
            <pc:docMk/>
            <pc:sldMk cId="3922207980" sldId="506"/>
            <ac:grpSpMk id="9" creationId="{A541A540-3811-4889-A84E-F36AAC11011C}"/>
          </ac:grpSpMkLst>
        </pc:grpChg>
        <pc:grpChg chg="del">
          <ac:chgData name="Manuj Agrawal" userId="8275e378daeca5b2" providerId="LiveId" clId="{332BA2EF-6F51-4E17-845A-EA2D7E378A6C}" dt="2021-12-25T09:03:16.877" v="118" actId="165"/>
          <ac:grpSpMkLst>
            <pc:docMk/>
            <pc:sldMk cId="3922207980" sldId="506"/>
            <ac:grpSpMk id="10" creationId="{B1A8A54C-4F2A-4320-8BE5-679417688481}"/>
          </ac:grpSpMkLst>
        </pc:grpChg>
        <pc:grpChg chg="del">
          <ac:chgData name="Manuj Agrawal" userId="8275e378daeca5b2" providerId="LiveId" clId="{332BA2EF-6F51-4E17-845A-EA2D7E378A6C}" dt="2021-12-25T09:02:30.423" v="109" actId="165"/>
          <ac:grpSpMkLst>
            <pc:docMk/>
            <pc:sldMk cId="3922207980" sldId="506"/>
            <ac:grpSpMk id="11" creationId="{1E674363-32D8-4B49-ABBD-9636FC027F11}"/>
          </ac:grpSpMkLst>
        </pc:grpChg>
        <pc:grpChg chg="add mod">
          <ac:chgData name="Manuj Agrawal" userId="8275e378daeca5b2" providerId="LiveId" clId="{332BA2EF-6F51-4E17-845A-EA2D7E378A6C}" dt="2021-12-25T12:09:51.060" v="2412" actId="1038"/>
          <ac:grpSpMkLst>
            <pc:docMk/>
            <pc:sldMk cId="3922207980" sldId="506"/>
            <ac:grpSpMk id="12" creationId="{8A077CE5-2F00-4200-A66F-860C3C12D4A8}"/>
          </ac:grpSpMkLst>
        </pc:grpChg>
        <pc:grpChg chg="add del mod">
          <ac:chgData name="Manuj Agrawal" userId="8275e378daeca5b2" providerId="LiveId" clId="{332BA2EF-6F51-4E17-845A-EA2D7E378A6C}" dt="2021-12-25T11:50:29.787" v="2195" actId="165"/>
          <ac:grpSpMkLst>
            <pc:docMk/>
            <pc:sldMk cId="3922207980" sldId="506"/>
            <ac:grpSpMk id="13" creationId="{202C23EC-F832-4F0E-AC26-EF7E2787434F}"/>
          </ac:grpSpMkLst>
        </pc:grpChg>
        <pc:grpChg chg="add del mod">
          <ac:chgData name="Manuj Agrawal" userId="8275e378daeca5b2" providerId="LiveId" clId="{332BA2EF-6F51-4E17-845A-EA2D7E378A6C}" dt="2021-12-25T11:50:49.898" v="2199" actId="165"/>
          <ac:grpSpMkLst>
            <pc:docMk/>
            <pc:sldMk cId="3922207980" sldId="506"/>
            <ac:grpSpMk id="14" creationId="{54FD95CF-1ACF-413A-A266-28230558E83B}"/>
          </ac:grpSpMkLst>
        </pc:grpChg>
        <pc:grpChg chg="add del mod">
          <ac:chgData name="Manuj Agrawal" userId="8275e378daeca5b2" providerId="LiveId" clId="{332BA2EF-6F51-4E17-845A-EA2D7E378A6C}" dt="2021-12-25T11:50:40.925" v="2197" actId="165"/>
          <ac:grpSpMkLst>
            <pc:docMk/>
            <pc:sldMk cId="3922207980" sldId="506"/>
            <ac:grpSpMk id="15" creationId="{E554D5B0-F1D1-4B36-8912-0C5A3E88B3D8}"/>
          </ac:grpSpMkLst>
        </pc:grpChg>
        <pc:grpChg chg="add mod">
          <ac:chgData name="Manuj Agrawal" userId="8275e378daeca5b2" providerId="LiveId" clId="{332BA2EF-6F51-4E17-845A-EA2D7E378A6C}" dt="2021-12-25T11:53:17.258" v="2227" actId="164"/>
          <ac:grpSpMkLst>
            <pc:docMk/>
            <pc:sldMk cId="3922207980" sldId="506"/>
            <ac:grpSpMk id="18" creationId="{5BC19634-4A27-417C-9598-35E3EEF728A8}"/>
          </ac:grpSpMkLst>
        </pc:grpChg>
        <pc:grpChg chg="add mod">
          <ac:chgData name="Manuj Agrawal" userId="8275e378daeca5b2" providerId="LiveId" clId="{332BA2EF-6F51-4E17-845A-EA2D7E378A6C}" dt="2021-12-25T12:09:58.478" v="2414" actId="1038"/>
          <ac:grpSpMkLst>
            <pc:docMk/>
            <pc:sldMk cId="3922207980" sldId="506"/>
            <ac:grpSpMk id="19" creationId="{576475BE-3286-4055-B7CA-03E89AACEF68}"/>
          </ac:grpSpMkLst>
        </pc:grpChg>
        <pc:grpChg chg="add mod">
          <ac:chgData name="Manuj Agrawal" userId="8275e378daeca5b2" providerId="LiveId" clId="{332BA2EF-6F51-4E17-845A-EA2D7E378A6C}" dt="2021-12-25T12:09:37.261" v="2410" actId="164"/>
          <ac:grpSpMkLst>
            <pc:docMk/>
            <pc:sldMk cId="3922207980" sldId="506"/>
            <ac:grpSpMk id="20" creationId="{7C0C76A9-3E5B-4040-87F8-1506C7D37714}"/>
          </ac:grpSpMkLst>
        </pc:grpChg>
        <pc:grpChg chg="del mod topLvl">
          <ac:chgData name="Manuj Agrawal" userId="8275e378daeca5b2" providerId="LiveId" clId="{332BA2EF-6F51-4E17-845A-EA2D7E378A6C}" dt="2021-12-25T09:02:36.463" v="110" actId="165"/>
          <ac:grpSpMkLst>
            <pc:docMk/>
            <pc:sldMk cId="3922207980" sldId="506"/>
            <ac:grpSpMk id="36" creationId="{A603B2F4-9A48-4991-8CF3-E0BD6F223E9B}"/>
          </ac:grpSpMkLst>
        </pc:grpChg>
        <pc:grpChg chg="del mod topLvl">
          <ac:chgData name="Manuj Agrawal" userId="8275e378daeca5b2" providerId="LiveId" clId="{332BA2EF-6F51-4E17-845A-EA2D7E378A6C}" dt="2021-12-25T09:02:40.777" v="111" actId="165"/>
          <ac:grpSpMkLst>
            <pc:docMk/>
            <pc:sldMk cId="3922207980" sldId="506"/>
            <ac:grpSpMk id="37" creationId="{D3215F4D-48B9-465D-8978-99809C1E91A6}"/>
          </ac:grpSpMkLst>
        </pc:grpChg>
        <pc:grpChg chg="mod topLvl">
          <ac:chgData name="Manuj Agrawal" userId="8275e378daeca5b2" providerId="LiveId" clId="{332BA2EF-6F51-4E17-845A-EA2D7E378A6C}" dt="2021-12-25T09:07:05.605" v="168" actId="164"/>
          <ac:grpSpMkLst>
            <pc:docMk/>
            <pc:sldMk cId="3922207980" sldId="506"/>
            <ac:grpSpMk id="45" creationId="{C8461DAF-B6E6-42FE-B17C-87440967E7AE}"/>
          </ac:grpSpMkLst>
        </pc:grpChg>
        <pc:grpChg chg="del mod topLvl">
          <ac:chgData name="Manuj Agrawal" userId="8275e378daeca5b2" providerId="LiveId" clId="{332BA2EF-6F51-4E17-845A-EA2D7E378A6C}" dt="2021-12-25T09:02:08.333" v="103" actId="165"/>
          <ac:grpSpMkLst>
            <pc:docMk/>
            <pc:sldMk cId="3922207980" sldId="506"/>
            <ac:grpSpMk id="52" creationId="{6C1AD37B-CC96-46B8-B8F5-BA22307D5E6D}"/>
          </ac:grpSpMkLst>
        </pc:grpChg>
        <pc:grpChg chg="del mod topLvl">
          <ac:chgData name="Manuj Agrawal" userId="8275e378daeca5b2" providerId="LiveId" clId="{332BA2EF-6F51-4E17-845A-EA2D7E378A6C}" dt="2021-12-25T09:03:44.746" v="123" actId="165"/>
          <ac:grpSpMkLst>
            <pc:docMk/>
            <pc:sldMk cId="3922207980" sldId="506"/>
            <ac:grpSpMk id="57" creationId="{36ED72E9-4256-48C4-8705-82158A3C8BD4}"/>
          </ac:grpSpMkLst>
        </pc:grpChg>
        <pc:grpChg chg="mod topLvl">
          <ac:chgData name="Manuj Agrawal" userId="8275e378daeca5b2" providerId="LiveId" clId="{332BA2EF-6F51-4E17-845A-EA2D7E378A6C}" dt="2021-12-25T11:53:17.258" v="2227" actId="164"/>
          <ac:grpSpMkLst>
            <pc:docMk/>
            <pc:sldMk cId="3922207980" sldId="506"/>
            <ac:grpSpMk id="58" creationId="{1E169A29-D66E-4ADE-8B5E-2F2CE31B6589}"/>
          </ac:grpSpMkLst>
        </pc:grpChg>
        <pc:grpChg chg="del mod topLvl">
          <ac:chgData name="Manuj Agrawal" userId="8275e378daeca5b2" providerId="LiveId" clId="{332BA2EF-6F51-4E17-845A-EA2D7E378A6C}" dt="2021-12-25T09:03:24.652" v="119" actId="165"/>
          <ac:grpSpMkLst>
            <pc:docMk/>
            <pc:sldMk cId="3922207980" sldId="506"/>
            <ac:grpSpMk id="62" creationId="{7765AF18-60DE-46C9-AB3A-0EF8FD0542B4}"/>
          </ac:grpSpMkLst>
        </pc:grpChg>
        <pc:grpChg chg="mod topLvl">
          <ac:chgData name="Manuj Agrawal" userId="8275e378daeca5b2" providerId="LiveId" clId="{332BA2EF-6F51-4E17-845A-EA2D7E378A6C}" dt="2021-12-25T12:09:21.652" v="2409" actId="164"/>
          <ac:grpSpMkLst>
            <pc:docMk/>
            <pc:sldMk cId="3922207980" sldId="506"/>
            <ac:grpSpMk id="63" creationId="{A76E6150-2ABD-4D71-A589-190D5A79182A}"/>
          </ac:grpSpMkLst>
        </pc:grpChg>
        <pc:picChg chg="mod topLvl">
          <ac:chgData name="Manuj Agrawal" userId="8275e378daeca5b2" providerId="LiveId" clId="{332BA2EF-6F51-4E17-845A-EA2D7E378A6C}" dt="2021-12-25T11:50:49.898" v="2199" actId="165"/>
          <ac:picMkLst>
            <pc:docMk/>
            <pc:sldMk cId="3922207980" sldId="506"/>
            <ac:picMk id="6" creationId="{AFD8F583-ECAA-419C-8F47-9D57FB1ABF21}"/>
          </ac:picMkLst>
        </pc:picChg>
        <pc:picChg chg="mod">
          <ac:chgData name="Manuj Agrawal" userId="8275e378daeca5b2" providerId="LiveId" clId="{332BA2EF-6F51-4E17-845A-EA2D7E378A6C}" dt="2021-12-25T09:01:30.381" v="98" actId="165"/>
          <ac:picMkLst>
            <pc:docMk/>
            <pc:sldMk cId="3922207980" sldId="506"/>
            <ac:picMk id="47" creationId="{48693A62-9C39-47AE-AEE0-8DA693BDAE19}"/>
          </ac:picMkLst>
        </pc:picChg>
        <pc:picChg chg="mod topLvl">
          <ac:chgData name="Manuj Agrawal" userId="8275e378daeca5b2" providerId="LiveId" clId="{332BA2EF-6F51-4E17-845A-EA2D7E378A6C}" dt="2021-12-25T09:02:15.258" v="106" actId="164"/>
          <ac:picMkLst>
            <pc:docMk/>
            <pc:sldMk cId="3922207980" sldId="506"/>
            <ac:picMk id="55" creationId="{30023E46-B853-4995-9E0B-98ADBB370F7A}"/>
          </ac:picMkLst>
        </pc:picChg>
        <pc:picChg chg="mod">
          <ac:chgData name="Manuj Agrawal" userId="8275e378daeca5b2" providerId="LiveId" clId="{332BA2EF-6F51-4E17-845A-EA2D7E378A6C}" dt="2021-12-25T11:50:29.787" v="2195" actId="165"/>
          <ac:picMkLst>
            <pc:docMk/>
            <pc:sldMk cId="3922207980" sldId="506"/>
            <ac:picMk id="61" creationId="{B0513404-43B9-43D7-8153-973AD2A1B52C}"/>
          </ac:picMkLst>
        </pc:picChg>
        <pc:picChg chg="mod">
          <ac:chgData name="Manuj Agrawal" userId="8275e378daeca5b2" providerId="LiveId" clId="{332BA2EF-6F51-4E17-845A-EA2D7E378A6C}" dt="2021-12-25T11:50:40.925" v="2197" actId="165"/>
          <ac:picMkLst>
            <pc:docMk/>
            <pc:sldMk cId="3922207980" sldId="506"/>
            <ac:picMk id="66" creationId="{C5BAC07C-A22E-4F9F-8426-1C122E812062}"/>
          </ac:picMkLst>
        </pc:picChg>
        <pc:cxnChg chg="add del mod">
          <ac:chgData name="Manuj Agrawal" userId="8275e378daeca5b2" providerId="LiveId" clId="{332BA2EF-6F51-4E17-845A-EA2D7E378A6C}" dt="2021-12-25T09:13:45.921" v="225" actId="478"/>
          <ac:cxnSpMkLst>
            <pc:docMk/>
            <pc:sldMk cId="3922207980" sldId="506"/>
            <ac:cxnSpMk id="17" creationId="{FF0DCEE7-E870-488F-8DCC-B4A773F766D0}"/>
          </ac:cxnSpMkLst>
        </pc:cxnChg>
        <pc:cxnChg chg="add del mod">
          <ac:chgData name="Manuj Agrawal" userId="8275e378daeca5b2" providerId="LiveId" clId="{332BA2EF-6F51-4E17-845A-EA2D7E378A6C}" dt="2021-12-25T11:53:09.933" v="2226" actId="478"/>
          <ac:cxnSpMkLst>
            <pc:docMk/>
            <pc:sldMk cId="3922207980" sldId="506"/>
            <ac:cxnSpMk id="49" creationId="{F5261E5F-8CC1-440C-A351-5BD7BF744847}"/>
          </ac:cxnSpMkLst>
        </pc:cxnChg>
      </pc:sldChg>
      <pc:sldChg chg="addSp delSp modSp del mod">
        <pc:chgData name="Manuj Agrawal" userId="8275e378daeca5b2" providerId="LiveId" clId="{332BA2EF-6F51-4E17-845A-EA2D7E378A6C}" dt="2021-12-25T11:34:25.060" v="2082" actId="47"/>
        <pc:sldMkLst>
          <pc:docMk/>
          <pc:sldMk cId="1737797681" sldId="531"/>
        </pc:sldMkLst>
        <pc:spChg chg="del">
          <ac:chgData name="Manuj Agrawal" userId="8275e378daeca5b2" providerId="LiveId" clId="{332BA2EF-6F51-4E17-845A-EA2D7E378A6C}" dt="2021-12-25T11:00:41.092" v="1818" actId="478"/>
          <ac:spMkLst>
            <pc:docMk/>
            <pc:sldMk cId="1737797681" sldId="531"/>
            <ac:spMk id="2" creationId="{C0046995-35DB-4CD5-8EA0-D314D18C554F}"/>
          </ac:spMkLst>
        </pc:spChg>
        <pc:spChg chg="mod">
          <ac:chgData name="Manuj Agrawal" userId="8275e378daeca5b2" providerId="LiveId" clId="{332BA2EF-6F51-4E17-845A-EA2D7E378A6C}" dt="2021-12-25T11:25:03.254" v="1924" actId="1076"/>
          <ac:spMkLst>
            <pc:docMk/>
            <pc:sldMk cId="1737797681" sldId="531"/>
            <ac:spMk id="8" creationId="{FEF10653-88F6-403A-B3F7-56311D716540}"/>
          </ac:spMkLst>
        </pc:spChg>
        <pc:spChg chg="add del mod">
          <ac:chgData name="Manuj Agrawal" userId="8275e378daeca5b2" providerId="LiveId" clId="{332BA2EF-6F51-4E17-845A-EA2D7E378A6C}" dt="2021-12-25T11:02:47.605" v="1848" actId="478"/>
          <ac:spMkLst>
            <pc:docMk/>
            <pc:sldMk cId="1737797681" sldId="531"/>
            <ac:spMk id="51" creationId="{57B737E0-9753-42BA-86AE-8C10CF5DEB67}"/>
          </ac:spMkLst>
        </pc:spChg>
        <pc:spChg chg="del mod topLvl">
          <ac:chgData name="Manuj Agrawal" userId="8275e378daeca5b2" providerId="LiveId" clId="{332BA2EF-6F51-4E17-845A-EA2D7E378A6C}" dt="2021-12-25T11:22:46.091" v="1880" actId="478"/>
          <ac:spMkLst>
            <pc:docMk/>
            <pc:sldMk cId="1737797681" sldId="531"/>
            <ac:spMk id="54" creationId="{87177A41-8D83-4B29-9F40-658DF8C06783}"/>
          </ac:spMkLst>
        </pc:spChg>
        <pc:spChg chg="mod">
          <ac:chgData name="Manuj Agrawal" userId="8275e378daeca5b2" providerId="LiveId" clId="{332BA2EF-6F51-4E17-845A-EA2D7E378A6C}" dt="2021-12-25T11:03:01.772" v="1851"/>
          <ac:spMkLst>
            <pc:docMk/>
            <pc:sldMk cId="1737797681" sldId="531"/>
            <ac:spMk id="55" creationId="{1CDA2720-64B9-4DD2-A28E-194462A8C451}"/>
          </ac:spMkLst>
        </pc:spChg>
        <pc:spChg chg="mod">
          <ac:chgData name="Manuj Agrawal" userId="8275e378daeca5b2" providerId="LiveId" clId="{332BA2EF-6F51-4E17-845A-EA2D7E378A6C}" dt="2021-12-25T11:23:01.303" v="1884" actId="1076"/>
          <ac:spMkLst>
            <pc:docMk/>
            <pc:sldMk cId="1737797681" sldId="531"/>
            <ac:spMk id="56" creationId="{E0BDE23D-25C3-48A7-A04F-83031B6CF561}"/>
          </ac:spMkLst>
        </pc:spChg>
        <pc:spChg chg="add mod">
          <ac:chgData name="Manuj Agrawal" userId="8275e378daeca5b2" providerId="LiveId" clId="{332BA2EF-6F51-4E17-845A-EA2D7E378A6C}" dt="2021-12-25T11:25:27.839" v="1926" actId="1076"/>
          <ac:spMkLst>
            <pc:docMk/>
            <pc:sldMk cId="1737797681" sldId="531"/>
            <ac:spMk id="57" creationId="{6E1493FB-C886-4A47-91BB-E761C4E16835}"/>
          </ac:spMkLst>
        </pc:spChg>
        <pc:spChg chg="del mod">
          <ac:chgData name="Manuj Agrawal" userId="8275e378daeca5b2" providerId="LiveId" clId="{332BA2EF-6F51-4E17-845A-EA2D7E378A6C}" dt="2021-12-25T11:23:31.962" v="1890" actId="478"/>
          <ac:spMkLst>
            <pc:docMk/>
            <pc:sldMk cId="1737797681" sldId="531"/>
            <ac:spMk id="86" creationId="{8855777B-65FB-439C-881D-76AA48C1E934}"/>
          </ac:spMkLst>
        </pc:spChg>
        <pc:spChg chg="mod">
          <ac:chgData name="Manuj Agrawal" userId="8275e378daeca5b2" providerId="LiveId" clId="{332BA2EF-6F51-4E17-845A-EA2D7E378A6C}" dt="2021-12-25T11:25:33.608" v="1927" actId="1076"/>
          <ac:spMkLst>
            <pc:docMk/>
            <pc:sldMk cId="1737797681" sldId="531"/>
            <ac:spMk id="87" creationId="{5FCD3DEF-21D6-4EF9-B4D9-71828CA61DCB}"/>
          </ac:spMkLst>
        </pc:spChg>
        <pc:spChg chg="mod">
          <ac:chgData name="Manuj Agrawal" userId="8275e378daeca5b2" providerId="LiveId" clId="{332BA2EF-6F51-4E17-845A-EA2D7E378A6C}" dt="2021-12-25T11:03:11.135" v="1855" actId="21"/>
          <ac:spMkLst>
            <pc:docMk/>
            <pc:sldMk cId="1737797681" sldId="531"/>
            <ac:spMk id="107" creationId="{BF2581CD-04D8-487F-8621-EF1E81E71C7B}"/>
          </ac:spMkLst>
        </pc:spChg>
        <pc:spChg chg="mod">
          <ac:chgData name="Manuj Agrawal" userId="8275e378daeca5b2" providerId="LiveId" clId="{332BA2EF-6F51-4E17-845A-EA2D7E378A6C}" dt="2021-12-25T11:03:06.180" v="1853" actId="21"/>
          <ac:spMkLst>
            <pc:docMk/>
            <pc:sldMk cId="1737797681" sldId="531"/>
            <ac:spMk id="108" creationId="{99C8AB63-1E53-4D67-808A-78E9D480B7E1}"/>
          </ac:spMkLst>
        </pc:spChg>
        <pc:spChg chg="del topLvl">
          <ac:chgData name="Manuj Agrawal" userId="8275e378daeca5b2" providerId="LiveId" clId="{332BA2EF-6F51-4E17-845A-EA2D7E378A6C}" dt="2021-12-25T11:22:44.818" v="1879" actId="478"/>
          <ac:spMkLst>
            <pc:docMk/>
            <pc:sldMk cId="1737797681" sldId="531"/>
            <ac:spMk id="111" creationId="{E6A7E463-1B79-4A10-9DB9-8A39AFD84232}"/>
          </ac:spMkLst>
        </pc:spChg>
        <pc:spChg chg="mod">
          <ac:chgData name="Manuj Agrawal" userId="8275e378daeca5b2" providerId="LiveId" clId="{332BA2EF-6F51-4E17-845A-EA2D7E378A6C}" dt="2021-12-25T11:23:04.726" v="1885" actId="1076"/>
          <ac:spMkLst>
            <pc:docMk/>
            <pc:sldMk cId="1737797681" sldId="531"/>
            <ac:spMk id="113" creationId="{935DFF3E-C47D-4175-AE5A-211380CF768B}"/>
          </ac:spMkLst>
        </pc:spChg>
        <pc:grpChg chg="del">
          <ac:chgData name="Manuj Agrawal" userId="8275e378daeca5b2" providerId="LiveId" clId="{332BA2EF-6F51-4E17-845A-EA2D7E378A6C}" dt="2021-12-25T11:00:40.266" v="1817" actId="478"/>
          <ac:grpSpMkLst>
            <pc:docMk/>
            <pc:sldMk cId="1737797681" sldId="531"/>
            <ac:grpSpMk id="6" creationId="{D10D067E-0A14-4782-9C38-69383EC7EA31}"/>
          </ac:grpSpMkLst>
        </pc:grpChg>
        <pc:grpChg chg="del">
          <ac:chgData name="Manuj Agrawal" userId="8275e378daeca5b2" providerId="LiveId" clId="{332BA2EF-6F51-4E17-845A-EA2D7E378A6C}" dt="2021-12-25T11:00:40.266" v="1817" actId="478"/>
          <ac:grpSpMkLst>
            <pc:docMk/>
            <pc:sldMk cId="1737797681" sldId="531"/>
            <ac:grpSpMk id="7" creationId="{E77108A7-F384-4844-AE78-1DAE9EE03375}"/>
          </ac:grpSpMkLst>
        </pc:grpChg>
        <pc:grpChg chg="add del mod">
          <ac:chgData name="Manuj Agrawal" userId="8275e378daeca5b2" providerId="LiveId" clId="{332BA2EF-6F51-4E17-845A-EA2D7E378A6C}" dt="2021-12-25T11:22:46.091" v="1880" actId="478"/>
          <ac:grpSpMkLst>
            <pc:docMk/>
            <pc:sldMk cId="1737797681" sldId="531"/>
            <ac:grpSpMk id="52" creationId="{42977207-FFE8-4C0C-A645-1760AE9C6819}"/>
          </ac:grpSpMkLst>
        </pc:grpChg>
        <pc:grpChg chg="mod topLvl">
          <ac:chgData name="Manuj Agrawal" userId="8275e378daeca5b2" providerId="LiveId" clId="{332BA2EF-6F51-4E17-845A-EA2D7E378A6C}" dt="2021-12-25T11:25:43.456" v="1928" actId="1076"/>
          <ac:grpSpMkLst>
            <pc:docMk/>
            <pc:sldMk cId="1737797681" sldId="531"/>
            <ac:grpSpMk id="53" creationId="{889EE48E-7B47-4277-BE3D-BF0BDD30C9D3}"/>
          </ac:grpSpMkLst>
        </pc:grpChg>
        <pc:grpChg chg="del">
          <ac:chgData name="Manuj Agrawal" userId="8275e378daeca5b2" providerId="LiveId" clId="{332BA2EF-6F51-4E17-845A-EA2D7E378A6C}" dt="2021-12-25T11:00:40.266" v="1817" actId="478"/>
          <ac:grpSpMkLst>
            <pc:docMk/>
            <pc:sldMk cId="1737797681" sldId="531"/>
            <ac:grpSpMk id="75" creationId="{9DEAB9E1-23A7-43A0-86CD-ADC7D7E24C61}"/>
          </ac:grpSpMkLst>
        </pc:grpChg>
        <pc:grpChg chg="del">
          <ac:chgData name="Manuj Agrawal" userId="8275e378daeca5b2" providerId="LiveId" clId="{332BA2EF-6F51-4E17-845A-EA2D7E378A6C}" dt="2021-12-25T11:00:40.266" v="1817" actId="478"/>
          <ac:grpSpMkLst>
            <pc:docMk/>
            <pc:sldMk cId="1737797681" sldId="531"/>
            <ac:grpSpMk id="92" creationId="{67FD57FA-33E2-4601-BB0D-A923A1418C39}"/>
          </ac:grpSpMkLst>
        </pc:grpChg>
        <pc:grpChg chg="del">
          <ac:chgData name="Manuj Agrawal" userId="8275e378daeca5b2" providerId="LiveId" clId="{332BA2EF-6F51-4E17-845A-EA2D7E378A6C}" dt="2021-12-25T11:00:40.266" v="1817" actId="478"/>
          <ac:grpSpMkLst>
            <pc:docMk/>
            <pc:sldMk cId="1737797681" sldId="531"/>
            <ac:grpSpMk id="97" creationId="{004089A1-99EF-4A8E-ABB6-98EBBC8E22C9}"/>
          </ac:grpSpMkLst>
        </pc:grpChg>
        <pc:grpChg chg="del mod">
          <ac:chgData name="Manuj Agrawal" userId="8275e378daeca5b2" providerId="LiveId" clId="{332BA2EF-6F51-4E17-845A-EA2D7E378A6C}" dt="2021-12-25T11:03:14.421" v="1857" actId="478"/>
          <ac:grpSpMkLst>
            <pc:docMk/>
            <pc:sldMk cId="1737797681" sldId="531"/>
            <ac:grpSpMk id="104" creationId="{B068BAE1-CC76-4468-8AC0-6F707B232BBB}"/>
          </ac:grpSpMkLst>
        </pc:grpChg>
        <pc:grpChg chg="del mod">
          <ac:chgData name="Manuj Agrawal" userId="8275e378daeca5b2" providerId="LiveId" clId="{332BA2EF-6F51-4E17-845A-EA2D7E378A6C}" dt="2021-12-25T11:22:44.818" v="1879" actId="478"/>
          <ac:grpSpMkLst>
            <pc:docMk/>
            <pc:sldMk cId="1737797681" sldId="531"/>
            <ac:grpSpMk id="109" creationId="{F638F712-2FD5-4459-AD09-33B315D5311C}"/>
          </ac:grpSpMkLst>
        </pc:grpChg>
        <pc:grpChg chg="mod topLvl">
          <ac:chgData name="Manuj Agrawal" userId="8275e378daeca5b2" providerId="LiveId" clId="{332BA2EF-6F51-4E17-845A-EA2D7E378A6C}" dt="2021-12-25T11:25:43.456" v="1928" actId="1076"/>
          <ac:grpSpMkLst>
            <pc:docMk/>
            <pc:sldMk cId="1737797681" sldId="531"/>
            <ac:grpSpMk id="110" creationId="{BFED0687-910C-48B1-8F3F-7DADBE12E7F3}"/>
          </ac:grpSpMkLst>
        </pc:grpChg>
        <pc:picChg chg="mod">
          <ac:chgData name="Manuj Agrawal" userId="8275e378daeca5b2" providerId="LiveId" clId="{332BA2EF-6F51-4E17-845A-EA2D7E378A6C}" dt="2021-12-25T11:23:49.711" v="1893" actId="14100"/>
          <ac:picMkLst>
            <pc:docMk/>
            <pc:sldMk cId="1737797681" sldId="531"/>
            <ac:picMk id="62" creationId="{E1DFED4A-6C3D-4410-B5CE-417A49A29228}"/>
          </ac:picMkLst>
        </pc:picChg>
        <pc:picChg chg="mod">
          <ac:chgData name="Manuj Agrawal" userId="8275e378daeca5b2" providerId="LiveId" clId="{332BA2EF-6F51-4E17-845A-EA2D7E378A6C}" dt="2021-12-25T11:24:05.766" v="1900" actId="1076"/>
          <ac:picMkLst>
            <pc:docMk/>
            <pc:sldMk cId="1737797681" sldId="531"/>
            <ac:picMk id="63" creationId="{EF0B5A3E-74C5-4C99-BEA4-498B0B98C7D6}"/>
          </ac:picMkLst>
        </pc:picChg>
        <pc:picChg chg="mod">
          <ac:chgData name="Manuj Agrawal" userId="8275e378daeca5b2" providerId="LiveId" clId="{332BA2EF-6F51-4E17-845A-EA2D7E378A6C}" dt="2021-12-25T11:24:18.887" v="1910" actId="1076"/>
          <ac:picMkLst>
            <pc:docMk/>
            <pc:sldMk cId="1737797681" sldId="531"/>
            <ac:picMk id="64" creationId="{3B1E058B-5DA2-4BF4-9628-E4BA8FAF949D}"/>
          </ac:picMkLst>
        </pc:picChg>
        <pc:picChg chg="mod">
          <ac:chgData name="Manuj Agrawal" userId="8275e378daeca5b2" providerId="LiveId" clId="{332BA2EF-6F51-4E17-845A-EA2D7E378A6C}" dt="2021-12-25T11:24:21.103" v="1912" actId="1076"/>
          <ac:picMkLst>
            <pc:docMk/>
            <pc:sldMk cId="1737797681" sldId="531"/>
            <ac:picMk id="65" creationId="{21D37368-4683-4A2D-8716-19EFDB8FEFF8}"/>
          </ac:picMkLst>
        </pc:picChg>
        <pc:picChg chg="mod">
          <ac:chgData name="Manuj Agrawal" userId="8275e378daeca5b2" providerId="LiveId" clId="{332BA2EF-6F51-4E17-845A-EA2D7E378A6C}" dt="2021-12-25T11:24:14.328" v="1906" actId="1076"/>
          <ac:picMkLst>
            <pc:docMk/>
            <pc:sldMk cId="1737797681" sldId="531"/>
            <ac:picMk id="66" creationId="{CA3207FA-232C-4050-B42F-6CA53FD67FB3}"/>
          </ac:picMkLst>
        </pc:picChg>
        <pc:picChg chg="mod">
          <ac:chgData name="Manuj Agrawal" userId="8275e378daeca5b2" providerId="LiveId" clId="{332BA2EF-6F51-4E17-845A-EA2D7E378A6C}" dt="2021-12-25T11:24:18.046" v="1909" actId="1076"/>
          <ac:picMkLst>
            <pc:docMk/>
            <pc:sldMk cId="1737797681" sldId="531"/>
            <ac:picMk id="67" creationId="{A73A2D8A-487A-426C-94D6-77307BBFB09D}"/>
          </ac:picMkLst>
        </pc:picChg>
        <pc:picChg chg="mod">
          <ac:chgData name="Manuj Agrawal" userId="8275e378daeca5b2" providerId="LiveId" clId="{332BA2EF-6F51-4E17-845A-EA2D7E378A6C}" dt="2021-12-25T11:24:19.854" v="1911" actId="1076"/>
          <ac:picMkLst>
            <pc:docMk/>
            <pc:sldMk cId="1737797681" sldId="531"/>
            <ac:picMk id="68" creationId="{DF085C58-E4F7-4023-8795-92AFD88D1813}"/>
          </ac:picMkLst>
        </pc:picChg>
        <pc:picChg chg="mod">
          <ac:chgData name="Manuj Agrawal" userId="8275e378daeca5b2" providerId="LiveId" clId="{332BA2EF-6F51-4E17-845A-EA2D7E378A6C}" dt="2021-12-25T11:24:32.614" v="1919" actId="1076"/>
          <ac:picMkLst>
            <pc:docMk/>
            <pc:sldMk cId="1737797681" sldId="531"/>
            <ac:picMk id="79" creationId="{7A4C4D0C-5742-4635-8758-D350FB6947EF}"/>
          </ac:picMkLst>
        </pc:picChg>
        <pc:picChg chg="mod">
          <ac:chgData name="Manuj Agrawal" userId="8275e378daeca5b2" providerId="LiveId" clId="{332BA2EF-6F51-4E17-845A-EA2D7E378A6C}" dt="2021-12-25T11:24:39.398" v="1922" actId="1076"/>
          <ac:picMkLst>
            <pc:docMk/>
            <pc:sldMk cId="1737797681" sldId="531"/>
            <ac:picMk id="80" creationId="{878CEC2D-CDEE-4DA1-BDF7-D908836DBFFC}"/>
          </ac:picMkLst>
        </pc:picChg>
        <pc:picChg chg="mod">
          <ac:chgData name="Manuj Agrawal" userId="8275e378daeca5b2" providerId="LiveId" clId="{332BA2EF-6F51-4E17-845A-EA2D7E378A6C}" dt="2021-12-25T11:24:36.207" v="1920" actId="1076"/>
          <ac:picMkLst>
            <pc:docMk/>
            <pc:sldMk cId="1737797681" sldId="531"/>
            <ac:picMk id="81" creationId="{1F1028D5-3355-4247-B8CE-7B15F1D478B2}"/>
          </ac:picMkLst>
        </pc:picChg>
      </pc:sldChg>
      <pc:sldChg chg="addSp delSp modSp del mod">
        <pc:chgData name="Manuj Agrawal" userId="8275e378daeca5b2" providerId="LiveId" clId="{332BA2EF-6F51-4E17-845A-EA2D7E378A6C}" dt="2021-12-25T09:35:21.764" v="541" actId="47"/>
        <pc:sldMkLst>
          <pc:docMk/>
          <pc:sldMk cId="2701607129" sldId="532"/>
        </pc:sldMkLst>
        <pc:spChg chg="add del mod">
          <ac:chgData name="Manuj Agrawal" userId="8275e378daeca5b2" providerId="LiveId" clId="{332BA2EF-6F51-4E17-845A-EA2D7E378A6C}" dt="2021-12-25T09:35:16.099" v="540" actId="478"/>
          <ac:spMkLst>
            <pc:docMk/>
            <pc:sldMk cId="2701607129" sldId="532"/>
            <ac:spMk id="6" creationId="{1336A492-814E-4D4F-91F5-01B701D691BA}"/>
          </ac:spMkLst>
        </pc:spChg>
        <pc:spChg chg="mod topLvl">
          <ac:chgData name="Manuj Agrawal" userId="8275e378daeca5b2" providerId="LiveId" clId="{332BA2EF-6F51-4E17-845A-EA2D7E378A6C}" dt="2021-12-25T09:32:15.896" v="494" actId="1076"/>
          <ac:spMkLst>
            <pc:docMk/>
            <pc:sldMk cId="2701607129" sldId="532"/>
            <ac:spMk id="41" creationId="{DBA8DA89-A2DC-4811-BE66-3F572C77600A}"/>
          </ac:spMkLst>
        </pc:spChg>
        <pc:spChg chg="mod topLvl">
          <ac:chgData name="Manuj Agrawal" userId="8275e378daeca5b2" providerId="LiveId" clId="{332BA2EF-6F51-4E17-845A-EA2D7E378A6C}" dt="2021-12-25T09:31:15.734" v="486" actId="164"/>
          <ac:spMkLst>
            <pc:docMk/>
            <pc:sldMk cId="2701607129" sldId="532"/>
            <ac:spMk id="42" creationId="{EAC7E137-F1E1-46D8-8573-4FD0D4F2B8B6}"/>
          </ac:spMkLst>
        </pc:spChg>
        <pc:spChg chg="mod">
          <ac:chgData name="Manuj Agrawal" userId="8275e378daeca5b2" providerId="LiveId" clId="{332BA2EF-6F51-4E17-845A-EA2D7E378A6C}" dt="2021-12-25T09:25:32.012" v="338" actId="404"/>
          <ac:spMkLst>
            <pc:docMk/>
            <pc:sldMk cId="2701607129" sldId="532"/>
            <ac:spMk id="43" creationId="{85EF82CE-87B7-4E23-B6A8-B72CEA821AF5}"/>
          </ac:spMkLst>
        </pc:spChg>
        <pc:spChg chg="mod topLvl">
          <ac:chgData name="Manuj Agrawal" userId="8275e378daeca5b2" providerId="LiveId" clId="{332BA2EF-6F51-4E17-845A-EA2D7E378A6C}" dt="2021-12-25T09:31:15.734" v="486" actId="164"/>
          <ac:spMkLst>
            <pc:docMk/>
            <pc:sldMk cId="2701607129" sldId="532"/>
            <ac:spMk id="44" creationId="{A657A54D-A2BB-42CF-81A0-6C75EF15E312}"/>
          </ac:spMkLst>
        </pc:spChg>
        <pc:spChg chg="mod topLvl">
          <ac:chgData name="Manuj Agrawal" userId="8275e378daeca5b2" providerId="LiveId" clId="{332BA2EF-6F51-4E17-845A-EA2D7E378A6C}" dt="2021-12-25T09:31:15.734" v="486" actId="164"/>
          <ac:spMkLst>
            <pc:docMk/>
            <pc:sldMk cId="2701607129" sldId="532"/>
            <ac:spMk id="46" creationId="{419AF430-7E9A-4E68-AC45-51AFBF68640E}"/>
          </ac:spMkLst>
        </pc:spChg>
        <pc:spChg chg="add del mod">
          <ac:chgData name="Manuj Agrawal" userId="8275e378daeca5b2" providerId="LiveId" clId="{332BA2EF-6F51-4E17-845A-EA2D7E378A6C}" dt="2021-12-25T09:24:30.748" v="325" actId="478"/>
          <ac:spMkLst>
            <pc:docMk/>
            <pc:sldMk cId="2701607129" sldId="532"/>
            <ac:spMk id="48" creationId="{1669E5D0-B12E-4A8A-9063-B1CED0D10722}"/>
          </ac:spMkLst>
        </pc:spChg>
        <pc:spChg chg="add mod">
          <ac:chgData name="Manuj Agrawal" userId="8275e378daeca5b2" providerId="LiveId" clId="{332BA2EF-6F51-4E17-845A-EA2D7E378A6C}" dt="2021-12-25T09:32:20.110" v="495" actId="1076"/>
          <ac:spMkLst>
            <pc:docMk/>
            <pc:sldMk cId="2701607129" sldId="532"/>
            <ac:spMk id="49" creationId="{5B67704F-DC99-406A-8EB8-22E3C8D5C374}"/>
          </ac:spMkLst>
        </pc:spChg>
        <pc:spChg chg="add mod">
          <ac:chgData name="Manuj Agrawal" userId="8275e378daeca5b2" providerId="LiveId" clId="{332BA2EF-6F51-4E17-845A-EA2D7E378A6C}" dt="2021-12-25T09:32:15.896" v="494" actId="1076"/>
          <ac:spMkLst>
            <pc:docMk/>
            <pc:sldMk cId="2701607129" sldId="532"/>
            <ac:spMk id="50" creationId="{3A6FAA2C-5D39-4C9A-810F-8C30965EFCF8}"/>
          </ac:spMkLst>
        </pc:spChg>
        <pc:spChg chg="add mod">
          <ac:chgData name="Manuj Agrawal" userId="8275e378daeca5b2" providerId="LiveId" clId="{332BA2EF-6F51-4E17-845A-EA2D7E378A6C}" dt="2021-12-25T09:32:15.896" v="494" actId="1076"/>
          <ac:spMkLst>
            <pc:docMk/>
            <pc:sldMk cId="2701607129" sldId="532"/>
            <ac:spMk id="51" creationId="{455EDAE7-D83D-43AE-945E-A055E7D80E2A}"/>
          </ac:spMkLst>
        </pc:spChg>
        <pc:spChg chg="add del mod">
          <ac:chgData name="Manuj Agrawal" userId="8275e378daeca5b2" providerId="LiveId" clId="{332BA2EF-6F51-4E17-845A-EA2D7E378A6C}" dt="2021-12-25T09:28:45.855" v="447"/>
          <ac:spMkLst>
            <pc:docMk/>
            <pc:sldMk cId="2701607129" sldId="532"/>
            <ac:spMk id="52" creationId="{BB843669-F3EA-400A-B7E9-AC949FBAECE2}"/>
          </ac:spMkLst>
        </pc:spChg>
        <pc:spChg chg="add del mod">
          <ac:chgData name="Manuj Agrawal" userId="8275e378daeca5b2" providerId="LiveId" clId="{332BA2EF-6F51-4E17-845A-EA2D7E378A6C}" dt="2021-12-25T09:29:06.522" v="453" actId="478"/>
          <ac:spMkLst>
            <pc:docMk/>
            <pc:sldMk cId="2701607129" sldId="532"/>
            <ac:spMk id="54" creationId="{C2587CFA-2BEC-4BE1-B647-2E3AA0890BB7}"/>
          </ac:spMkLst>
        </pc:spChg>
        <pc:spChg chg="add mod ord">
          <ac:chgData name="Manuj Agrawal" userId="8275e378daeca5b2" providerId="LiveId" clId="{332BA2EF-6F51-4E17-845A-EA2D7E378A6C}" dt="2021-12-25T09:31:15.734" v="486" actId="164"/>
          <ac:spMkLst>
            <pc:docMk/>
            <pc:sldMk cId="2701607129" sldId="532"/>
            <ac:spMk id="55" creationId="{7527B5EA-AA0C-4E6D-8632-95F48C0D8A89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60" creationId="{33A08060-AB9E-4391-A073-8D2A8DBD1079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76" creationId="{12D62D5B-3AA6-40F9-86CF-FFAFF3404608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78" creationId="{034B9367-BAC7-4B57-B58A-4DB4B0827AB2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94" creationId="{13DAFD97-1C23-4353-A2AE-B6EB3CC61A2B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95" creationId="{105880D8-7C93-4D48-BF88-DD4D0F672FB0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96" creationId="{9A9E9846-0067-49C6-AD28-B15C7B1041A5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97" creationId="{294163C9-05E8-40FC-BEC4-5C2276263665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99" creationId="{940FC89E-3082-4F22-AAC3-B9564FEB0973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100" creationId="{8D1C9AB4-7FBA-4C1E-AF6F-9EAF3BD6557B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101" creationId="{EF67A1D3-60EE-45E1-A234-AFFB465AF389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102" creationId="{D02FEE64-9E09-4DE8-8456-7CD21B803AE9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103" creationId="{6CB3AC1A-2980-41B5-9667-1BA05FD8013C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137" creationId="{F1DEFC81-154B-4863-BF88-F9BA18B1E36F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138" creationId="{4ACE7E4E-BA17-4B51-AC2A-9A9C69BCFE40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139" creationId="{540EECAE-831B-4CB6-8459-98E4AB841422}"/>
          </ac:spMkLst>
        </pc:spChg>
        <pc:spChg chg="mod topLvl">
          <ac:chgData name="Manuj Agrawal" userId="8275e378daeca5b2" providerId="LiveId" clId="{332BA2EF-6F51-4E17-845A-EA2D7E378A6C}" dt="2021-12-25T09:31:15.734" v="486" actId="164"/>
          <ac:spMkLst>
            <pc:docMk/>
            <pc:sldMk cId="2701607129" sldId="532"/>
            <ac:spMk id="140" creationId="{9686278A-6492-4F9B-B30F-E88C04126888}"/>
          </ac:spMkLst>
        </pc:spChg>
        <pc:spChg chg="mod topLvl">
          <ac:chgData name="Manuj Agrawal" userId="8275e378daeca5b2" providerId="LiveId" clId="{332BA2EF-6F51-4E17-845A-EA2D7E378A6C}" dt="2021-12-25T09:32:15.896" v="494" actId="1076"/>
          <ac:spMkLst>
            <pc:docMk/>
            <pc:sldMk cId="2701607129" sldId="532"/>
            <ac:spMk id="143" creationId="{0730F525-FF3D-46B5-8A33-EBE17783189A}"/>
          </ac:spMkLst>
        </pc:spChg>
        <pc:spChg chg="mod topLvl">
          <ac:chgData name="Manuj Agrawal" userId="8275e378daeca5b2" providerId="LiveId" clId="{332BA2EF-6F51-4E17-845A-EA2D7E378A6C}" dt="2021-12-25T09:31:15.734" v="486" actId="164"/>
          <ac:spMkLst>
            <pc:docMk/>
            <pc:sldMk cId="2701607129" sldId="532"/>
            <ac:spMk id="145" creationId="{A4D7F0FC-1886-48E4-A312-A1343828A359}"/>
          </ac:spMkLst>
        </pc:spChg>
        <pc:spChg chg="mod">
          <ac:chgData name="Manuj Agrawal" userId="8275e378daeca5b2" providerId="LiveId" clId="{332BA2EF-6F51-4E17-845A-EA2D7E378A6C}" dt="2021-12-25T09:32:24.949" v="496" actId="1076"/>
          <ac:spMkLst>
            <pc:docMk/>
            <pc:sldMk cId="2701607129" sldId="532"/>
            <ac:spMk id="146" creationId="{DAA1ECE5-1DC4-4C02-86B4-FD10593EBAC1}"/>
          </ac:spMkLst>
        </pc:spChg>
        <pc:spChg chg="mod topLvl">
          <ac:chgData name="Manuj Agrawal" userId="8275e378daeca5b2" providerId="LiveId" clId="{332BA2EF-6F51-4E17-845A-EA2D7E378A6C}" dt="2021-12-25T09:32:15.896" v="494" actId="1076"/>
          <ac:spMkLst>
            <pc:docMk/>
            <pc:sldMk cId="2701607129" sldId="532"/>
            <ac:spMk id="147" creationId="{62CDDC15-3661-4D9E-A154-4C5C128383CD}"/>
          </ac:spMkLst>
        </pc:spChg>
        <pc:grpChg chg="add del 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2" creationId="{64E08321-826C-4A79-9F44-C9F63037CE83}"/>
          </ac:grpSpMkLst>
        </pc:grpChg>
        <pc:grpChg chg="add del mod">
          <ac:chgData name="Manuj Agrawal" userId="8275e378daeca5b2" providerId="LiveId" clId="{332BA2EF-6F51-4E17-845A-EA2D7E378A6C}" dt="2021-12-25T09:29:22.608" v="457" actId="165"/>
          <ac:grpSpMkLst>
            <pc:docMk/>
            <pc:sldMk cId="2701607129" sldId="532"/>
            <ac:grpSpMk id="4" creationId="{058313C2-D6D4-4FC3-BCB5-7CB961BDD901}"/>
          </ac:grpSpMkLst>
        </pc:grpChg>
        <pc:grpChg chg="add mod">
          <ac:chgData name="Manuj Agrawal" userId="8275e378daeca5b2" providerId="LiveId" clId="{332BA2EF-6F51-4E17-845A-EA2D7E378A6C}" dt="2021-12-25T09:32:15.896" v="494" actId="1076"/>
          <ac:grpSpMkLst>
            <pc:docMk/>
            <pc:sldMk cId="2701607129" sldId="532"/>
            <ac:grpSpMk id="5" creationId="{22F892C4-CF78-4F89-88A0-F9429C166C3A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7" creationId="{8EA8B7DE-6DA0-4DC0-AB9D-14D7E5C013BB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10" creationId="{1C2FB745-52D9-4A0C-85F9-7AB81C49420F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11" creationId="{50A97D76-B9E8-45A6-B69A-6FF7E0CA926F}"/>
          </ac:grpSpMkLst>
        </pc:grpChg>
        <pc:grpChg chg="mod topLvl">
          <ac:chgData name="Manuj Agrawal" userId="8275e378daeca5b2" providerId="LiveId" clId="{332BA2EF-6F51-4E17-845A-EA2D7E378A6C}" dt="2021-12-25T09:32:15.896" v="494" actId="1076"/>
          <ac:grpSpMkLst>
            <pc:docMk/>
            <pc:sldMk cId="2701607129" sldId="532"/>
            <ac:grpSpMk id="12" creationId="{8200B252-07F5-437F-9094-E9C5DB887A5F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53" creationId="{EAF106A2-8F05-47DB-894B-A09493DDB156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58" creationId="{8E7D132B-B52E-417A-A24C-9E5C98CEB677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62" creationId="{DE9674E7-F96C-4386-B907-5AE249DCD39F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63" creationId="{8D3BA3CF-8F64-49CE-B3FF-0989202D80DD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73" creationId="{6D61F148-EB1B-44C0-B475-C61534E20FCC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110" creationId="{3A81A663-1CDB-45E2-8486-FAB57EB53B2D}"/>
          </ac:grpSpMkLst>
        </pc:grpChg>
        <pc:picChg chg="mod">
          <ac:chgData name="Manuj Agrawal" userId="8275e378daeca5b2" providerId="LiveId" clId="{332BA2EF-6F51-4E17-845A-EA2D7E378A6C}" dt="2021-12-25T09:24:59.418" v="332" actId="165"/>
          <ac:picMkLst>
            <pc:docMk/>
            <pc:sldMk cId="2701607129" sldId="532"/>
            <ac:picMk id="3" creationId="{33C3C2D5-BA8C-45F6-8C70-8BB51D980F14}"/>
          </ac:picMkLst>
        </pc:picChg>
        <pc:picChg chg="mod">
          <ac:chgData name="Manuj Agrawal" userId="8275e378daeca5b2" providerId="LiveId" clId="{332BA2EF-6F51-4E17-845A-EA2D7E378A6C}" dt="2021-12-25T09:32:15.896" v="494" actId="1076"/>
          <ac:picMkLst>
            <pc:docMk/>
            <pc:sldMk cId="2701607129" sldId="532"/>
            <ac:picMk id="45" creationId="{C7BDA774-0293-4DDF-B88D-A276BE663046}"/>
          </ac:picMkLst>
        </pc:picChg>
        <pc:picChg chg="mod">
          <ac:chgData name="Manuj Agrawal" userId="8275e378daeca5b2" providerId="LiveId" clId="{332BA2EF-6F51-4E17-845A-EA2D7E378A6C}" dt="2021-12-25T09:32:15.896" v="494" actId="1076"/>
          <ac:picMkLst>
            <pc:docMk/>
            <pc:sldMk cId="2701607129" sldId="532"/>
            <ac:picMk id="47" creationId="{C74F393A-7C78-4E7A-82CF-39789A78D304}"/>
          </ac:picMkLst>
        </pc:picChg>
        <pc:picChg chg="mod">
          <ac:chgData name="Manuj Agrawal" userId="8275e378daeca5b2" providerId="LiveId" clId="{332BA2EF-6F51-4E17-845A-EA2D7E378A6C}" dt="2021-12-25T09:24:59.418" v="332" actId="165"/>
          <ac:picMkLst>
            <pc:docMk/>
            <pc:sldMk cId="2701607129" sldId="532"/>
            <ac:picMk id="142" creationId="{4F480740-D90E-4CFC-BB3B-0CD28DE02817}"/>
          </ac:picMkLst>
        </pc:picChg>
        <pc:cxnChg chg="mod">
          <ac:chgData name="Manuj Agrawal" userId="8275e378daeca5b2" providerId="LiveId" clId="{332BA2EF-6F51-4E17-845A-EA2D7E378A6C}" dt="2021-12-25T09:24:59.418" v="332" actId="165"/>
          <ac:cxnSpMkLst>
            <pc:docMk/>
            <pc:sldMk cId="2701607129" sldId="532"/>
            <ac:cxnSpMk id="115" creationId="{379C1F61-62F3-4164-8764-F90ADC8EACA6}"/>
          </ac:cxnSpMkLst>
        </pc:cxnChg>
        <pc:cxnChg chg="mod">
          <ac:chgData name="Manuj Agrawal" userId="8275e378daeca5b2" providerId="LiveId" clId="{332BA2EF-6F51-4E17-845A-EA2D7E378A6C}" dt="2021-12-25T09:24:59.418" v="332" actId="165"/>
          <ac:cxnSpMkLst>
            <pc:docMk/>
            <pc:sldMk cId="2701607129" sldId="532"/>
            <ac:cxnSpMk id="116" creationId="{A0A21283-DDAE-46BA-847A-2ECD2FD8E10A}"/>
          </ac:cxnSpMkLst>
        </pc:cxnChg>
      </pc:sldChg>
      <pc:sldChg chg="addSp modSp mod">
        <pc:chgData name="Manuj Agrawal" userId="8275e378daeca5b2" providerId="LiveId" clId="{332BA2EF-6F51-4E17-845A-EA2D7E378A6C}" dt="2021-12-25T12:12:48.134" v="2494" actId="20577"/>
        <pc:sldMkLst>
          <pc:docMk/>
          <pc:sldMk cId="1146830387" sldId="541"/>
        </pc:sldMkLst>
        <pc:spChg chg="add mod">
          <ac:chgData name="Manuj Agrawal" userId="8275e378daeca5b2" providerId="LiveId" clId="{332BA2EF-6F51-4E17-845A-EA2D7E378A6C}" dt="2021-12-25T10:41:54.027" v="1734" actId="1076"/>
          <ac:spMkLst>
            <pc:docMk/>
            <pc:sldMk cId="1146830387" sldId="541"/>
            <ac:spMk id="13" creationId="{ABBD351F-C305-45C6-9FDD-B4CBC3D6FF41}"/>
          </ac:spMkLst>
        </pc:spChg>
        <pc:spChg chg="mod">
          <ac:chgData name="Manuj Agrawal" userId="8275e378daeca5b2" providerId="LiveId" clId="{332BA2EF-6F51-4E17-845A-EA2D7E378A6C}" dt="2021-12-25T12:12:48.134" v="2494" actId="20577"/>
          <ac:spMkLst>
            <pc:docMk/>
            <pc:sldMk cId="1146830387" sldId="541"/>
            <ac:spMk id="37" creationId="{42B42F82-AEC2-4464-889B-1A93FAE34CFE}"/>
          </ac:spMkLst>
        </pc:spChg>
        <pc:graphicFrameChg chg="mod modGraphic">
          <ac:chgData name="Manuj Agrawal" userId="8275e378daeca5b2" providerId="LiveId" clId="{332BA2EF-6F51-4E17-845A-EA2D7E378A6C}" dt="2021-12-25T08:58:29.496" v="14" actId="1076"/>
          <ac:graphicFrameMkLst>
            <pc:docMk/>
            <pc:sldMk cId="1146830387" sldId="541"/>
            <ac:graphicFrameMk id="9" creationId="{26E5A1B9-A8D1-47DB-A261-8C73C3BA00CF}"/>
          </ac:graphicFrameMkLst>
        </pc:graphicFrameChg>
      </pc:sldChg>
      <pc:sldChg chg="addSp delSp modSp mod">
        <pc:chgData name="Manuj Agrawal" userId="8275e378daeca5b2" providerId="LiveId" clId="{332BA2EF-6F51-4E17-845A-EA2D7E378A6C}" dt="2021-12-25T12:07:10.577" v="2380" actId="1038"/>
        <pc:sldMkLst>
          <pc:docMk/>
          <pc:sldMk cId="1316161972" sldId="542"/>
        </pc:sldMkLst>
        <pc:spChg chg="mod">
          <ac:chgData name="Manuj Agrawal" userId="8275e378daeca5b2" providerId="LiveId" clId="{332BA2EF-6F51-4E17-845A-EA2D7E378A6C}" dt="2021-12-25T10:27:54.457" v="1417" actId="1076"/>
          <ac:spMkLst>
            <pc:docMk/>
            <pc:sldMk cId="1316161972" sldId="542"/>
            <ac:spMk id="39" creationId="{5C3D40EA-B239-4229-8507-5450DD9046A1}"/>
          </ac:spMkLst>
        </pc:spChg>
        <pc:spChg chg="mod">
          <ac:chgData name="Manuj Agrawal" userId="8275e378daeca5b2" providerId="LiveId" clId="{332BA2EF-6F51-4E17-845A-EA2D7E378A6C}" dt="2021-12-25T09:50:29.598" v="807" actId="165"/>
          <ac:spMkLst>
            <pc:docMk/>
            <pc:sldMk cId="1316161972" sldId="542"/>
            <ac:spMk id="46" creationId="{24BB6A65-A7A1-4208-8A63-7D295ADC25C5}"/>
          </ac:spMkLst>
        </pc:spChg>
        <pc:spChg chg="mod topLvl">
          <ac:chgData name="Manuj Agrawal" userId="8275e378daeca5b2" providerId="LiveId" clId="{332BA2EF-6F51-4E17-845A-EA2D7E378A6C}" dt="2021-12-25T11:38:55.416" v="2115" actId="1076"/>
          <ac:spMkLst>
            <pc:docMk/>
            <pc:sldMk cId="1316161972" sldId="542"/>
            <ac:spMk id="48" creationId="{07A46A93-7AD0-4D68-B818-26632908A698}"/>
          </ac:spMkLst>
        </pc:spChg>
        <pc:spChg chg="mod">
          <ac:chgData name="Manuj Agrawal" userId="8275e378daeca5b2" providerId="LiveId" clId="{332BA2EF-6F51-4E17-845A-EA2D7E378A6C}" dt="2021-12-25T09:50:29.598" v="807" actId="165"/>
          <ac:spMkLst>
            <pc:docMk/>
            <pc:sldMk cId="1316161972" sldId="542"/>
            <ac:spMk id="53" creationId="{5DF48541-2872-4431-9E18-448881EAB458}"/>
          </ac:spMkLst>
        </pc:spChg>
        <pc:spChg chg="mod topLvl">
          <ac:chgData name="Manuj Agrawal" userId="8275e378daeca5b2" providerId="LiveId" clId="{332BA2EF-6F51-4E17-845A-EA2D7E378A6C}" dt="2021-12-25T11:39:04.008" v="2116" actId="1076"/>
          <ac:spMkLst>
            <pc:docMk/>
            <pc:sldMk cId="1316161972" sldId="542"/>
            <ac:spMk id="54" creationId="{560FB32C-3B60-4F89-8FE1-B0E9999FA560}"/>
          </ac:spMkLst>
        </pc:spChg>
        <pc:spChg chg="mod topLvl">
          <ac:chgData name="Manuj Agrawal" userId="8275e378daeca5b2" providerId="LiveId" clId="{332BA2EF-6F51-4E17-845A-EA2D7E378A6C}" dt="2021-12-25T11:37:35.362" v="2109" actId="165"/>
          <ac:spMkLst>
            <pc:docMk/>
            <pc:sldMk cId="1316161972" sldId="542"/>
            <ac:spMk id="59" creationId="{0CB50AB1-ED75-406B-BE0B-B6F99F0727EF}"/>
          </ac:spMkLst>
        </pc:spChg>
        <pc:spChg chg="mod">
          <ac:chgData name="Manuj Agrawal" userId="8275e378daeca5b2" providerId="LiveId" clId="{332BA2EF-6F51-4E17-845A-EA2D7E378A6C}" dt="2021-12-25T11:37:35.362" v="2109" actId="165"/>
          <ac:spMkLst>
            <pc:docMk/>
            <pc:sldMk cId="1316161972" sldId="542"/>
            <ac:spMk id="60" creationId="{91303CD3-62FD-4D70-9375-3611F9F11ECC}"/>
          </ac:spMkLst>
        </pc:spChg>
        <pc:spChg chg="mod topLvl">
          <ac:chgData name="Manuj Agrawal" userId="8275e378daeca5b2" providerId="LiveId" clId="{332BA2EF-6F51-4E17-845A-EA2D7E378A6C}" dt="2021-12-25T11:39:13.954" v="2118" actId="165"/>
          <ac:spMkLst>
            <pc:docMk/>
            <pc:sldMk cId="1316161972" sldId="542"/>
            <ac:spMk id="64" creationId="{8FDBB07F-92FE-4874-A085-2862B65B52DA}"/>
          </ac:spMkLst>
        </pc:spChg>
        <pc:spChg chg="mod">
          <ac:chgData name="Manuj Agrawal" userId="8275e378daeca5b2" providerId="LiveId" clId="{332BA2EF-6F51-4E17-845A-EA2D7E378A6C}" dt="2021-12-25T11:39:13.954" v="2118" actId="165"/>
          <ac:spMkLst>
            <pc:docMk/>
            <pc:sldMk cId="1316161972" sldId="542"/>
            <ac:spMk id="65" creationId="{B4F605A6-CA08-47F2-B0A6-8FEA14B15CF5}"/>
          </ac:spMkLst>
        </pc:spChg>
        <pc:spChg chg="mod topLvl">
          <ac:chgData name="Manuj Agrawal" userId="8275e378daeca5b2" providerId="LiveId" clId="{332BA2EF-6F51-4E17-845A-EA2D7E378A6C}" dt="2021-12-25T12:06:18.450" v="2378" actId="20577"/>
          <ac:spMkLst>
            <pc:docMk/>
            <pc:sldMk cId="1316161972" sldId="542"/>
            <ac:spMk id="67" creationId="{94E64F28-29E4-4A49-BA01-D3717058AA3E}"/>
          </ac:spMkLst>
        </pc:spChg>
        <pc:spChg chg="mod topLvl">
          <ac:chgData name="Manuj Agrawal" userId="8275e378daeca5b2" providerId="LiveId" clId="{332BA2EF-6F51-4E17-845A-EA2D7E378A6C}" dt="2021-12-25T10:56:24.175" v="1794" actId="2711"/>
          <ac:spMkLst>
            <pc:docMk/>
            <pc:sldMk cId="1316161972" sldId="542"/>
            <ac:spMk id="68" creationId="{5BE7B6A3-79F6-470F-89AC-7BA31B7B6379}"/>
          </ac:spMkLst>
        </pc:spChg>
        <pc:spChg chg="mod topLvl">
          <ac:chgData name="Manuj Agrawal" userId="8275e378daeca5b2" providerId="LiveId" clId="{332BA2EF-6F51-4E17-845A-EA2D7E378A6C}" dt="2021-12-25T12:05:42.715" v="2359" actId="20577"/>
          <ac:spMkLst>
            <pc:docMk/>
            <pc:sldMk cId="1316161972" sldId="542"/>
            <ac:spMk id="69" creationId="{A7E7E804-C497-43D7-88C6-AE98C0F3B89C}"/>
          </ac:spMkLst>
        </pc:spChg>
        <pc:spChg chg="mod topLvl">
          <ac:chgData name="Manuj Agrawal" userId="8275e378daeca5b2" providerId="LiveId" clId="{332BA2EF-6F51-4E17-845A-EA2D7E378A6C}" dt="2021-12-25T11:39:13.954" v="2118" actId="165"/>
          <ac:spMkLst>
            <pc:docMk/>
            <pc:sldMk cId="1316161972" sldId="542"/>
            <ac:spMk id="70" creationId="{4E2ED473-7EC3-400B-B8F3-848D7908ED7D}"/>
          </ac:spMkLst>
        </pc:spChg>
        <pc:grpChg chg="add mod">
          <ac:chgData name="Manuj Agrawal" userId="8275e378daeca5b2" providerId="LiveId" clId="{332BA2EF-6F51-4E17-845A-EA2D7E378A6C}" dt="2021-12-25T12:07:06.901" v="2379" actId="1038"/>
          <ac:grpSpMkLst>
            <pc:docMk/>
            <pc:sldMk cId="1316161972" sldId="542"/>
            <ac:grpSpMk id="6" creationId="{8F824905-1B28-42EF-AD9B-4DF2FD16EF6C}"/>
          </ac:grpSpMkLst>
        </pc:grpChg>
        <pc:grpChg chg="add del mod">
          <ac:chgData name="Manuj Agrawal" userId="8275e378daeca5b2" providerId="LiveId" clId="{332BA2EF-6F51-4E17-845A-EA2D7E378A6C}" dt="2021-12-25T11:37:35.362" v="2109" actId="165"/>
          <ac:grpSpMkLst>
            <pc:docMk/>
            <pc:sldMk cId="1316161972" sldId="542"/>
            <ac:grpSpMk id="8" creationId="{4825D9E7-CD99-482A-92B7-0D6D3F70E745}"/>
          </ac:grpSpMkLst>
        </pc:grpChg>
        <pc:grpChg chg="add del mod">
          <ac:chgData name="Manuj Agrawal" userId="8275e378daeca5b2" providerId="LiveId" clId="{332BA2EF-6F51-4E17-845A-EA2D7E378A6C}" dt="2021-12-25T11:39:13.954" v="2118" actId="165"/>
          <ac:grpSpMkLst>
            <pc:docMk/>
            <pc:sldMk cId="1316161972" sldId="542"/>
            <ac:grpSpMk id="9" creationId="{77457178-0166-459D-A883-5A6465801317}"/>
          </ac:grpSpMkLst>
        </pc:grpChg>
        <pc:grpChg chg="add mod">
          <ac:chgData name="Manuj Agrawal" userId="8275e378daeca5b2" providerId="LiveId" clId="{332BA2EF-6F51-4E17-845A-EA2D7E378A6C}" dt="2021-12-25T12:07:10.577" v="2380" actId="1038"/>
          <ac:grpSpMkLst>
            <pc:docMk/>
            <pc:sldMk cId="1316161972" sldId="542"/>
            <ac:grpSpMk id="10" creationId="{00A6A403-D49D-476A-8460-E0DE41295472}"/>
          </ac:grpSpMkLst>
        </pc:grpChg>
        <pc:grpChg chg="mod topLvl">
          <ac:chgData name="Manuj Agrawal" userId="8275e378daeca5b2" providerId="LiveId" clId="{332BA2EF-6F51-4E17-845A-EA2D7E378A6C}" dt="2021-12-25T11:39:21.625" v="2119" actId="1076"/>
          <ac:grpSpMkLst>
            <pc:docMk/>
            <pc:sldMk cId="1316161972" sldId="542"/>
            <ac:grpSpMk id="17" creationId="{0684C6F7-A1C9-4CBA-848D-8B2BE5976375}"/>
          </ac:grpSpMkLst>
        </pc:grpChg>
        <pc:grpChg chg="mod topLvl">
          <ac:chgData name="Manuj Agrawal" userId="8275e378daeca5b2" providerId="LiveId" clId="{332BA2EF-6F51-4E17-845A-EA2D7E378A6C}" dt="2021-12-25T09:50:39.925" v="809" actId="164"/>
          <ac:grpSpMkLst>
            <pc:docMk/>
            <pc:sldMk cId="1316161972" sldId="542"/>
            <ac:grpSpMk id="18" creationId="{55F81264-890E-4C9A-9314-273C5236FE7F}"/>
          </ac:grpSpMkLst>
        </pc:grpChg>
        <pc:grpChg chg="del mod">
          <ac:chgData name="Manuj Agrawal" userId="8275e378daeca5b2" providerId="LiveId" clId="{332BA2EF-6F51-4E17-845A-EA2D7E378A6C}" dt="2021-12-25T09:50:34.589" v="808" actId="165"/>
          <ac:grpSpMkLst>
            <pc:docMk/>
            <pc:sldMk cId="1316161972" sldId="542"/>
            <ac:grpSpMk id="21" creationId="{89EA864D-0EEF-499D-9E15-34F0142F430C}"/>
          </ac:grpSpMkLst>
        </pc:grpChg>
        <pc:grpChg chg="del mod">
          <ac:chgData name="Manuj Agrawal" userId="8275e378daeca5b2" providerId="LiveId" clId="{332BA2EF-6F51-4E17-845A-EA2D7E378A6C}" dt="2021-12-25T09:50:29.598" v="807" actId="165"/>
          <ac:grpSpMkLst>
            <pc:docMk/>
            <pc:sldMk cId="1316161972" sldId="542"/>
            <ac:grpSpMk id="22" creationId="{7F954F0B-BE3A-49AB-9C63-88B5CEFAE670}"/>
          </ac:grpSpMkLst>
        </pc:grpChg>
        <pc:grpChg chg="mod topLvl">
          <ac:chgData name="Manuj Agrawal" userId="8275e378daeca5b2" providerId="LiveId" clId="{332BA2EF-6F51-4E17-845A-EA2D7E378A6C}" dt="2021-12-25T10:02:15.676" v="829" actId="164"/>
          <ac:grpSpMkLst>
            <pc:docMk/>
            <pc:sldMk cId="1316161972" sldId="542"/>
            <ac:grpSpMk id="45" creationId="{C8461DAF-B6E6-42FE-B17C-87440967E7AE}"/>
          </ac:grpSpMkLst>
        </pc:grpChg>
        <pc:grpChg chg="mod topLvl">
          <ac:chgData name="Manuj Agrawal" userId="8275e378daeca5b2" providerId="LiveId" clId="{332BA2EF-6F51-4E17-845A-EA2D7E378A6C}" dt="2021-12-25T11:39:39.745" v="2122" actId="1076"/>
          <ac:grpSpMkLst>
            <pc:docMk/>
            <pc:sldMk cId="1316161972" sldId="542"/>
            <ac:grpSpMk id="58" creationId="{1E169A29-D66E-4ADE-8B5E-2F2CE31B6589}"/>
          </ac:grpSpMkLst>
        </pc:grpChg>
        <pc:picChg chg="mod">
          <ac:chgData name="Manuj Agrawal" userId="8275e378daeca5b2" providerId="LiveId" clId="{332BA2EF-6F51-4E17-845A-EA2D7E378A6C}" dt="2021-12-25T11:39:13.954" v="2118" actId="165"/>
          <ac:picMkLst>
            <pc:docMk/>
            <pc:sldMk cId="1316161972" sldId="542"/>
            <ac:picMk id="7" creationId="{D0334C73-2D5E-459A-946D-A572A1481B63}"/>
          </ac:picMkLst>
        </pc:picChg>
        <pc:picChg chg="mod">
          <ac:chgData name="Manuj Agrawal" userId="8275e378daeca5b2" providerId="LiveId" clId="{332BA2EF-6F51-4E17-845A-EA2D7E378A6C}" dt="2021-12-25T09:50:29.598" v="807" actId="165"/>
          <ac:picMkLst>
            <pc:docMk/>
            <pc:sldMk cId="1316161972" sldId="542"/>
            <ac:picMk id="47" creationId="{48693A62-9C39-47AE-AEE0-8DA693BDAE19}"/>
          </ac:picMkLst>
        </pc:picChg>
        <pc:picChg chg="mod">
          <ac:chgData name="Manuj Agrawal" userId="8275e378daeca5b2" providerId="LiveId" clId="{332BA2EF-6F51-4E17-845A-EA2D7E378A6C}" dt="2021-12-25T09:50:29.598" v="807" actId="165"/>
          <ac:picMkLst>
            <pc:docMk/>
            <pc:sldMk cId="1316161972" sldId="542"/>
            <ac:picMk id="55" creationId="{30023E46-B853-4995-9E0B-98ADBB370F7A}"/>
          </ac:picMkLst>
        </pc:picChg>
        <pc:picChg chg="mod">
          <ac:chgData name="Manuj Agrawal" userId="8275e378daeca5b2" providerId="LiveId" clId="{332BA2EF-6F51-4E17-845A-EA2D7E378A6C}" dt="2021-12-25T11:37:35.362" v="2109" actId="165"/>
          <ac:picMkLst>
            <pc:docMk/>
            <pc:sldMk cId="1316161972" sldId="542"/>
            <ac:picMk id="61" creationId="{B0513404-43B9-43D7-8153-973AD2A1B52C}"/>
          </ac:picMkLst>
        </pc:picChg>
        <pc:cxnChg chg="add del mod">
          <ac:chgData name="Manuj Agrawal" userId="8275e378daeca5b2" providerId="LiveId" clId="{332BA2EF-6F51-4E17-845A-EA2D7E378A6C}" dt="2021-12-25T09:48:10.812" v="740" actId="478"/>
          <ac:cxnSpMkLst>
            <pc:docMk/>
            <pc:sldMk cId="1316161972" sldId="542"/>
            <ac:cxnSpMk id="3" creationId="{D69A1C2F-D790-4BBC-A7D1-E6CE34807D85}"/>
          </ac:cxnSpMkLst>
        </pc:cxnChg>
        <pc:cxnChg chg="add del mod">
          <ac:chgData name="Manuj Agrawal" userId="8275e378daeca5b2" providerId="LiveId" clId="{332BA2EF-6F51-4E17-845A-EA2D7E378A6C}" dt="2021-12-25T09:50:10.717" v="804" actId="478"/>
          <ac:cxnSpMkLst>
            <pc:docMk/>
            <pc:sldMk cId="1316161972" sldId="542"/>
            <ac:cxnSpMk id="5" creationId="{DCFC672E-1F72-421B-85A5-78EA0CD59BB2}"/>
          </ac:cxnSpMkLst>
        </pc:cxnChg>
        <pc:cxnChg chg="add del mod">
          <ac:chgData name="Manuj Agrawal" userId="8275e378daeca5b2" providerId="LiveId" clId="{332BA2EF-6F51-4E17-845A-EA2D7E378A6C}" dt="2021-12-25T10:04:48.161" v="844" actId="478"/>
          <ac:cxnSpMkLst>
            <pc:docMk/>
            <pc:sldMk cId="1316161972" sldId="542"/>
            <ac:cxnSpMk id="12" creationId="{10E4ECD4-DF52-471A-9AB2-82362C6843CF}"/>
          </ac:cxnSpMkLst>
        </pc:cxnChg>
        <pc:cxnChg chg="add del mod">
          <ac:chgData name="Manuj Agrawal" userId="8275e378daeca5b2" providerId="LiveId" clId="{332BA2EF-6F51-4E17-845A-EA2D7E378A6C}" dt="2021-12-25T11:49:47.212" v="2190" actId="21"/>
          <ac:cxnSpMkLst>
            <pc:docMk/>
            <pc:sldMk cId="1316161972" sldId="542"/>
            <ac:cxnSpMk id="15" creationId="{82C53EA4-9DD4-43CB-8AD7-25D8398A7F88}"/>
          </ac:cxnSpMkLst>
        </pc:cxnChg>
      </pc:sldChg>
      <pc:sldChg chg="addSp delSp modSp mod">
        <pc:chgData name="Manuj Agrawal" userId="8275e378daeca5b2" providerId="LiveId" clId="{332BA2EF-6F51-4E17-845A-EA2D7E378A6C}" dt="2021-12-25T12:12:00.507" v="2490" actId="1076"/>
        <pc:sldMkLst>
          <pc:docMk/>
          <pc:sldMk cId="477807685" sldId="544"/>
        </pc:sldMkLst>
        <pc:spChg chg="mod">
          <ac:chgData name="Manuj Agrawal" userId="8275e378daeca5b2" providerId="LiveId" clId="{332BA2EF-6F51-4E17-845A-EA2D7E378A6C}" dt="2021-12-25T09:20:53.803" v="293" actId="404"/>
          <ac:spMkLst>
            <pc:docMk/>
            <pc:sldMk cId="477807685" sldId="544"/>
            <ac:spMk id="41" creationId="{266209A5-1D74-4F86-9871-AF54BD6F3C36}"/>
          </ac:spMkLst>
        </pc:spChg>
        <pc:spChg chg="mod topLvl">
          <ac:chgData name="Manuj Agrawal" userId="8275e378daeca5b2" providerId="LiveId" clId="{332BA2EF-6F51-4E17-845A-EA2D7E378A6C}" dt="2021-12-25T09:17:02.818" v="251" actId="404"/>
          <ac:spMkLst>
            <pc:docMk/>
            <pc:sldMk cId="477807685" sldId="544"/>
            <ac:spMk id="42" creationId="{1C5F4D8D-F30A-4B6E-9872-AB66CAED056D}"/>
          </ac:spMkLst>
        </pc:spChg>
        <pc:spChg chg="mod topLvl">
          <ac:chgData name="Manuj Agrawal" userId="8275e378daeca5b2" providerId="LiveId" clId="{332BA2EF-6F51-4E17-845A-EA2D7E378A6C}" dt="2021-12-25T09:17:07.314" v="253" actId="404"/>
          <ac:spMkLst>
            <pc:docMk/>
            <pc:sldMk cId="477807685" sldId="544"/>
            <ac:spMk id="43" creationId="{0C24A62A-CF93-4F39-8D7C-DDA40FE95449}"/>
          </ac:spMkLst>
        </pc:spChg>
        <pc:spChg chg="mod topLvl">
          <ac:chgData name="Manuj Agrawal" userId="8275e378daeca5b2" providerId="LiveId" clId="{332BA2EF-6F51-4E17-845A-EA2D7E378A6C}" dt="2021-12-25T09:17:10.193" v="255" actId="404"/>
          <ac:spMkLst>
            <pc:docMk/>
            <pc:sldMk cId="477807685" sldId="544"/>
            <ac:spMk id="45" creationId="{A7E111A1-3AFE-4200-864D-16A94C300F5E}"/>
          </ac:spMkLst>
        </pc:spChg>
        <pc:spChg chg="mod topLvl">
          <ac:chgData name="Manuj Agrawal" userId="8275e378daeca5b2" providerId="LiveId" clId="{332BA2EF-6F51-4E17-845A-EA2D7E378A6C}" dt="2021-12-25T09:17:13.377" v="257" actId="404"/>
          <ac:spMkLst>
            <pc:docMk/>
            <pc:sldMk cId="477807685" sldId="544"/>
            <ac:spMk id="47" creationId="{D600F2FB-7527-4ABD-A350-7DF89328A754}"/>
          </ac:spMkLst>
        </pc:spChg>
        <pc:spChg chg="del mod">
          <ac:chgData name="Manuj Agrawal" userId="8275e378daeca5b2" providerId="LiveId" clId="{332BA2EF-6F51-4E17-845A-EA2D7E378A6C}" dt="2021-12-25T09:17:23.906" v="262" actId="478"/>
          <ac:spMkLst>
            <pc:docMk/>
            <pc:sldMk cId="477807685" sldId="544"/>
            <ac:spMk id="49" creationId="{A41BB264-021D-4DEB-94FF-5574D325F078}"/>
          </ac:spMkLst>
        </pc:spChg>
        <pc:spChg chg="mod">
          <ac:chgData name="Manuj Agrawal" userId="8275e378daeca5b2" providerId="LiveId" clId="{332BA2EF-6F51-4E17-845A-EA2D7E378A6C}" dt="2021-12-25T12:07:37.795" v="2381" actId="1076"/>
          <ac:spMkLst>
            <pc:docMk/>
            <pc:sldMk cId="477807685" sldId="544"/>
            <ac:spMk id="50" creationId="{79ACDDDB-3E55-4919-B95F-863D2DC41006}"/>
          </ac:spMkLst>
        </pc:spChg>
        <pc:spChg chg="del mod">
          <ac:chgData name="Manuj Agrawal" userId="8275e378daeca5b2" providerId="LiveId" clId="{332BA2EF-6F51-4E17-845A-EA2D7E378A6C}" dt="2021-12-25T09:17:25.933" v="263" actId="478"/>
          <ac:spMkLst>
            <pc:docMk/>
            <pc:sldMk cId="477807685" sldId="544"/>
            <ac:spMk id="51" creationId="{06CFEAE7-507F-456A-88DF-0225002F1522}"/>
          </ac:spMkLst>
        </pc:spChg>
        <pc:spChg chg="del mod">
          <ac:chgData name="Manuj Agrawal" userId="8275e378daeca5b2" providerId="LiveId" clId="{332BA2EF-6F51-4E17-845A-EA2D7E378A6C}" dt="2021-12-25T09:17:20.737" v="259" actId="478"/>
          <ac:spMkLst>
            <pc:docMk/>
            <pc:sldMk cId="477807685" sldId="544"/>
            <ac:spMk id="52" creationId="{3F4E93CF-A291-40CB-8C52-5B61EE4F0DD2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56" creationId="{1835E9D4-2F92-430A-96BF-FE4CD33E6415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65" creationId="{68BF74A0-16CA-4C81-B146-5CF1B93C4236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66" creationId="{5B7275D1-8CAF-4FEA-BEAF-482C1BECD615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67" creationId="{4A69B432-201B-4ECB-9740-C528CDF4D9F0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68" creationId="{E450164D-D6F7-4759-BF44-49B5FDE5D61A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69" creationId="{342A3E29-B41E-41DC-8560-1D2E99170609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70" creationId="{6CD3EDE6-39CD-4FAB-B8C8-DBD50840A69D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71" creationId="{9E599B26-5F57-451C-BE3A-C4B58FBFF599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72" creationId="{2FDC465C-A534-4DC2-A8B1-9877A730446B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74" creationId="{4463A3C7-F6E8-4075-B54D-EBF169247B8F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75" creationId="{56F3E95A-F773-4A98-9724-E868FAFDA702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77" creationId="{D6101119-1A5F-47DD-9370-62D265ADEA7F}"/>
          </ac:spMkLst>
        </pc:spChg>
        <pc:spChg chg="del mod">
          <ac:chgData name="Manuj Agrawal" userId="8275e378daeca5b2" providerId="LiveId" clId="{332BA2EF-6F51-4E17-845A-EA2D7E378A6C}" dt="2021-12-25T09:17:30.544" v="265" actId="478"/>
          <ac:spMkLst>
            <pc:docMk/>
            <pc:sldMk cId="477807685" sldId="544"/>
            <ac:spMk id="83" creationId="{EA532180-D57E-41AA-A507-87EF29C0A1AE}"/>
          </ac:spMkLst>
        </pc:spChg>
        <pc:spChg chg="mod topLvl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86" creationId="{0761C987-669D-4B45-AB5B-91CF44396417}"/>
          </ac:spMkLst>
        </pc:spChg>
        <pc:spChg chg="mod topLvl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88" creationId="{1C2F7225-30AA-490C-8F3F-95E33A6C311A}"/>
          </ac:spMkLst>
        </pc:spChg>
        <pc:spChg chg="mod topLvl">
          <ac:chgData name="Manuj Agrawal" userId="8275e378daeca5b2" providerId="LiveId" clId="{332BA2EF-6F51-4E17-845A-EA2D7E378A6C}" dt="2021-12-25T12:12:00.507" v="2490" actId="1076"/>
          <ac:spMkLst>
            <pc:docMk/>
            <pc:sldMk cId="477807685" sldId="544"/>
            <ac:spMk id="89" creationId="{5BDBD705-4109-48F7-85D2-E658D1D5355F}"/>
          </ac:spMkLst>
        </pc:spChg>
        <pc:spChg chg="mod">
          <ac:chgData name="Manuj Agrawal" userId="8275e378daeca5b2" providerId="LiveId" clId="{332BA2EF-6F51-4E17-845A-EA2D7E378A6C}" dt="2021-12-25T09:51:28.493" v="815" actId="2711"/>
          <ac:spMkLst>
            <pc:docMk/>
            <pc:sldMk cId="477807685" sldId="544"/>
            <ac:spMk id="93" creationId="{94667A91-887E-467E-8875-79E08AFCCE2F}"/>
          </ac:spMkLst>
        </pc:spChg>
        <pc:grpChg chg="del mod topLvl">
          <ac:chgData name="Manuj Agrawal" userId="8275e378daeca5b2" providerId="LiveId" clId="{332BA2EF-6F51-4E17-845A-EA2D7E378A6C}" dt="2021-12-25T09:19:01.740" v="278" actId="165"/>
          <ac:grpSpMkLst>
            <pc:docMk/>
            <pc:sldMk cId="477807685" sldId="544"/>
            <ac:grpSpMk id="2" creationId="{D5CE7DE9-FB90-45C2-83F0-CE245B4A0249}"/>
          </ac:grpSpMkLst>
        </pc:grpChg>
        <pc:grpChg chg="add del mod">
          <ac:chgData name="Manuj Agrawal" userId="8275e378daeca5b2" providerId="LiveId" clId="{332BA2EF-6F51-4E17-845A-EA2D7E378A6C}" dt="2021-12-25T09:17:35.771" v="268" actId="165"/>
          <ac:grpSpMkLst>
            <pc:docMk/>
            <pc:sldMk cId="477807685" sldId="544"/>
            <ac:grpSpMk id="3" creationId="{68B7FA03-B1BC-4311-A2DA-64244EADB2D4}"/>
          </ac:grpSpMkLst>
        </pc:grpChg>
        <pc:grpChg chg="del">
          <ac:chgData name="Manuj Agrawal" userId="8275e378daeca5b2" providerId="LiveId" clId="{332BA2EF-6F51-4E17-845A-EA2D7E378A6C}" dt="2021-12-25T09:16:15.568" v="243" actId="165"/>
          <ac:grpSpMkLst>
            <pc:docMk/>
            <pc:sldMk cId="477807685" sldId="544"/>
            <ac:grpSpMk id="5" creationId="{0E6D321A-581F-4CC4-A99E-5508B2D9AD01}"/>
          </ac:grpSpMkLst>
        </pc:grpChg>
        <pc:grpChg chg="del">
          <ac:chgData name="Manuj Agrawal" userId="8275e378daeca5b2" providerId="LiveId" clId="{332BA2EF-6F51-4E17-845A-EA2D7E378A6C}" dt="2021-12-25T09:15:46.517" v="239" actId="165"/>
          <ac:grpSpMkLst>
            <pc:docMk/>
            <pc:sldMk cId="477807685" sldId="544"/>
            <ac:grpSpMk id="6" creationId="{9A4D6330-B921-4627-A6F9-565E4F208D0F}"/>
          </ac:grpSpMkLst>
        </pc:grpChg>
        <pc:grpChg chg="del">
          <ac:chgData name="Manuj Agrawal" userId="8275e378daeca5b2" providerId="LiveId" clId="{332BA2EF-6F51-4E17-845A-EA2D7E378A6C}" dt="2021-12-25T09:15:33.356" v="236" actId="165"/>
          <ac:grpSpMkLst>
            <pc:docMk/>
            <pc:sldMk cId="477807685" sldId="544"/>
            <ac:grpSpMk id="7" creationId="{B2AAE1E3-D98F-441F-A02F-45F8F62E2176}"/>
          </ac:grpSpMkLst>
        </pc:grpChg>
        <pc:grpChg chg="del mod">
          <ac:chgData name="Manuj Agrawal" userId="8275e378daeca5b2" providerId="LiveId" clId="{332BA2EF-6F51-4E17-845A-EA2D7E378A6C}" dt="2021-12-25T09:15:22.123" v="233" actId="165"/>
          <ac:grpSpMkLst>
            <pc:docMk/>
            <pc:sldMk cId="477807685" sldId="544"/>
            <ac:grpSpMk id="8" creationId="{9A16FC3C-9A89-4CDB-8730-1A85237ADA83}"/>
          </ac:grpSpMkLst>
        </pc:grpChg>
        <pc:grpChg chg="add mod">
          <ac:chgData name="Manuj Agrawal" userId="8275e378daeca5b2" providerId="LiveId" clId="{332BA2EF-6F51-4E17-845A-EA2D7E378A6C}" dt="2021-12-25T12:11:37.953" v="2487" actId="1038"/>
          <ac:grpSpMkLst>
            <pc:docMk/>
            <pc:sldMk cId="477807685" sldId="544"/>
            <ac:grpSpMk id="10" creationId="{0034BE1D-DECA-4F2E-A47B-53514E3C4520}"/>
          </ac:grpSpMkLst>
        </pc:grpChg>
        <pc:grpChg chg="mod topLvl">
          <ac:chgData name="Manuj Agrawal" userId="8275e378daeca5b2" providerId="LiveId" clId="{332BA2EF-6F51-4E17-845A-EA2D7E378A6C}" dt="2021-12-25T09:21:05.691" v="296" actId="1076"/>
          <ac:grpSpMkLst>
            <pc:docMk/>
            <pc:sldMk cId="477807685" sldId="544"/>
            <ac:grpSpMk id="38" creationId="{81216F95-52AF-402A-B61D-614D13CF8ED0}"/>
          </ac:grpSpMkLst>
        </pc:grpChg>
        <pc:grpChg chg="del mod">
          <ac:chgData name="Manuj Agrawal" userId="8275e378daeca5b2" providerId="LiveId" clId="{332BA2EF-6F51-4E17-845A-EA2D7E378A6C}" dt="2021-12-25T09:17:25.933" v="263" actId="478"/>
          <ac:grpSpMkLst>
            <pc:docMk/>
            <pc:sldMk cId="477807685" sldId="544"/>
            <ac:grpSpMk id="48" creationId="{451969D2-EE84-4E9A-BA6F-C445973052D8}"/>
          </ac:grpSpMkLst>
        </pc:grpChg>
        <pc:grpChg chg="mod topLvl">
          <ac:chgData name="Manuj Agrawal" userId="8275e378daeca5b2" providerId="LiveId" clId="{332BA2EF-6F51-4E17-845A-EA2D7E378A6C}" dt="2021-12-25T09:20:21.538" v="289" actId="1076"/>
          <ac:grpSpMkLst>
            <pc:docMk/>
            <pc:sldMk cId="477807685" sldId="544"/>
            <ac:grpSpMk id="54" creationId="{7FF35A1B-D4A6-4FE0-98C7-AAB020172CEC}"/>
          </ac:grpSpMkLst>
        </pc:grpChg>
        <pc:grpChg chg="mod">
          <ac:chgData name="Manuj Agrawal" userId="8275e378daeca5b2" providerId="LiveId" clId="{332BA2EF-6F51-4E17-845A-EA2D7E378A6C}" dt="2021-12-25T09:20:21.538" v="289" actId="1076"/>
          <ac:grpSpMkLst>
            <pc:docMk/>
            <pc:sldMk cId="477807685" sldId="544"/>
            <ac:grpSpMk id="55" creationId="{5641D2EB-1B38-4C88-9113-980CEA0AEA58}"/>
          </ac:grpSpMkLst>
        </pc:grpChg>
        <pc:grpChg chg="mod">
          <ac:chgData name="Manuj Agrawal" userId="8275e378daeca5b2" providerId="LiveId" clId="{332BA2EF-6F51-4E17-845A-EA2D7E378A6C}" dt="2021-12-25T09:20:21.538" v="289" actId="1076"/>
          <ac:grpSpMkLst>
            <pc:docMk/>
            <pc:sldMk cId="477807685" sldId="544"/>
            <ac:grpSpMk id="57" creationId="{1DA41128-45F1-476A-8890-3790ABA0BF99}"/>
          </ac:grpSpMkLst>
        </pc:grpChg>
        <pc:grpChg chg="mod">
          <ac:chgData name="Manuj Agrawal" userId="8275e378daeca5b2" providerId="LiveId" clId="{332BA2EF-6F51-4E17-845A-EA2D7E378A6C}" dt="2021-12-25T09:20:21.538" v="289" actId="1076"/>
          <ac:grpSpMkLst>
            <pc:docMk/>
            <pc:sldMk cId="477807685" sldId="544"/>
            <ac:grpSpMk id="59" creationId="{F2F56CB1-65BB-4FFB-BB2B-031BDFE46599}"/>
          </ac:grpSpMkLst>
        </pc:grpChg>
        <pc:grpChg chg="mod">
          <ac:chgData name="Manuj Agrawal" userId="8275e378daeca5b2" providerId="LiveId" clId="{332BA2EF-6F51-4E17-845A-EA2D7E378A6C}" dt="2021-12-25T09:20:21.538" v="289" actId="1076"/>
          <ac:grpSpMkLst>
            <pc:docMk/>
            <pc:sldMk cId="477807685" sldId="544"/>
            <ac:grpSpMk id="64" creationId="{27252E06-B3EE-44DB-BDBB-44DB5B54EC4D}"/>
          </ac:grpSpMkLst>
        </pc:grpChg>
        <pc:picChg chg="mod topLvl">
          <ac:chgData name="Manuj Agrawal" userId="8275e378daeca5b2" providerId="LiveId" clId="{332BA2EF-6F51-4E17-845A-EA2D7E378A6C}" dt="2021-12-25T12:11:37.953" v="2487" actId="1038"/>
          <ac:picMkLst>
            <pc:docMk/>
            <pc:sldMk cId="477807685" sldId="544"/>
            <ac:picMk id="18" creationId="{8EE5425A-5FCB-473E-ACC5-C37C9DD8C307}"/>
          </ac:picMkLst>
        </pc:picChg>
        <pc:picChg chg="mod topLvl">
          <ac:chgData name="Manuj Agrawal" userId="8275e378daeca5b2" providerId="LiveId" clId="{332BA2EF-6F51-4E17-845A-EA2D7E378A6C}" dt="2021-12-25T09:21:05.691" v="296" actId="1076"/>
          <ac:picMkLst>
            <pc:docMk/>
            <pc:sldMk cId="477807685" sldId="544"/>
            <ac:picMk id="35" creationId="{DB4AC7A5-F6BC-4FC7-A6C5-AD7FCB0F323C}"/>
          </ac:picMkLst>
        </pc:picChg>
        <pc:picChg chg="mod topLvl">
          <ac:chgData name="Manuj Agrawal" userId="8275e378daeca5b2" providerId="LiveId" clId="{332BA2EF-6F51-4E17-845A-EA2D7E378A6C}" dt="2021-12-25T09:21:05.691" v="296" actId="1076"/>
          <ac:picMkLst>
            <pc:docMk/>
            <pc:sldMk cId="477807685" sldId="544"/>
            <ac:picMk id="36" creationId="{3ED8F6AB-7BFE-421F-88BF-27859F608253}"/>
          </ac:picMkLst>
        </pc:picChg>
        <pc:picChg chg="mod topLvl">
          <ac:chgData name="Manuj Agrawal" userId="8275e378daeca5b2" providerId="LiveId" clId="{332BA2EF-6F51-4E17-845A-EA2D7E378A6C}" dt="2021-12-25T09:21:05.691" v="296" actId="1076"/>
          <ac:picMkLst>
            <pc:docMk/>
            <pc:sldMk cId="477807685" sldId="544"/>
            <ac:picMk id="37" creationId="{CF42759C-D3AE-48D1-A989-B343E2B1B5DD}"/>
          </ac:picMkLst>
        </pc:picChg>
        <pc:picChg chg="mod">
          <ac:chgData name="Manuj Agrawal" userId="8275e378daeca5b2" providerId="LiveId" clId="{332BA2EF-6F51-4E17-845A-EA2D7E378A6C}" dt="2021-12-25T09:15:46.517" v="239" actId="165"/>
          <ac:picMkLst>
            <pc:docMk/>
            <pc:sldMk cId="477807685" sldId="544"/>
            <ac:picMk id="39" creationId="{8D00979D-D437-4A90-AA55-7492BCA743C7}"/>
          </ac:picMkLst>
        </pc:picChg>
        <pc:picChg chg="mod topLvl">
          <ac:chgData name="Manuj Agrawal" userId="8275e378daeca5b2" providerId="LiveId" clId="{332BA2EF-6F51-4E17-845A-EA2D7E378A6C}" dt="2021-12-25T12:11:37.953" v="2487" actId="1038"/>
          <ac:picMkLst>
            <pc:docMk/>
            <pc:sldMk cId="477807685" sldId="544"/>
            <ac:picMk id="53" creationId="{615690C9-D2C9-4F64-B638-2EDC833AA3D4}"/>
          </ac:picMkLst>
        </pc:picChg>
        <pc:picChg chg="del mod">
          <ac:chgData name="Manuj Agrawal" userId="8275e378daeca5b2" providerId="LiveId" clId="{332BA2EF-6F51-4E17-845A-EA2D7E378A6C}" dt="2021-12-25T09:15:11.711" v="230" actId="478"/>
          <ac:picMkLst>
            <pc:docMk/>
            <pc:sldMk cId="477807685" sldId="544"/>
            <ac:picMk id="87" creationId="{8152CC44-A468-4323-A418-0E0E79484038}"/>
          </ac:picMkLst>
        </pc:picChg>
        <pc:picChg chg="mod topLvl">
          <ac:chgData name="Manuj Agrawal" userId="8275e378daeca5b2" providerId="LiveId" clId="{332BA2EF-6F51-4E17-845A-EA2D7E378A6C}" dt="2021-12-25T09:20:21.538" v="289" actId="1076"/>
          <ac:picMkLst>
            <pc:docMk/>
            <pc:sldMk cId="477807685" sldId="544"/>
            <ac:picMk id="92" creationId="{C72B0718-20DF-4658-BCB9-3DA30BB7B471}"/>
          </ac:picMkLst>
        </pc:picChg>
        <pc:cxnChg chg="mod topLvl">
          <ac:chgData name="Manuj Agrawal" userId="8275e378daeca5b2" providerId="LiveId" clId="{332BA2EF-6F51-4E17-845A-EA2D7E378A6C}" dt="2021-12-25T09:20:21.538" v="289" actId="1076"/>
          <ac:cxnSpMkLst>
            <pc:docMk/>
            <pc:sldMk cId="477807685" sldId="544"/>
            <ac:cxnSpMk id="90" creationId="{B03587A8-C6C8-4EF9-8B28-40545EE32A86}"/>
          </ac:cxnSpMkLst>
        </pc:cxnChg>
        <pc:cxnChg chg="mod topLvl">
          <ac:chgData name="Manuj Agrawal" userId="8275e378daeca5b2" providerId="LiveId" clId="{332BA2EF-6F51-4E17-845A-EA2D7E378A6C}" dt="2021-12-25T12:11:45.450" v="2488" actId="1076"/>
          <ac:cxnSpMkLst>
            <pc:docMk/>
            <pc:sldMk cId="477807685" sldId="544"/>
            <ac:cxnSpMk id="91" creationId="{AAF94E5F-3FF2-48A0-A9D8-B6D31C793290}"/>
          </ac:cxnSpMkLst>
        </pc:cxnChg>
      </pc:sldChg>
      <pc:sldChg chg="modSp mod">
        <pc:chgData name="Manuj Agrawal" userId="8275e378daeca5b2" providerId="LiveId" clId="{332BA2EF-6F51-4E17-845A-EA2D7E378A6C}" dt="2021-12-25T09:52:09.227" v="822" actId="1076"/>
        <pc:sldMkLst>
          <pc:docMk/>
          <pc:sldMk cId="1213225221" sldId="546"/>
        </pc:sldMkLst>
        <pc:spChg chg="mod">
          <ac:chgData name="Manuj Agrawal" userId="8275e378daeca5b2" providerId="LiveId" clId="{332BA2EF-6F51-4E17-845A-EA2D7E378A6C}" dt="2021-12-25T09:52:09.227" v="822" actId="1076"/>
          <ac:spMkLst>
            <pc:docMk/>
            <pc:sldMk cId="1213225221" sldId="546"/>
            <ac:spMk id="25" creationId="{1271E382-3BE4-4C7D-A6CF-61B977E8A0A9}"/>
          </ac:spMkLst>
        </pc:spChg>
      </pc:sldChg>
      <pc:sldChg chg="modSp mod">
        <pc:chgData name="Manuj Agrawal" userId="8275e378daeca5b2" providerId="LiveId" clId="{332BA2EF-6F51-4E17-845A-EA2D7E378A6C}" dt="2021-12-25T12:14:53.822" v="2502" actId="20577"/>
        <pc:sldMkLst>
          <pc:docMk/>
          <pc:sldMk cId="1004415067" sldId="553"/>
        </pc:sldMkLst>
        <pc:graphicFrameChg chg="modGraphic">
          <ac:chgData name="Manuj Agrawal" userId="8275e378daeca5b2" providerId="LiveId" clId="{332BA2EF-6F51-4E17-845A-EA2D7E378A6C}" dt="2021-12-25T12:04:18.330" v="2318" actId="20577"/>
          <ac:graphicFrameMkLst>
            <pc:docMk/>
            <pc:sldMk cId="1004415067" sldId="553"/>
            <ac:graphicFrameMk id="11" creationId="{6E8D4C69-EC4B-4047-8E77-96AE21D108D7}"/>
          </ac:graphicFrameMkLst>
        </pc:graphicFrameChg>
        <pc:graphicFrameChg chg="modGraphic">
          <ac:chgData name="Manuj Agrawal" userId="8275e378daeca5b2" providerId="LiveId" clId="{332BA2EF-6F51-4E17-845A-EA2D7E378A6C}" dt="2021-12-25T12:14:53.822" v="2502" actId="20577"/>
          <ac:graphicFrameMkLst>
            <pc:docMk/>
            <pc:sldMk cId="1004415067" sldId="553"/>
            <ac:graphicFrameMk id="12" creationId="{0EA897DE-982B-4F72-97F1-02E7B535AB95}"/>
          </ac:graphicFrameMkLst>
        </pc:graphicFrameChg>
      </pc:sldChg>
      <pc:sldChg chg="add del">
        <pc:chgData name="Manuj Agrawal" userId="8275e378daeca5b2" providerId="LiveId" clId="{332BA2EF-6F51-4E17-845A-EA2D7E378A6C}" dt="2021-12-25T09:14:48.525" v="227" actId="47"/>
        <pc:sldMkLst>
          <pc:docMk/>
          <pc:sldMk cId="2008832774" sldId="554"/>
        </pc:sldMkLst>
      </pc:sldChg>
      <pc:sldChg chg="del">
        <pc:chgData name="Manuj Agrawal" userId="8275e378daeca5b2" providerId="LiveId" clId="{332BA2EF-6F51-4E17-845A-EA2D7E378A6C}" dt="2021-12-25T08:57:45.597" v="5" actId="47"/>
        <pc:sldMkLst>
          <pc:docMk/>
          <pc:sldMk cId="2079074756" sldId="554"/>
        </pc:sldMkLst>
      </pc:sldChg>
      <pc:sldChg chg="add del">
        <pc:chgData name="Manuj Agrawal" userId="8275e378daeca5b2" providerId="LiveId" clId="{332BA2EF-6F51-4E17-845A-EA2D7E378A6C}" dt="2021-12-25T09:39:58.390" v="574" actId="47"/>
        <pc:sldMkLst>
          <pc:docMk/>
          <pc:sldMk cId="3049755934" sldId="554"/>
        </pc:sldMkLst>
      </pc:sldChg>
      <pc:sldChg chg="add del">
        <pc:chgData name="Manuj Agrawal" userId="8275e378daeca5b2" providerId="LiveId" clId="{332BA2EF-6F51-4E17-845A-EA2D7E378A6C}" dt="2021-12-25T09:21:34.516" v="297" actId="47"/>
        <pc:sldMkLst>
          <pc:docMk/>
          <pc:sldMk cId="3443449937" sldId="554"/>
        </pc:sldMkLst>
      </pc:sldChg>
      <pc:sldChg chg="add del">
        <pc:chgData name="Manuj Agrawal" userId="8275e378daeca5b2" providerId="LiveId" clId="{332BA2EF-6F51-4E17-845A-EA2D7E378A6C}" dt="2021-12-25T09:39:57.106" v="573" actId="47"/>
        <pc:sldMkLst>
          <pc:docMk/>
          <pc:sldMk cId="2424644475" sldId="555"/>
        </pc:sldMkLst>
      </pc:sldChg>
      <pc:sldChg chg="delSp modSp add mod ord">
        <pc:chgData name="Manuj Agrawal" userId="8275e378daeca5b2" providerId="LiveId" clId="{332BA2EF-6F51-4E17-845A-EA2D7E378A6C}" dt="2021-12-25T10:48:20.644" v="1741"/>
        <pc:sldMkLst>
          <pc:docMk/>
          <pc:sldMk cId="2191335115" sldId="556"/>
        </pc:sldMkLst>
        <pc:spChg chg="mod">
          <ac:chgData name="Manuj Agrawal" userId="8275e378daeca5b2" providerId="LiveId" clId="{332BA2EF-6F51-4E17-845A-EA2D7E378A6C}" dt="2021-12-25T09:40:33.393" v="577" actId="1076"/>
          <ac:spMkLst>
            <pc:docMk/>
            <pc:sldMk cId="2191335115" sldId="556"/>
            <ac:spMk id="41" creationId="{DBA8DA89-A2DC-4811-BE66-3F572C77600A}"/>
          </ac:spMkLst>
        </pc:spChg>
        <pc:spChg chg="mod topLvl">
          <ac:chgData name="Manuj Agrawal" userId="8275e378daeca5b2" providerId="LiveId" clId="{332BA2EF-6F51-4E17-845A-EA2D7E378A6C}" dt="2021-12-25T09:37:13.977" v="561" actId="1076"/>
          <ac:spMkLst>
            <pc:docMk/>
            <pc:sldMk cId="2191335115" sldId="556"/>
            <ac:spMk id="42" creationId="{EAC7E137-F1E1-46D8-8573-4FD0D4F2B8B6}"/>
          </ac:spMkLst>
        </pc:spChg>
        <pc:spChg chg="mod topLvl">
          <ac:chgData name="Manuj Agrawal" userId="8275e378daeca5b2" providerId="LiveId" clId="{332BA2EF-6F51-4E17-845A-EA2D7E378A6C}" dt="2021-12-25T09:37:13.977" v="561" actId="1076"/>
          <ac:spMkLst>
            <pc:docMk/>
            <pc:sldMk cId="2191335115" sldId="556"/>
            <ac:spMk id="44" creationId="{A657A54D-A2BB-42CF-81A0-6C75EF15E312}"/>
          </ac:spMkLst>
        </pc:spChg>
        <pc:spChg chg="mod topLvl">
          <ac:chgData name="Manuj Agrawal" userId="8275e378daeca5b2" providerId="LiveId" clId="{332BA2EF-6F51-4E17-845A-EA2D7E378A6C}" dt="2021-12-25T09:37:13.977" v="561" actId="1076"/>
          <ac:spMkLst>
            <pc:docMk/>
            <pc:sldMk cId="2191335115" sldId="556"/>
            <ac:spMk id="46" creationId="{419AF430-7E9A-4E68-AC45-51AFBF68640E}"/>
          </ac:spMkLst>
        </pc:spChg>
        <pc:spChg chg="mod">
          <ac:chgData name="Manuj Agrawal" userId="8275e378daeca5b2" providerId="LiveId" clId="{332BA2EF-6F51-4E17-845A-EA2D7E378A6C}" dt="2021-12-25T09:40:07.440" v="575" actId="1076"/>
          <ac:spMkLst>
            <pc:docMk/>
            <pc:sldMk cId="2191335115" sldId="556"/>
            <ac:spMk id="49" creationId="{5B67704F-DC99-406A-8EB8-22E3C8D5C374}"/>
          </ac:spMkLst>
        </pc:spChg>
        <pc:spChg chg="mod">
          <ac:chgData name="Manuj Agrawal" userId="8275e378daeca5b2" providerId="LiveId" clId="{332BA2EF-6F51-4E17-845A-EA2D7E378A6C}" dt="2021-12-25T09:37:24.216" v="563" actId="1076"/>
          <ac:spMkLst>
            <pc:docMk/>
            <pc:sldMk cId="2191335115" sldId="556"/>
            <ac:spMk id="50" creationId="{3A6FAA2C-5D39-4C9A-810F-8C30965EFCF8}"/>
          </ac:spMkLst>
        </pc:spChg>
        <pc:spChg chg="mod">
          <ac:chgData name="Manuj Agrawal" userId="8275e378daeca5b2" providerId="LiveId" clId="{332BA2EF-6F51-4E17-845A-EA2D7E378A6C}" dt="2021-12-25T09:37:46.791" v="566" actId="1076"/>
          <ac:spMkLst>
            <pc:docMk/>
            <pc:sldMk cId="2191335115" sldId="556"/>
            <ac:spMk id="51" creationId="{455EDAE7-D83D-43AE-945E-A055E7D80E2A}"/>
          </ac:spMkLst>
        </pc:spChg>
        <pc:spChg chg="mod topLvl">
          <ac:chgData name="Manuj Agrawal" userId="8275e378daeca5b2" providerId="LiveId" clId="{332BA2EF-6F51-4E17-845A-EA2D7E378A6C}" dt="2021-12-25T09:37:13.977" v="561" actId="1076"/>
          <ac:spMkLst>
            <pc:docMk/>
            <pc:sldMk cId="2191335115" sldId="556"/>
            <ac:spMk id="55" creationId="{7527B5EA-AA0C-4E6D-8632-95F48C0D8A89}"/>
          </ac:spMkLst>
        </pc:spChg>
        <pc:spChg chg="mod topLvl">
          <ac:chgData name="Manuj Agrawal" userId="8275e378daeca5b2" providerId="LiveId" clId="{332BA2EF-6F51-4E17-845A-EA2D7E378A6C}" dt="2021-12-25T09:37:13.977" v="561" actId="1076"/>
          <ac:spMkLst>
            <pc:docMk/>
            <pc:sldMk cId="2191335115" sldId="556"/>
            <ac:spMk id="140" creationId="{9686278A-6492-4F9B-B30F-E88C04126888}"/>
          </ac:spMkLst>
        </pc:spChg>
        <pc:spChg chg="mod topLvl">
          <ac:chgData name="Manuj Agrawal" userId="8275e378daeca5b2" providerId="LiveId" clId="{332BA2EF-6F51-4E17-845A-EA2D7E378A6C}" dt="2021-12-25T09:37:13.977" v="561" actId="1076"/>
          <ac:spMkLst>
            <pc:docMk/>
            <pc:sldMk cId="2191335115" sldId="556"/>
            <ac:spMk id="145" creationId="{A4D7F0FC-1886-48E4-A312-A1343828A359}"/>
          </ac:spMkLst>
        </pc:spChg>
        <pc:spChg chg="mod">
          <ac:chgData name="Manuj Agrawal" userId="8275e378daeca5b2" providerId="LiveId" clId="{332BA2EF-6F51-4E17-845A-EA2D7E378A6C}" dt="2021-12-25T09:38:02.896" v="568" actId="1076"/>
          <ac:spMkLst>
            <pc:docMk/>
            <pc:sldMk cId="2191335115" sldId="556"/>
            <ac:spMk id="146" creationId="{DAA1ECE5-1DC4-4C02-86B4-FD10593EBAC1}"/>
          </ac:spMkLst>
        </pc:spChg>
        <pc:spChg chg="mod">
          <ac:chgData name="Manuj Agrawal" userId="8275e378daeca5b2" providerId="LiveId" clId="{332BA2EF-6F51-4E17-845A-EA2D7E378A6C}" dt="2021-12-25T09:40:33.393" v="577" actId="1076"/>
          <ac:spMkLst>
            <pc:docMk/>
            <pc:sldMk cId="2191335115" sldId="556"/>
            <ac:spMk id="147" creationId="{62CDDC15-3661-4D9E-A154-4C5C128383CD}"/>
          </ac:spMkLst>
        </pc:spChg>
        <pc:grpChg chg="del">
          <ac:chgData name="Manuj Agrawal" userId="8275e378daeca5b2" providerId="LiveId" clId="{332BA2EF-6F51-4E17-845A-EA2D7E378A6C}" dt="2021-12-25T09:35:53.315" v="542" actId="165"/>
          <ac:grpSpMkLst>
            <pc:docMk/>
            <pc:sldMk cId="2191335115" sldId="556"/>
            <ac:grpSpMk id="5" creationId="{22F892C4-CF78-4F89-88A0-F9429C166C3A}"/>
          </ac:grpSpMkLst>
        </pc:grpChg>
        <pc:picChg chg="mod">
          <ac:chgData name="Manuj Agrawal" userId="8275e378daeca5b2" providerId="LiveId" clId="{332BA2EF-6F51-4E17-845A-EA2D7E378A6C}" dt="2021-12-25T09:37:42.968" v="565" actId="1076"/>
          <ac:picMkLst>
            <pc:docMk/>
            <pc:sldMk cId="2191335115" sldId="556"/>
            <ac:picMk id="45" creationId="{C7BDA774-0293-4DDF-B88D-A276BE663046}"/>
          </ac:picMkLst>
        </pc:picChg>
        <pc:picChg chg="mod">
          <ac:chgData name="Manuj Agrawal" userId="8275e378daeca5b2" providerId="LiveId" clId="{332BA2EF-6F51-4E17-845A-EA2D7E378A6C}" dt="2021-12-25T09:37:49.239" v="567" actId="1076"/>
          <ac:picMkLst>
            <pc:docMk/>
            <pc:sldMk cId="2191335115" sldId="556"/>
            <ac:picMk id="47" creationId="{C74F393A-7C78-4E7A-82CF-39789A78D304}"/>
          </ac:picMkLst>
        </pc:picChg>
      </pc:sldChg>
      <pc:sldChg chg="addSp delSp modSp add del mod">
        <pc:chgData name="Manuj Agrawal" userId="8275e378daeca5b2" providerId="LiveId" clId="{332BA2EF-6F51-4E17-845A-EA2D7E378A6C}" dt="2021-12-25T09:39:55.762" v="572" actId="47"/>
        <pc:sldMkLst>
          <pc:docMk/>
          <pc:sldMk cId="1307434001" sldId="557"/>
        </pc:sldMkLst>
        <pc:spChg chg="add mod">
          <ac:chgData name="Manuj Agrawal" userId="8275e378daeca5b2" providerId="LiveId" clId="{332BA2EF-6F51-4E17-845A-EA2D7E378A6C}" dt="2021-12-25T09:39:06.050" v="571"/>
          <ac:spMkLst>
            <pc:docMk/>
            <pc:sldMk cId="1307434001" sldId="557"/>
            <ac:spMk id="48" creationId="{FFF8A72A-80DC-4254-96BB-7A6AFE116BBC}"/>
          </ac:spMkLst>
        </pc:spChg>
        <pc:spChg chg="del mod">
          <ac:chgData name="Manuj Agrawal" userId="8275e378daeca5b2" providerId="LiveId" clId="{332BA2EF-6F51-4E17-845A-EA2D7E378A6C}" dt="2021-12-25T09:39:02.367" v="570" actId="478"/>
          <ac:spMkLst>
            <pc:docMk/>
            <pc:sldMk cId="1307434001" sldId="557"/>
            <ac:spMk id="146" creationId="{DAA1ECE5-1DC4-4C02-86B4-FD10593EBAC1}"/>
          </ac:spMkLst>
        </pc:spChg>
      </pc:sldChg>
      <pc:sldChg chg="add del">
        <pc:chgData name="Manuj Agrawal" userId="8275e378daeca5b2" providerId="LiveId" clId="{332BA2EF-6F51-4E17-845A-EA2D7E378A6C}" dt="2021-12-25T11:35:22.949" v="2084" actId="47"/>
        <pc:sldMkLst>
          <pc:docMk/>
          <pc:sldMk cId="2849654633" sldId="557"/>
        </pc:sldMkLst>
      </pc:sldChg>
      <pc:sldChg chg="add del">
        <pc:chgData name="Manuj Agrawal" userId="8275e378daeca5b2" providerId="LiveId" clId="{332BA2EF-6F51-4E17-845A-EA2D7E378A6C}" dt="2021-12-25T10:42:03.307" v="1735" actId="47"/>
        <pc:sldMkLst>
          <pc:docMk/>
          <pc:sldMk cId="2984561128" sldId="557"/>
        </pc:sldMkLst>
      </pc:sldChg>
      <pc:sldChg chg="addSp modSp add del mod">
        <pc:chgData name="Manuj Agrawal" userId="8275e378daeca5b2" providerId="LiveId" clId="{332BA2EF-6F51-4E17-845A-EA2D7E378A6C}" dt="2021-12-25T11:34:21.468" v="2081" actId="47"/>
        <pc:sldMkLst>
          <pc:docMk/>
          <pc:sldMk cId="213247219" sldId="558"/>
        </pc:sldMkLst>
        <pc:spChg chg="mod">
          <ac:chgData name="Manuj Agrawal" userId="8275e378daeca5b2" providerId="LiveId" clId="{332BA2EF-6F51-4E17-845A-EA2D7E378A6C}" dt="2021-12-25T11:29:45.135" v="2008" actId="1076"/>
          <ac:spMkLst>
            <pc:docMk/>
            <pc:sldMk cId="213247219" sldId="558"/>
            <ac:spMk id="8" creationId="{FEF10653-88F6-403A-B3F7-56311D716540}"/>
          </ac:spMkLst>
        </pc:spChg>
        <pc:spChg chg="mod">
          <ac:chgData name="Manuj Agrawal" userId="8275e378daeca5b2" providerId="LiveId" clId="{332BA2EF-6F51-4E17-845A-EA2D7E378A6C}" dt="2021-12-25T11:28:16.133" v="1969"/>
          <ac:spMkLst>
            <pc:docMk/>
            <pc:sldMk cId="213247219" sldId="558"/>
            <ac:spMk id="22" creationId="{145A1F98-34BA-4614-B286-0C7B0A28E643}"/>
          </ac:spMkLst>
        </pc:spChg>
        <pc:spChg chg="mod">
          <ac:chgData name="Manuj Agrawal" userId="8275e378daeca5b2" providerId="LiveId" clId="{332BA2EF-6F51-4E17-845A-EA2D7E378A6C}" dt="2021-12-25T11:28:54.768" v="1998" actId="1076"/>
          <ac:spMkLst>
            <pc:docMk/>
            <pc:sldMk cId="213247219" sldId="558"/>
            <ac:spMk id="23" creationId="{82F48C4D-0400-491D-809F-E91224E915CF}"/>
          </ac:spMkLst>
        </pc:spChg>
        <pc:spChg chg="mod">
          <ac:chgData name="Manuj Agrawal" userId="8275e378daeca5b2" providerId="LiveId" clId="{332BA2EF-6F51-4E17-845A-EA2D7E378A6C}" dt="2021-12-25T11:29:51.416" v="2009" actId="1076"/>
          <ac:spMkLst>
            <pc:docMk/>
            <pc:sldMk cId="213247219" sldId="558"/>
            <ac:spMk id="57" creationId="{6E1493FB-C886-4A47-91BB-E761C4E16835}"/>
          </ac:spMkLst>
        </pc:spChg>
        <pc:spChg chg="mod">
          <ac:chgData name="Manuj Agrawal" userId="8275e378daeca5b2" providerId="LiveId" clId="{332BA2EF-6F51-4E17-845A-EA2D7E378A6C}" dt="2021-12-25T11:27:30.774" v="1967" actId="1076"/>
          <ac:spMkLst>
            <pc:docMk/>
            <pc:sldMk cId="213247219" sldId="558"/>
            <ac:spMk id="87" creationId="{5FCD3DEF-21D6-4EF9-B4D9-71828CA61DCB}"/>
          </ac:spMkLst>
        </pc:spChg>
        <pc:spChg chg="mod">
          <ac:chgData name="Manuj Agrawal" userId="8275e378daeca5b2" providerId="LiveId" clId="{332BA2EF-6F51-4E17-845A-EA2D7E378A6C}" dt="2021-12-25T11:29:00.895" v="1999" actId="1076"/>
          <ac:spMkLst>
            <pc:docMk/>
            <pc:sldMk cId="213247219" sldId="558"/>
            <ac:spMk id="113" creationId="{935DFF3E-C47D-4175-AE5A-211380CF768B}"/>
          </ac:spMkLst>
        </pc:spChg>
        <pc:grpChg chg="add mod">
          <ac:chgData name="Manuj Agrawal" userId="8275e378daeca5b2" providerId="LiveId" clId="{332BA2EF-6F51-4E17-845A-EA2D7E378A6C}" dt="2021-12-25T11:30:15.872" v="2012" actId="1076"/>
          <ac:grpSpMkLst>
            <pc:docMk/>
            <pc:sldMk cId="213247219" sldId="558"/>
            <ac:grpSpMk id="21" creationId="{E9AC8B36-3441-48B9-8E5F-EDF7A61E9200}"/>
          </ac:grpSpMkLst>
        </pc:grpChg>
        <pc:grpChg chg="mod">
          <ac:chgData name="Manuj Agrawal" userId="8275e378daeca5b2" providerId="LiveId" clId="{332BA2EF-6F51-4E17-845A-EA2D7E378A6C}" dt="2021-12-25T11:30:11.047" v="2011" actId="1076"/>
          <ac:grpSpMkLst>
            <pc:docMk/>
            <pc:sldMk cId="213247219" sldId="558"/>
            <ac:grpSpMk id="53" creationId="{889EE48E-7B47-4277-BE3D-BF0BDD30C9D3}"/>
          </ac:grpSpMkLst>
        </pc:grpChg>
        <pc:grpChg chg="mod">
          <ac:chgData name="Manuj Agrawal" userId="8275e378daeca5b2" providerId="LiveId" clId="{332BA2EF-6F51-4E17-845A-EA2D7E378A6C}" dt="2021-12-25T11:29:20.025" v="2006" actId="1076"/>
          <ac:grpSpMkLst>
            <pc:docMk/>
            <pc:sldMk cId="213247219" sldId="558"/>
            <ac:grpSpMk id="110" creationId="{BFED0687-910C-48B1-8F3F-7DADBE12E7F3}"/>
          </ac:grpSpMkLst>
        </pc:grpChg>
        <pc:picChg chg="mod">
          <ac:chgData name="Manuj Agrawal" userId="8275e378daeca5b2" providerId="LiveId" clId="{332BA2EF-6F51-4E17-845A-EA2D7E378A6C}" dt="2021-12-25T11:29:51.416" v="2009" actId="1076"/>
          <ac:picMkLst>
            <pc:docMk/>
            <pc:sldMk cId="213247219" sldId="558"/>
            <ac:picMk id="62" creationId="{E1DFED4A-6C3D-4410-B5CE-417A49A29228}"/>
          </ac:picMkLst>
        </pc:picChg>
        <pc:picChg chg="mod">
          <ac:chgData name="Manuj Agrawal" userId="8275e378daeca5b2" providerId="LiveId" clId="{332BA2EF-6F51-4E17-845A-EA2D7E378A6C}" dt="2021-12-25T11:29:51.416" v="2009" actId="1076"/>
          <ac:picMkLst>
            <pc:docMk/>
            <pc:sldMk cId="213247219" sldId="558"/>
            <ac:picMk id="63" creationId="{EF0B5A3E-74C5-4C99-BEA4-498B0B98C7D6}"/>
          </ac:picMkLst>
        </pc:picChg>
        <pc:picChg chg="mod">
          <ac:chgData name="Manuj Agrawal" userId="8275e378daeca5b2" providerId="LiveId" clId="{332BA2EF-6F51-4E17-845A-EA2D7E378A6C}" dt="2021-12-25T11:29:51.416" v="2009" actId="1076"/>
          <ac:picMkLst>
            <pc:docMk/>
            <pc:sldMk cId="213247219" sldId="558"/>
            <ac:picMk id="64" creationId="{3B1E058B-5DA2-4BF4-9628-E4BA8FAF949D}"/>
          </ac:picMkLst>
        </pc:picChg>
        <pc:picChg chg="mod">
          <ac:chgData name="Manuj Agrawal" userId="8275e378daeca5b2" providerId="LiveId" clId="{332BA2EF-6F51-4E17-845A-EA2D7E378A6C}" dt="2021-12-25T11:29:51.416" v="2009" actId="1076"/>
          <ac:picMkLst>
            <pc:docMk/>
            <pc:sldMk cId="213247219" sldId="558"/>
            <ac:picMk id="65" creationId="{21D37368-4683-4A2D-8716-19EFDB8FEFF8}"/>
          </ac:picMkLst>
        </pc:picChg>
        <pc:picChg chg="mod">
          <ac:chgData name="Manuj Agrawal" userId="8275e378daeca5b2" providerId="LiveId" clId="{332BA2EF-6F51-4E17-845A-EA2D7E378A6C}" dt="2021-12-25T11:29:51.416" v="2009" actId="1076"/>
          <ac:picMkLst>
            <pc:docMk/>
            <pc:sldMk cId="213247219" sldId="558"/>
            <ac:picMk id="66" creationId="{CA3207FA-232C-4050-B42F-6CA53FD67FB3}"/>
          </ac:picMkLst>
        </pc:picChg>
        <pc:picChg chg="mod">
          <ac:chgData name="Manuj Agrawal" userId="8275e378daeca5b2" providerId="LiveId" clId="{332BA2EF-6F51-4E17-845A-EA2D7E378A6C}" dt="2021-12-25T11:29:51.416" v="2009" actId="1076"/>
          <ac:picMkLst>
            <pc:docMk/>
            <pc:sldMk cId="213247219" sldId="558"/>
            <ac:picMk id="67" creationId="{A73A2D8A-487A-426C-94D6-77307BBFB09D}"/>
          </ac:picMkLst>
        </pc:picChg>
        <pc:picChg chg="mod">
          <ac:chgData name="Manuj Agrawal" userId="8275e378daeca5b2" providerId="LiveId" clId="{332BA2EF-6F51-4E17-845A-EA2D7E378A6C}" dt="2021-12-25T11:29:51.416" v="2009" actId="1076"/>
          <ac:picMkLst>
            <pc:docMk/>
            <pc:sldMk cId="213247219" sldId="558"/>
            <ac:picMk id="68" creationId="{DF085C58-E4F7-4023-8795-92AFD88D1813}"/>
          </ac:picMkLst>
        </pc:picChg>
        <pc:picChg chg="mod">
          <ac:chgData name="Manuj Agrawal" userId="8275e378daeca5b2" providerId="LiveId" clId="{332BA2EF-6F51-4E17-845A-EA2D7E378A6C}" dt="2021-12-25T11:27:35.552" v="1968" actId="1076"/>
          <ac:picMkLst>
            <pc:docMk/>
            <pc:sldMk cId="213247219" sldId="558"/>
            <ac:picMk id="79" creationId="{7A4C4D0C-5742-4635-8758-D350FB6947EF}"/>
          </ac:picMkLst>
        </pc:picChg>
        <pc:picChg chg="mod">
          <ac:chgData name="Manuj Agrawal" userId="8275e378daeca5b2" providerId="LiveId" clId="{332BA2EF-6F51-4E17-845A-EA2D7E378A6C}" dt="2021-12-25T11:27:35.552" v="1968" actId="1076"/>
          <ac:picMkLst>
            <pc:docMk/>
            <pc:sldMk cId="213247219" sldId="558"/>
            <ac:picMk id="80" creationId="{878CEC2D-CDEE-4DA1-BDF7-D908836DBFFC}"/>
          </ac:picMkLst>
        </pc:picChg>
        <pc:picChg chg="mod">
          <ac:chgData name="Manuj Agrawal" userId="8275e378daeca5b2" providerId="LiveId" clId="{332BA2EF-6F51-4E17-845A-EA2D7E378A6C}" dt="2021-12-25T11:27:35.552" v="1968" actId="1076"/>
          <ac:picMkLst>
            <pc:docMk/>
            <pc:sldMk cId="213247219" sldId="558"/>
            <ac:picMk id="81" creationId="{1F1028D5-3355-4247-B8CE-7B15F1D478B2}"/>
          </ac:picMkLst>
        </pc:picChg>
      </pc:sldChg>
      <pc:sldChg chg="add del">
        <pc:chgData name="Manuj Agrawal" userId="8275e378daeca5b2" providerId="LiveId" clId="{332BA2EF-6F51-4E17-845A-EA2D7E378A6C}" dt="2021-12-25T10:40:10.117" v="1693" actId="47"/>
        <pc:sldMkLst>
          <pc:docMk/>
          <pc:sldMk cId="2319325564" sldId="558"/>
        </pc:sldMkLst>
      </pc:sldChg>
      <pc:sldChg chg="addSp delSp modSp add mod">
        <pc:chgData name="Manuj Agrawal" userId="8275e378daeca5b2" providerId="LiveId" clId="{332BA2EF-6F51-4E17-845A-EA2D7E378A6C}" dt="2021-12-25T12:03:31.696" v="2300" actId="20577"/>
        <pc:sldMkLst>
          <pc:docMk/>
          <pc:sldMk cId="492392778" sldId="559"/>
        </pc:sldMkLst>
        <pc:spChg chg="mod">
          <ac:chgData name="Manuj Agrawal" userId="8275e378daeca5b2" providerId="LiveId" clId="{332BA2EF-6F51-4E17-845A-EA2D7E378A6C}" dt="2021-12-25T11:45:01.242" v="2188" actId="1076"/>
          <ac:spMkLst>
            <pc:docMk/>
            <pc:sldMk cId="492392778" sldId="559"/>
            <ac:spMk id="8" creationId="{FEF10653-88F6-403A-B3F7-56311D716540}"/>
          </ac:spMkLst>
        </pc:spChg>
        <pc:spChg chg="mod">
          <ac:chgData name="Manuj Agrawal" userId="8275e378daeca5b2" providerId="LiveId" clId="{332BA2EF-6F51-4E17-845A-EA2D7E378A6C}" dt="2021-12-25T11:31:59.834" v="2047" actId="21"/>
          <ac:spMkLst>
            <pc:docMk/>
            <pc:sldMk cId="492392778" sldId="559"/>
            <ac:spMk id="23" creationId="{82F48C4D-0400-491D-809F-E91224E915CF}"/>
          </ac:spMkLst>
        </pc:spChg>
        <pc:spChg chg="add mod topLvl">
          <ac:chgData name="Manuj Agrawal" userId="8275e378daeca5b2" providerId="LiveId" clId="{332BA2EF-6F51-4E17-845A-EA2D7E378A6C}" dt="2021-12-25T11:44:30.299" v="2182" actId="164"/>
          <ac:spMkLst>
            <pc:docMk/>
            <pc:sldMk cId="492392778" sldId="559"/>
            <ac:spMk id="24" creationId="{AEF6D61A-E91D-47E1-B17A-BBBB904AF272}"/>
          </ac:spMkLst>
        </pc:spChg>
        <pc:spChg chg="add mod topLvl">
          <ac:chgData name="Manuj Agrawal" userId="8275e378daeca5b2" providerId="LiveId" clId="{332BA2EF-6F51-4E17-845A-EA2D7E378A6C}" dt="2021-12-25T11:44:30.299" v="2182" actId="164"/>
          <ac:spMkLst>
            <pc:docMk/>
            <pc:sldMk cId="492392778" sldId="559"/>
            <ac:spMk id="25" creationId="{7E804E2B-E751-4AF7-AC5B-F5D096E3B7D3}"/>
          </ac:spMkLst>
        </pc:spChg>
        <pc:spChg chg="mod topLvl">
          <ac:chgData name="Manuj Agrawal" userId="8275e378daeca5b2" providerId="LiveId" clId="{332BA2EF-6F51-4E17-845A-EA2D7E378A6C}" dt="2021-12-25T11:44:23.408" v="2180" actId="164"/>
          <ac:spMkLst>
            <pc:docMk/>
            <pc:sldMk cId="492392778" sldId="559"/>
            <ac:spMk id="28" creationId="{C3F16DA7-A0B9-40C1-A792-8403D9E46210}"/>
          </ac:spMkLst>
        </pc:spChg>
        <pc:spChg chg="mod topLvl">
          <ac:chgData name="Manuj Agrawal" userId="8275e378daeca5b2" providerId="LiveId" clId="{332BA2EF-6F51-4E17-845A-EA2D7E378A6C}" dt="2021-12-25T11:44:23.408" v="2180" actId="164"/>
          <ac:spMkLst>
            <pc:docMk/>
            <pc:sldMk cId="492392778" sldId="559"/>
            <ac:spMk id="29" creationId="{7B6E0953-7C9E-4874-A8D1-95D8AEEB181F}"/>
          </ac:spMkLst>
        </pc:spChg>
        <pc:spChg chg="mod topLvl">
          <ac:chgData name="Manuj Agrawal" userId="8275e378daeca5b2" providerId="LiveId" clId="{332BA2EF-6F51-4E17-845A-EA2D7E378A6C}" dt="2021-12-25T11:44:44.705" v="2186" actId="1076"/>
          <ac:spMkLst>
            <pc:docMk/>
            <pc:sldMk cId="492392778" sldId="559"/>
            <ac:spMk id="31" creationId="{1586F219-6D9B-42C1-A31E-7B975E5BCD5D}"/>
          </ac:spMkLst>
        </pc:spChg>
        <pc:spChg chg="mod topLvl">
          <ac:chgData name="Manuj Agrawal" userId="8275e378daeca5b2" providerId="LiveId" clId="{332BA2EF-6F51-4E17-845A-EA2D7E378A6C}" dt="2021-12-25T11:44:26.810" v="2181" actId="164"/>
          <ac:spMkLst>
            <pc:docMk/>
            <pc:sldMk cId="492392778" sldId="559"/>
            <ac:spMk id="32" creationId="{2C49C749-1ADA-4EBF-A449-FD8E5818C4EA}"/>
          </ac:spMkLst>
        </pc:spChg>
        <pc:spChg chg="mod">
          <ac:chgData name="Manuj Agrawal" userId="8275e378daeca5b2" providerId="LiveId" clId="{332BA2EF-6F51-4E17-845A-EA2D7E378A6C}" dt="2021-12-25T11:31:27.907" v="2035" actId="21"/>
          <ac:spMkLst>
            <pc:docMk/>
            <pc:sldMk cId="492392778" sldId="559"/>
            <ac:spMk id="56" creationId="{E0BDE23D-25C3-48A7-A04F-83031B6CF561}"/>
          </ac:spMkLst>
        </pc:spChg>
        <pc:spChg chg="mod">
          <ac:chgData name="Manuj Agrawal" userId="8275e378daeca5b2" providerId="LiveId" clId="{332BA2EF-6F51-4E17-845A-EA2D7E378A6C}" dt="2021-12-25T11:36:22.912" v="2105" actId="1076"/>
          <ac:spMkLst>
            <pc:docMk/>
            <pc:sldMk cId="492392778" sldId="559"/>
            <ac:spMk id="57" creationId="{6E1493FB-C886-4A47-91BB-E761C4E16835}"/>
          </ac:spMkLst>
        </pc:spChg>
        <pc:spChg chg="mod">
          <ac:chgData name="Manuj Agrawal" userId="8275e378daeca5b2" providerId="LiveId" clId="{332BA2EF-6F51-4E17-845A-EA2D7E378A6C}" dt="2021-12-25T12:03:31.696" v="2300" actId="20577"/>
          <ac:spMkLst>
            <pc:docMk/>
            <pc:sldMk cId="492392778" sldId="559"/>
            <ac:spMk id="87" creationId="{5FCD3DEF-21D6-4EF9-B4D9-71828CA61DCB}"/>
          </ac:spMkLst>
        </pc:spChg>
        <pc:spChg chg="del topLvl">
          <ac:chgData name="Manuj Agrawal" userId="8275e378daeca5b2" providerId="LiveId" clId="{332BA2EF-6F51-4E17-845A-EA2D7E378A6C}" dt="2021-12-25T11:31:12.238" v="2030" actId="478"/>
          <ac:spMkLst>
            <pc:docMk/>
            <pc:sldMk cId="492392778" sldId="559"/>
            <ac:spMk id="112" creationId="{263DC636-CE96-4ABC-894A-35626217500F}"/>
          </ac:spMkLst>
        </pc:spChg>
        <pc:spChg chg="del topLvl">
          <ac:chgData name="Manuj Agrawal" userId="8275e378daeca5b2" providerId="LiveId" clId="{332BA2EF-6F51-4E17-845A-EA2D7E378A6C}" dt="2021-12-25T11:30:50.998" v="2020" actId="21"/>
          <ac:spMkLst>
            <pc:docMk/>
            <pc:sldMk cId="492392778" sldId="559"/>
            <ac:spMk id="113" creationId="{935DFF3E-C47D-4175-AE5A-211380CF768B}"/>
          </ac:spMkLst>
        </pc:spChg>
        <pc:grpChg chg="add del mod">
          <ac:chgData name="Manuj Agrawal" userId="8275e378daeca5b2" providerId="LiveId" clId="{332BA2EF-6F51-4E17-845A-EA2D7E378A6C}" dt="2021-12-25T11:43:05.190" v="2162" actId="165"/>
          <ac:grpSpMkLst>
            <pc:docMk/>
            <pc:sldMk cId="492392778" sldId="559"/>
            <ac:grpSpMk id="2" creationId="{02CE7971-B9FE-4AF2-AD5E-32445EC5B2F0}"/>
          </ac:grpSpMkLst>
        </pc:grpChg>
        <pc:grpChg chg="add mod">
          <ac:chgData name="Manuj Agrawal" userId="8275e378daeca5b2" providerId="LiveId" clId="{332BA2EF-6F51-4E17-845A-EA2D7E378A6C}" dt="2021-12-25T11:44:40.753" v="2184" actId="1076"/>
          <ac:grpSpMkLst>
            <pc:docMk/>
            <pc:sldMk cId="492392778" sldId="559"/>
            <ac:grpSpMk id="3" creationId="{BD4E3BB1-BE5D-421E-A98A-3E6F0D8EE21A}"/>
          </ac:grpSpMkLst>
        </pc:grpChg>
        <pc:grpChg chg="add mod">
          <ac:chgData name="Manuj Agrawal" userId="8275e378daeca5b2" providerId="LiveId" clId="{332BA2EF-6F51-4E17-845A-EA2D7E378A6C}" dt="2021-12-25T11:44:53.185" v="2187" actId="1076"/>
          <ac:grpSpMkLst>
            <pc:docMk/>
            <pc:sldMk cId="492392778" sldId="559"/>
            <ac:grpSpMk id="4" creationId="{ACCAB40B-8E5C-4C56-BDCB-008AB10C7C9A}"/>
          </ac:grpSpMkLst>
        </pc:grpChg>
        <pc:grpChg chg="add mod">
          <ac:chgData name="Manuj Agrawal" userId="8275e378daeca5b2" providerId="LiveId" clId="{332BA2EF-6F51-4E17-845A-EA2D7E378A6C}" dt="2021-12-25T11:44:36.081" v="2183" actId="1076"/>
          <ac:grpSpMkLst>
            <pc:docMk/>
            <pc:sldMk cId="492392778" sldId="559"/>
            <ac:grpSpMk id="5" creationId="{7BA2C233-0DEE-472D-8450-95926880A029}"/>
          </ac:grpSpMkLst>
        </pc:grpChg>
        <pc:grpChg chg="del">
          <ac:chgData name="Manuj Agrawal" userId="8275e378daeca5b2" providerId="LiveId" clId="{332BA2EF-6F51-4E17-845A-EA2D7E378A6C}" dt="2021-12-25T11:32:03.177" v="2049" actId="478"/>
          <ac:grpSpMkLst>
            <pc:docMk/>
            <pc:sldMk cId="492392778" sldId="559"/>
            <ac:grpSpMk id="21" creationId="{E9AC8B36-3441-48B9-8E5F-EDF7A61E9200}"/>
          </ac:grpSpMkLst>
        </pc:grpChg>
        <pc:grpChg chg="add del mod">
          <ac:chgData name="Manuj Agrawal" userId="8275e378daeca5b2" providerId="LiveId" clId="{332BA2EF-6F51-4E17-845A-EA2D7E378A6C}" dt="2021-12-25T11:43:05.190" v="2162" actId="165"/>
          <ac:grpSpMkLst>
            <pc:docMk/>
            <pc:sldMk cId="492392778" sldId="559"/>
            <ac:grpSpMk id="27" creationId="{48F08671-33CA-433E-B94D-CCC991AEA6AC}"/>
          </ac:grpSpMkLst>
        </pc:grpChg>
        <pc:grpChg chg="add del mod">
          <ac:chgData name="Manuj Agrawal" userId="8275e378daeca5b2" providerId="LiveId" clId="{332BA2EF-6F51-4E17-845A-EA2D7E378A6C}" dt="2021-12-25T11:43:05.190" v="2162" actId="165"/>
          <ac:grpSpMkLst>
            <pc:docMk/>
            <pc:sldMk cId="492392778" sldId="559"/>
            <ac:grpSpMk id="30" creationId="{1E5CE8FF-120D-42A0-936F-1B99E580116F}"/>
          </ac:grpSpMkLst>
        </pc:grpChg>
        <pc:grpChg chg="del">
          <ac:chgData name="Manuj Agrawal" userId="8275e378daeca5b2" providerId="LiveId" clId="{332BA2EF-6F51-4E17-845A-EA2D7E378A6C}" dt="2021-12-25T11:31:31.318" v="2037" actId="478"/>
          <ac:grpSpMkLst>
            <pc:docMk/>
            <pc:sldMk cId="492392778" sldId="559"/>
            <ac:grpSpMk id="53" creationId="{889EE48E-7B47-4277-BE3D-BF0BDD30C9D3}"/>
          </ac:grpSpMkLst>
        </pc:grpChg>
        <pc:grpChg chg="del">
          <ac:chgData name="Manuj Agrawal" userId="8275e378daeca5b2" providerId="LiveId" clId="{332BA2EF-6F51-4E17-845A-EA2D7E378A6C}" dt="2021-12-25T11:30:50.998" v="2020" actId="21"/>
          <ac:grpSpMkLst>
            <pc:docMk/>
            <pc:sldMk cId="492392778" sldId="559"/>
            <ac:grpSpMk id="110" creationId="{BFED0687-910C-48B1-8F3F-7DADBE12E7F3}"/>
          </ac:grpSpMkLst>
        </pc:grpChg>
        <pc:picChg chg="mod">
          <ac:chgData name="Manuj Agrawal" userId="8275e378daeca5b2" providerId="LiveId" clId="{332BA2EF-6F51-4E17-845A-EA2D7E378A6C}" dt="2021-12-25T11:32:47.184" v="2055" actId="1076"/>
          <ac:picMkLst>
            <pc:docMk/>
            <pc:sldMk cId="492392778" sldId="559"/>
            <ac:picMk id="62" creationId="{E1DFED4A-6C3D-4410-B5CE-417A49A29228}"/>
          </ac:picMkLst>
        </pc:picChg>
        <pc:picChg chg="mod">
          <ac:chgData name="Manuj Agrawal" userId="8275e378daeca5b2" providerId="LiveId" clId="{332BA2EF-6F51-4E17-845A-EA2D7E378A6C}" dt="2021-12-25T11:36:15.864" v="2104" actId="1076"/>
          <ac:picMkLst>
            <pc:docMk/>
            <pc:sldMk cId="492392778" sldId="559"/>
            <ac:picMk id="63" creationId="{EF0B5A3E-74C5-4C99-BEA4-498B0B98C7D6}"/>
          </ac:picMkLst>
        </pc:picChg>
        <pc:picChg chg="mod">
          <ac:chgData name="Manuj Agrawal" userId="8275e378daeca5b2" providerId="LiveId" clId="{332BA2EF-6F51-4E17-845A-EA2D7E378A6C}" dt="2021-12-25T11:36:00.240" v="2094" actId="1076"/>
          <ac:picMkLst>
            <pc:docMk/>
            <pc:sldMk cId="492392778" sldId="559"/>
            <ac:picMk id="64" creationId="{3B1E058B-5DA2-4BF4-9628-E4BA8FAF949D}"/>
          </ac:picMkLst>
        </pc:picChg>
        <pc:picChg chg="mod">
          <ac:chgData name="Manuj Agrawal" userId="8275e378daeca5b2" providerId="LiveId" clId="{332BA2EF-6F51-4E17-845A-EA2D7E378A6C}" dt="2021-12-25T11:35:52.064" v="2091" actId="1076"/>
          <ac:picMkLst>
            <pc:docMk/>
            <pc:sldMk cId="492392778" sldId="559"/>
            <ac:picMk id="65" creationId="{21D37368-4683-4A2D-8716-19EFDB8FEFF8}"/>
          </ac:picMkLst>
        </pc:picChg>
        <pc:picChg chg="mod">
          <ac:chgData name="Manuj Agrawal" userId="8275e378daeca5b2" providerId="LiveId" clId="{332BA2EF-6F51-4E17-845A-EA2D7E378A6C}" dt="2021-12-25T11:36:09.400" v="2100" actId="1076"/>
          <ac:picMkLst>
            <pc:docMk/>
            <pc:sldMk cId="492392778" sldId="559"/>
            <ac:picMk id="66" creationId="{CA3207FA-232C-4050-B42F-6CA53FD67FB3}"/>
          </ac:picMkLst>
        </pc:picChg>
        <pc:picChg chg="mod">
          <ac:chgData name="Manuj Agrawal" userId="8275e378daeca5b2" providerId="LiveId" clId="{332BA2EF-6F51-4E17-845A-EA2D7E378A6C}" dt="2021-12-25T11:36:12.345" v="2102" actId="1076"/>
          <ac:picMkLst>
            <pc:docMk/>
            <pc:sldMk cId="492392778" sldId="559"/>
            <ac:picMk id="67" creationId="{A73A2D8A-487A-426C-94D6-77307BBFB09D}"/>
          </ac:picMkLst>
        </pc:picChg>
        <pc:picChg chg="mod">
          <ac:chgData name="Manuj Agrawal" userId="8275e378daeca5b2" providerId="LiveId" clId="{332BA2EF-6F51-4E17-845A-EA2D7E378A6C}" dt="2021-12-25T11:36:14.487" v="2103" actId="1076"/>
          <ac:picMkLst>
            <pc:docMk/>
            <pc:sldMk cId="492392778" sldId="559"/>
            <ac:picMk id="68" creationId="{DF085C58-E4F7-4023-8795-92AFD88D1813}"/>
          </ac:picMkLst>
        </pc:picChg>
        <pc:picChg chg="mod">
          <ac:chgData name="Manuj Agrawal" userId="8275e378daeca5b2" providerId="LiveId" clId="{332BA2EF-6F51-4E17-845A-EA2D7E378A6C}" dt="2021-12-25T11:36:26.657" v="2106" actId="1076"/>
          <ac:picMkLst>
            <pc:docMk/>
            <pc:sldMk cId="492392778" sldId="559"/>
            <ac:picMk id="79" creationId="{7A4C4D0C-5742-4635-8758-D350FB6947EF}"/>
          </ac:picMkLst>
        </pc:picChg>
        <pc:picChg chg="mod">
          <ac:chgData name="Manuj Agrawal" userId="8275e378daeca5b2" providerId="LiveId" clId="{332BA2EF-6F51-4E17-845A-EA2D7E378A6C}" dt="2021-12-25T11:36:26.657" v="2106" actId="1076"/>
          <ac:picMkLst>
            <pc:docMk/>
            <pc:sldMk cId="492392778" sldId="559"/>
            <ac:picMk id="80" creationId="{878CEC2D-CDEE-4DA1-BDF7-D908836DBFFC}"/>
          </ac:picMkLst>
        </pc:picChg>
        <pc:picChg chg="mod">
          <ac:chgData name="Manuj Agrawal" userId="8275e378daeca5b2" providerId="LiveId" clId="{332BA2EF-6F51-4E17-845A-EA2D7E378A6C}" dt="2021-12-25T11:36:26.657" v="2106" actId="1076"/>
          <ac:picMkLst>
            <pc:docMk/>
            <pc:sldMk cId="492392778" sldId="559"/>
            <ac:picMk id="81" creationId="{1F1028D5-3355-4247-B8CE-7B15F1D478B2}"/>
          </ac:picMkLst>
        </pc:picChg>
      </pc:sldChg>
      <pc:sldChg chg="add del">
        <pc:chgData name="Manuj Agrawal" userId="8275e378daeca5b2" providerId="LiveId" clId="{332BA2EF-6F51-4E17-845A-EA2D7E378A6C}" dt="2021-12-25T11:46:15.797" v="2189" actId="47"/>
        <pc:sldMkLst>
          <pc:docMk/>
          <pc:sldMk cId="2944719309" sldId="560"/>
        </pc:sldMkLst>
      </pc:sldChg>
    </pc:docChg>
  </pc:docChgLst>
  <pc:docChgLst>
    <pc:chgData name="Manuj Agrawal" userId="8275e378daeca5b2" providerId="LiveId" clId="{FDA34FAC-7963-4A76-904C-E10DA2DD4877}"/>
    <pc:docChg chg="undo custSel addSld delSld modSld sldOrd">
      <pc:chgData name="Manuj Agrawal" userId="8275e378daeca5b2" providerId="LiveId" clId="{FDA34FAC-7963-4A76-904C-E10DA2DD4877}" dt="2023-02-23T08:18:27.068" v="1582" actId="20577"/>
      <pc:docMkLst>
        <pc:docMk/>
      </pc:docMkLst>
      <pc:sldChg chg="delSp modSp mod modNotesTx">
        <pc:chgData name="Manuj Agrawal" userId="8275e378daeca5b2" providerId="LiveId" clId="{FDA34FAC-7963-4A76-904C-E10DA2DD4877}" dt="2023-02-10T07:58:23.508" v="1552" actId="6549"/>
        <pc:sldMkLst>
          <pc:docMk/>
          <pc:sldMk cId="3922207980" sldId="506"/>
        </pc:sldMkLst>
        <pc:spChg chg="mod">
          <ac:chgData name="Manuj Agrawal" userId="8275e378daeca5b2" providerId="LiveId" clId="{FDA34FAC-7963-4A76-904C-E10DA2DD4877}" dt="2023-02-10T07:45:19.640" v="1451" actId="1036"/>
          <ac:spMkLst>
            <pc:docMk/>
            <pc:sldMk cId="3922207980" sldId="506"/>
            <ac:spMk id="54" creationId="{560FB32C-3B60-4F89-8FE1-B0E9999FA560}"/>
          </ac:spMkLst>
        </pc:spChg>
        <pc:spChg chg="mod">
          <ac:chgData name="Manuj Agrawal" userId="8275e378daeca5b2" providerId="LiveId" clId="{FDA34FAC-7963-4A76-904C-E10DA2DD4877}" dt="2023-02-10T07:45:11.927" v="1447" actId="1035"/>
          <ac:spMkLst>
            <pc:docMk/>
            <pc:sldMk cId="3922207980" sldId="506"/>
            <ac:spMk id="59" creationId="{0CB50AB1-ED75-406B-BE0B-B6F99F0727EF}"/>
          </ac:spMkLst>
        </pc:spChg>
        <pc:spChg chg="mod">
          <ac:chgData name="Manuj Agrawal" userId="8275e378daeca5b2" providerId="LiveId" clId="{FDA34FAC-7963-4A76-904C-E10DA2DD4877}" dt="2023-02-10T07:45:27.528" v="1452" actId="1036"/>
          <ac:spMkLst>
            <pc:docMk/>
            <pc:sldMk cId="3922207980" sldId="506"/>
            <ac:spMk id="64" creationId="{8FDBB07F-92FE-4874-A085-2862B65B52DA}"/>
          </ac:spMkLst>
        </pc:spChg>
        <pc:spChg chg="mod">
          <ac:chgData name="Manuj Agrawal" userId="8275e378daeca5b2" providerId="LiveId" clId="{FDA34FAC-7963-4A76-904C-E10DA2DD4877}" dt="2023-02-10T07:01:29.962" v="37" actId="20577"/>
          <ac:spMkLst>
            <pc:docMk/>
            <pc:sldMk cId="3922207980" sldId="506"/>
            <ac:spMk id="69" creationId="{A7E7E804-C497-43D7-88C6-AE98C0F3B89C}"/>
          </ac:spMkLst>
        </pc:spChg>
        <pc:grpChg chg="mod">
          <ac:chgData name="Manuj Agrawal" userId="8275e378daeca5b2" providerId="LiveId" clId="{FDA34FAC-7963-4A76-904C-E10DA2DD4877}" dt="2023-02-10T07:04:51.556" v="65" actId="1038"/>
          <ac:grpSpMkLst>
            <pc:docMk/>
            <pc:sldMk cId="3922207980" sldId="506"/>
            <ac:grpSpMk id="5" creationId="{2D604B6B-EDF7-477D-B622-0DABE34AE06F}"/>
          </ac:grpSpMkLst>
        </pc:grpChg>
        <pc:grpChg chg="mod">
          <ac:chgData name="Manuj Agrawal" userId="8275e378daeca5b2" providerId="LiveId" clId="{FDA34FAC-7963-4A76-904C-E10DA2DD4877}" dt="2023-02-10T07:04:47.311" v="63" actId="1037"/>
          <ac:grpSpMkLst>
            <pc:docMk/>
            <pc:sldMk cId="3922207980" sldId="506"/>
            <ac:grpSpMk id="12" creationId="{8A077CE5-2F00-4200-A66F-860C3C12D4A8}"/>
          </ac:grpSpMkLst>
        </pc:grpChg>
        <pc:grpChg chg="mod">
          <ac:chgData name="Manuj Agrawal" userId="8275e378daeca5b2" providerId="LiveId" clId="{FDA34FAC-7963-4A76-904C-E10DA2DD4877}" dt="2023-02-10T07:04:38.412" v="56" actId="1076"/>
          <ac:grpSpMkLst>
            <pc:docMk/>
            <pc:sldMk cId="3922207980" sldId="506"/>
            <ac:grpSpMk id="18" creationId="{5BC19634-4A27-417C-9598-35E3EEF728A8}"/>
          </ac:grpSpMkLst>
        </pc:grpChg>
        <pc:grpChg chg="mod">
          <ac:chgData name="Manuj Agrawal" userId="8275e378daeca5b2" providerId="LiveId" clId="{FDA34FAC-7963-4A76-904C-E10DA2DD4877}" dt="2023-02-10T07:04:10.408" v="53" actId="1076"/>
          <ac:grpSpMkLst>
            <pc:docMk/>
            <pc:sldMk cId="3922207980" sldId="506"/>
            <ac:grpSpMk id="19" creationId="{576475BE-3286-4055-B7CA-03E89AACEF68}"/>
          </ac:grpSpMkLst>
        </pc:grpChg>
        <pc:grpChg chg="del">
          <ac:chgData name="Manuj Agrawal" userId="8275e378daeca5b2" providerId="LiveId" clId="{FDA34FAC-7963-4A76-904C-E10DA2DD4877}" dt="2023-02-10T07:04:05.865" v="52" actId="478"/>
          <ac:grpSpMkLst>
            <pc:docMk/>
            <pc:sldMk cId="3922207980" sldId="506"/>
            <ac:grpSpMk id="20" creationId="{7C0C76A9-3E5B-4040-87F8-1506C7D37714}"/>
          </ac:grpSpMkLst>
        </pc:grpChg>
      </pc:sldChg>
      <pc:sldChg chg="addSp delSp modSp mod modNotesTx">
        <pc:chgData name="Manuj Agrawal" userId="8275e378daeca5b2" providerId="LiveId" clId="{FDA34FAC-7963-4A76-904C-E10DA2DD4877}" dt="2023-02-10T07:58:16.173" v="1550" actId="20577"/>
        <pc:sldMkLst>
          <pc:docMk/>
          <pc:sldMk cId="1213225221" sldId="546"/>
        </pc:sldMkLst>
        <pc:spChg chg="mod">
          <ac:chgData name="Manuj Agrawal" userId="8275e378daeca5b2" providerId="LiveId" clId="{FDA34FAC-7963-4A76-904C-E10DA2DD4877}" dt="2023-02-10T07:00:20.116" v="24" actId="1076"/>
          <ac:spMkLst>
            <pc:docMk/>
            <pc:sldMk cId="1213225221" sldId="546"/>
            <ac:spMk id="4" creationId="{1C12A753-1BBF-484A-BEBA-6845A6B4C183}"/>
          </ac:spMkLst>
        </pc:spChg>
        <pc:spChg chg="mod">
          <ac:chgData name="Manuj Agrawal" userId="8275e378daeca5b2" providerId="LiveId" clId="{FDA34FAC-7963-4A76-904C-E10DA2DD4877}" dt="2023-02-10T07:00:25.021" v="26" actId="1076"/>
          <ac:spMkLst>
            <pc:docMk/>
            <pc:sldMk cId="1213225221" sldId="546"/>
            <ac:spMk id="12" creationId="{77BB407C-3743-4F18-91B5-B05E45CC47F0}"/>
          </ac:spMkLst>
        </pc:spChg>
        <pc:spChg chg="mod">
          <ac:chgData name="Manuj Agrawal" userId="8275e378daeca5b2" providerId="LiveId" clId="{FDA34FAC-7963-4A76-904C-E10DA2DD4877}" dt="2023-02-10T06:59:39.269" v="11" actId="1076"/>
          <ac:spMkLst>
            <pc:docMk/>
            <pc:sldMk cId="1213225221" sldId="546"/>
            <ac:spMk id="20" creationId="{31474A7D-84AF-46FD-9927-EF534E8F4AC0}"/>
          </ac:spMkLst>
        </pc:spChg>
        <pc:picChg chg="add mod">
          <ac:chgData name="Manuj Agrawal" userId="8275e378daeca5b2" providerId="LiveId" clId="{FDA34FAC-7963-4A76-904C-E10DA2DD4877}" dt="2023-02-10T07:00:22.635" v="25" actId="1076"/>
          <ac:picMkLst>
            <pc:docMk/>
            <pc:sldMk cId="1213225221" sldId="546"/>
            <ac:picMk id="2" creationId="{1C5C6CCF-09B4-1776-8CD5-9DF236032A07}"/>
          </ac:picMkLst>
        </pc:picChg>
        <pc:picChg chg="del">
          <ac:chgData name="Manuj Agrawal" userId="8275e378daeca5b2" providerId="LiveId" clId="{FDA34FAC-7963-4A76-904C-E10DA2DD4877}" dt="2023-02-10T06:59:09.408" v="0" actId="478"/>
          <ac:picMkLst>
            <pc:docMk/>
            <pc:sldMk cId="1213225221" sldId="546"/>
            <ac:picMk id="18" creationId="{E19E244E-9AE3-4E1A-9DF4-7C94B14C1F21}"/>
          </ac:picMkLst>
        </pc:picChg>
      </pc:sldChg>
      <pc:sldChg chg="modNotesTx">
        <pc:chgData name="Manuj Agrawal" userId="8275e378daeca5b2" providerId="LiveId" clId="{FDA34FAC-7963-4A76-904C-E10DA2DD4877}" dt="2023-02-10T07:58:33.575" v="1554" actId="6549"/>
        <pc:sldMkLst>
          <pc:docMk/>
          <pc:sldMk cId="505145951" sldId="551"/>
        </pc:sldMkLst>
      </pc:sldChg>
      <pc:sldChg chg="ord modNotesTx">
        <pc:chgData name="Manuj Agrawal" userId="8275e378daeca5b2" providerId="LiveId" clId="{FDA34FAC-7963-4A76-904C-E10DA2DD4877}" dt="2023-02-10T07:58:19.934" v="1551" actId="20577"/>
        <pc:sldMkLst>
          <pc:docMk/>
          <pc:sldMk cId="2191335115" sldId="556"/>
        </pc:sldMkLst>
      </pc:sldChg>
      <pc:sldChg chg="del">
        <pc:chgData name="Manuj Agrawal" userId="8275e378daeca5b2" providerId="LiveId" clId="{FDA34FAC-7963-4A76-904C-E10DA2DD4877}" dt="2023-02-10T07:01:59.965" v="38" actId="47"/>
        <pc:sldMkLst>
          <pc:docMk/>
          <pc:sldMk cId="3569473709" sldId="560"/>
        </pc:sldMkLst>
      </pc:sldChg>
      <pc:sldChg chg="del">
        <pc:chgData name="Manuj Agrawal" userId="8275e378daeca5b2" providerId="LiveId" clId="{FDA34FAC-7963-4A76-904C-E10DA2DD4877}" dt="2023-02-10T07:56:48.889" v="1547" actId="47"/>
        <pc:sldMkLst>
          <pc:docMk/>
          <pc:sldMk cId="2268483656" sldId="563"/>
        </pc:sldMkLst>
      </pc:sldChg>
      <pc:sldChg chg="del">
        <pc:chgData name="Manuj Agrawal" userId="8275e378daeca5b2" providerId="LiveId" clId="{FDA34FAC-7963-4A76-904C-E10DA2DD4877}" dt="2023-02-10T07:56:49.816" v="1548" actId="47"/>
        <pc:sldMkLst>
          <pc:docMk/>
          <pc:sldMk cId="2415168758" sldId="564"/>
        </pc:sldMkLst>
      </pc:sldChg>
      <pc:sldChg chg="addSp delSp modSp mod modNotesTx">
        <pc:chgData name="Manuj Agrawal" userId="8275e378daeca5b2" providerId="LiveId" clId="{FDA34FAC-7963-4A76-904C-E10DA2DD4877}" dt="2023-02-10T07:58:40.490" v="1556" actId="6549"/>
        <pc:sldMkLst>
          <pc:docMk/>
          <pc:sldMk cId="2719421991" sldId="565"/>
        </pc:sldMkLst>
        <pc:spChg chg="mod">
          <ac:chgData name="Manuj Agrawal" userId="8275e378daeca5b2" providerId="LiveId" clId="{FDA34FAC-7963-4A76-904C-E10DA2DD4877}" dt="2023-02-10T07:56:37.009" v="1545" actId="1076"/>
          <ac:spMkLst>
            <pc:docMk/>
            <pc:sldMk cId="2719421991" sldId="565"/>
            <ac:spMk id="8" creationId="{FEF10653-88F6-403A-B3F7-56311D716540}"/>
          </ac:spMkLst>
        </pc:spChg>
        <pc:spChg chg="del mod">
          <ac:chgData name="Manuj Agrawal" userId="8275e378daeca5b2" providerId="LiveId" clId="{FDA34FAC-7963-4A76-904C-E10DA2DD4877}" dt="2023-02-10T07:56:21.773" v="1539" actId="478"/>
          <ac:spMkLst>
            <pc:docMk/>
            <pc:sldMk cId="2719421991" sldId="565"/>
            <ac:spMk id="57" creationId="{6E1493FB-C886-4A47-91BB-E761C4E16835}"/>
          </ac:spMkLst>
        </pc:spChg>
        <pc:spChg chg="mod">
          <ac:chgData name="Manuj Agrawal" userId="8275e378daeca5b2" providerId="LiveId" clId="{FDA34FAC-7963-4A76-904C-E10DA2DD4877}" dt="2023-02-10T07:51:45.608" v="1526" actId="1036"/>
          <ac:spMkLst>
            <pc:docMk/>
            <pc:sldMk cId="2719421991" sldId="565"/>
            <ac:spMk id="87" creationId="{5FCD3DEF-21D6-4EF9-B4D9-71828CA61DCB}"/>
          </ac:spMkLst>
        </pc:spChg>
        <pc:grpChg chg="del">
          <ac:chgData name="Manuj Agrawal" userId="8275e378daeca5b2" providerId="LiveId" clId="{FDA34FAC-7963-4A76-904C-E10DA2DD4877}" dt="2023-02-10T07:46:45.721" v="1465" actId="478"/>
          <ac:grpSpMkLst>
            <pc:docMk/>
            <pc:sldMk cId="2719421991" sldId="565"/>
            <ac:grpSpMk id="3" creationId="{BD4E3BB1-BE5D-421E-A98A-3E6F0D8EE21A}"/>
          </ac:grpSpMkLst>
        </pc:grpChg>
        <pc:grpChg chg="del">
          <ac:chgData name="Manuj Agrawal" userId="8275e378daeca5b2" providerId="LiveId" clId="{FDA34FAC-7963-4A76-904C-E10DA2DD4877}" dt="2023-02-10T07:46:45.721" v="1465" actId="478"/>
          <ac:grpSpMkLst>
            <pc:docMk/>
            <pc:sldMk cId="2719421991" sldId="565"/>
            <ac:grpSpMk id="4" creationId="{ACCAB40B-8E5C-4C56-BDCB-008AB10C7C9A}"/>
          </ac:grpSpMkLst>
        </pc:grpChg>
        <pc:grpChg chg="del">
          <ac:chgData name="Manuj Agrawal" userId="8275e378daeca5b2" providerId="LiveId" clId="{FDA34FAC-7963-4A76-904C-E10DA2DD4877}" dt="2023-02-10T07:46:45.721" v="1465" actId="478"/>
          <ac:grpSpMkLst>
            <pc:docMk/>
            <pc:sldMk cId="2719421991" sldId="565"/>
            <ac:grpSpMk id="5" creationId="{7BA2C233-0DEE-472D-8450-95926880A029}"/>
          </ac:grpSpMkLst>
        </pc:grpChg>
        <pc:grpChg chg="del">
          <ac:chgData name="Manuj Agrawal" userId="8275e378daeca5b2" providerId="LiveId" clId="{FDA34FAC-7963-4A76-904C-E10DA2DD4877}" dt="2023-02-10T07:46:45.721" v="1465" actId="478"/>
          <ac:grpSpMkLst>
            <pc:docMk/>
            <pc:sldMk cId="2719421991" sldId="565"/>
            <ac:grpSpMk id="27" creationId="{B1689C2C-FE83-4A55-890A-82CD436E89C7}"/>
          </ac:grpSpMkLst>
        </pc:grpChg>
        <pc:picChg chg="mod">
          <ac:chgData name="Manuj Agrawal" userId="8275e378daeca5b2" providerId="LiveId" clId="{FDA34FAC-7963-4A76-904C-E10DA2DD4877}" dt="2023-02-10T07:56:31.559" v="1544" actId="1076"/>
          <ac:picMkLst>
            <pc:docMk/>
            <pc:sldMk cId="2719421991" sldId="565"/>
            <ac:picMk id="6" creationId="{04AA808B-B793-180B-9BB4-A4B62FAFFB57}"/>
          </ac:picMkLst>
        </pc:picChg>
        <pc:picChg chg="add mod modCrop">
          <ac:chgData name="Manuj Agrawal" userId="8275e378daeca5b2" providerId="LiveId" clId="{FDA34FAC-7963-4A76-904C-E10DA2DD4877}" dt="2023-02-10T07:48:43.522" v="1490" actId="1076"/>
          <ac:picMkLst>
            <pc:docMk/>
            <pc:sldMk cId="2719421991" sldId="565"/>
            <ac:picMk id="7" creationId="{2837DAAB-17DA-A547-6CC7-860C682C67B9}"/>
          </ac:picMkLst>
        </pc:picChg>
        <pc:picChg chg="mod">
          <ac:chgData name="Manuj Agrawal" userId="8275e378daeca5b2" providerId="LiveId" clId="{FDA34FAC-7963-4A76-904C-E10DA2DD4877}" dt="2023-02-10T07:48:50.169" v="1495" actId="1076"/>
          <ac:picMkLst>
            <pc:docMk/>
            <pc:sldMk cId="2719421991" sldId="565"/>
            <ac:picMk id="10" creationId="{3A62F19E-0BA6-6775-B0D4-F601FEAE1FA9}"/>
          </ac:picMkLst>
        </pc:picChg>
        <pc:picChg chg="mod">
          <ac:chgData name="Manuj Agrawal" userId="8275e378daeca5b2" providerId="LiveId" clId="{FDA34FAC-7963-4A76-904C-E10DA2DD4877}" dt="2023-02-10T07:56:30.748" v="1543" actId="1076"/>
          <ac:picMkLst>
            <pc:docMk/>
            <pc:sldMk cId="2719421991" sldId="565"/>
            <ac:picMk id="11" creationId="{5ADA492A-336D-FF34-6CBE-6CAAF22680FE}"/>
          </ac:picMkLst>
        </pc:picChg>
        <pc:picChg chg="add del mod">
          <ac:chgData name="Manuj Agrawal" userId="8275e378daeca5b2" providerId="LiveId" clId="{FDA34FAC-7963-4A76-904C-E10DA2DD4877}" dt="2023-02-10T07:54:52.011" v="1530" actId="478"/>
          <ac:picMkLst>
            <pc:docMk/>
            <pc:sldMk cId="2719421991" sldId="565"/>
            <ac:picMk id="12" creationId="{735AC6A1-F236-BD72-EC0B-29B40CDA3F7F}"/>
          </ac:picMkLst>
        </pc:picChg>
        <pc:picChg chg="add mod">
          <ac:chgData name="Manuj Agrawal" userId="8275e378daeca5b2" providerId="LiveId" clId="{FDA34FAC-7963-4A76-904C-E10DA2DD4877}" dt="2023-02-10T07:56:23.925" v="1540" actId="1076"/>
          <ac:picMkLst>
            <pc:docMk/>
            <pc:sldMk cId="2719421991" sldId="565"/>
            <ac:picMk id="14" creationId="{FFA39AB2-9D00-CDC4-DA76-79FC6646F249}"/>
          </ac:picMkLst>
        </pc:picChg>
        <pc:picChg chg="del">
          <ac:chgData name="Manuj Agrawal" userId="8275e378daeca5b2" providerId="LiveId" clId="{FDA34FAC-7963-4A76-904C-E10DA2DD4877}" dt="2023-02-10T07:47:49.039" v="1468" actId="478"/>
          <ac:picMkLst>
            <pc:docMk/>
            <pc:sldMk cId="2719421991" sldId="565"/>
            <ac:picMk id="34" creationId="{ED9F0643-9071-9FA5-A74E-B71FF2E88FE2}"/>
          </ac:picMkLst>
        </pc:picChg>
        <pc:picChg chg="mod">
          <ac:chgData name="Manuj Agrawal" userId="8275e378daeca5b2" providerId="LiveId" clId="{FDA34FAC-7963-4A76-904C-E10DA2DD4877}" dt="2023-02-10T07:56:28.628" v="1542" actId="1076"/>
          <ac:picMkLst>
            <pc:docMk/>
            <pc:sldMk cId="2719421991" sldId="565"/>
            <ac:picMk id="62" creationId="{E1DFED4A-6C3D-4410-B5CE-417A49A29228}"/>
          </ac:picMkLst>
        </pc:picChg>
        <pc:picChg chg="del">
          <ac:chgData name="Manuj Agrawal" userId="8275e378daeca5b2" providerId="LiveId" clId="{FDA34FAC-7963-4A76-904C-E10DA2DD4877}" dt="2023-02-10T07:46:46.911" v="1466" actId="478"/>
          <ac:picMkLst>
            <pc:docMk/>
            <pc:sldMk cId="2719421991" sldId="565"/>
            <ac:picMk id="64" creationId="{3B1E058B-5DA2-4BF4-9628-E4BA8FAF949D}"/>
          </ac:picMkLst>
        </pc:picChg>
        <pc:picChg chg="del">
          <ac:chgData name="Manuj Agrawal" userId="8275e378daeca5b2" providerId="LiveId" clId="{FDA34FAC-7963-4A76-904C-E10DA2DD4877}" dt="2023-02-10T07:46:47.295" v="1467" actId="478"/>
          <ac:picMkLst>
            <pc:docMk/>
            <pc:sldMk cId="2719421991" sldId="565"/>
            <ac:picMk id="65" creationId="{21D37368-4683-4A2D-8716-19EFDB8FEFF8}"/>
          </ac:picMkLst>
        </pc:picChg>
        <pc:picChg chg="mod">
          <ac:chgData name="Manuj Agrawal" userId="8275e378daeca5b2" providerId="LiveId" clId="{FDA34FAC-7963-4A76-904C-E10DA2DD4877}" dt="2023-02-10T07:48:45.631" v="1492" actId="1076"/>
          <ac:picMkLst>
            <pc:docMk/>
            <pc:sldMk cId="2719421991" sldId="565"/>
            <ac:picMk id="81" creationId="{1F1028D5-3355-4247-B8CE-7B15F1D478B2}"/>
          </ac:picMkLst>
        </pc:picChg>
        <pc:picChg chg="mod">
          <ac:chgData name="Manuj Agrawal" userId="8275e378daeca5b2" providerId="LiveId" clId="{FDA34FAC-7963-4A76-904C-E10DA2DD4877}" dt="2023-02-10T07:50:36.994" v="1520" actId="1076"/>
          <ac:picMkLst>
            <pc:docMk/>
            <pc:sldMk cId="2719421991" sldId="565"/>
            <ac:picMk id="1026" creationId="{0AF0FB1A-F0C6-AEBA-3CBA-E9C89250D5A8}"/>
          </ac:picMkLst>
        </pc:picChg>
      </pc:sldChg>
      <pc:sldChg chg="addSp delSp modSp mod ord modNotesTx">
        <pc:chgData name="Manuj Agrawal" userId="8275e378daeca5b2" providerId="LiveId" clId="{FDA34FAC-7963-4A76-904C-E10DA2DD4877}" dt="2023-02-10T13:00:36.850" v="1576" actId="20577"/>
        <pc:sldMkLst>
          <pc:docMk/>
          <pc:sldMk cId="2856650110" sldId="566"/>
        </pc:sldMkLst>
        <pc:spChg chg="add mod">
          <ac:chgData name="Manuj Agrawal" userId="8275e378daeca5b2" providerId="LiveId" clId="{FDA34FAC-7963-4A76-904C-E10DA2DD4877}" dt="2023-02-10T13:00:28.078" v="1568" actId="20577"/>
          <ac:spMkLst>
            <pc:docMk/>
            <pc:sldMk cId="2856650110" sldId="566"/>
            <ac:spMk id="4" creationId="{AE44E577-F54B-1115-82EA-3CD5A5313247}"/>
          </ac:spMkLst>
        </pc:spChg>
        <pc:spChg chg="add mod">
          <ac:chgData name="Manuj Agrawal" userId="8275e378daeca5b2" providerId="LiveId" clId="{FDA34FAC-7963-4A76-904C-E10DA2DD4877}" dt="2023-02-10T13:00:31.813" v="1570" actId="20577"/>
          <ac:spMkLst>
            <pc:docMk/>
            <pc:sldMk cId="2856650110" sldId="566"/>
            <ac:spMk id="9" creationId="{DE9E5766-85FF-4F74-1929-E47D01BEA624}"/>
          </ac:spMkLst>
        </pc:spChg>
        <pc:spChg chg="add del mod">
          <ac:chgData name="Manuj Agrawal" userId="8275e378daeca5b2" providerId="LiveId" clId="{FDA34FAC-7963-4A76-904C-E10DA2DD4877}" dt="2023-02-10T07:33:36.446" v="914" actId="478"/>
          <ac:spMkLst>
            <pc:docMk/>
            <pc:sldMk cId="2856650110" sldId="566"/>
            <ac:spMk id="13" creationId="{1B57351F-9E0D-4C8B-9B0C-62DFDEA59A88}"/>
          </ac:spMkLst>
        </pc:spChg>
        <pc:spChg chg="add del mod">
          <ac:chgData name="Manuj Agrawal" userId="8275e378daeca5b2" providerId="LiveId" clId="{FDA34FAC-7963-4A76-904C-E10DA2DD4877}" dt="2023-02-10T07:27:34.890" v="627"/>
          <ac:spMkLst>
            <pc:docMk/>
            <pc:sldMk cId="2856650110" sldId="566"/>
            <ac:spMk id="14" creationId="{5682CF9B-5276-B284-AC43-58E95915ABAB}"/>
          </ac:spMkLst>
        </pc:spChg>
        <pc:spChg chg="add mod">
          <ac:chgData name="Manuj Agrawal" userId="8275e378daeca5b2" providerId="LiveId" clId="{FDA34FAC-7963-4A76-904C-E10DA2DD4877}" dt="2023-02-10T07:42:47.647" v="1437" actId="20577"/>
          <ac:spMkLst>
            <pc:docMk/>
            <pc:sldMk cId="2856650110" sldId="566"/>
            <ac:spMk id="16" creationId="{406E45B0-1E65-8BF1-E0CB-5BE6FFC0905E}"/>
          </ac:spMkLst>
        </pc:spChg>
        <pc:spChg chg="mod">
          <ac:chgData name="Manuj Agrawal" userId="8275e378daeca5b2" providerId="LiveId" clId="{FDA34FAC-7963-4A76-904C-E10DA2DD4877}" dt="2023-02-10T07:39:47.810" v="1319" actId="1076"/>
          <ac:spMkLst>
            <pc:docMk/>
            <pc:sldMk cId="2856650110" sldId="566"/>
            <ac:spMk id="17" creationId="{00000000-0000-0000-0000-000000000000}"/>
          </ac:spMkLst>
        </pc:spChg>
        <pc:spChg chg="del mod topLvl">
          <ac:chgData name="Manuj Agrawal" userId="8275e378daeca5b2" providerId="LiveId" clId="{FDA34FAC-7963-4A76-904C-E10DA2DD4877}" dt="2023-02-10T07:15:24.552" v="275" actId="478"/>
          <ac:spMkLst>
            <pc:docMk/>
            <pc:sldMk cId="2856650110" sldId="566"/>
            <ac:spMk id="19" creationId="{FE845F32-4110-4B63-BB8A-B4557680BF89}"/>
          </ac:spMkLst>
        </pc:spChg>
        <pc:spChg chg="add mod">
          <ac:chgData name="Manuj Agrawal" userId="8275e378daeca5b2" providerId="LiveId" clId="{FDA34FAC-7963-4A76-904C-E10DA2DD4877}" dt="2023-02-10T07:38:03.625" v="1109" actId="1076"/>
          <ac:spMkLst>
            <pc:docMk/>
            <pc:sldMk cId="2856650110" sldId="566"/>
            <ac:spMk id="21" creationId="{53B8B4E3-7B2B-8EE6-E5DF-01848E110E26}"/>
          </ac:spMkLst>
        </pc:spChg>
        <pc:spChg chg="add mod">
          <ac:chgData name="Manuj Agrawal" userId="8275e378daeca5b2" providerId="LiveId" clId="{FDA34FAC-7963-4A76-904C-E10DA2DD4877}" dt="2023-02-10T13:00:36.850" v="1576" actId="20577"/>
          <ac:spMkLst>
            <pc:docMk/>
            <pc:sldMk cId="2856650110" sldId="566"/>
            <ac:spMk id="22" creationId="{BC55130E-614A-A8FE-CECD-B06B628E81FC}"/>
          </ac:spMkLst>
        </pc:spChg>
        <pc:spChg chg="del mod topLvl">
          <ac:chgData name="Manuj Agrawal" userId="8275e378daeca5b2" providerId="LiveId" clId="{FDA34FAC-7963-4A76-904C-E10DA2DD4877}" dt="2023-02-10T07:15:26.281" v="276" actId="478"/>
          <ac:spMkLst>
            <pc:docMk/>
            <pc:sldMk cId="2856650110" sldId="566"/>
            <ac:spMk id="23" creationId="{4D39C011-2028-4948-B287-1929F9999FDE}"/>
          </ac:spMkLst>
        </pc:spChg>
        <pc:spChg chg="del mod topLvl">
          <ac:chgData name="Manuj Agrawal" userId="8275e378daeca5b2" providerId="LiveId" clId="{FDA34FAC-7963-4A76-904C-E10DA2DD4877}" dt="2023-02-10T07:15:28.441" v="278" actId="478"/>
          <ac:spMkLst>
            <pc:docMk/>
            <pc:sldMk cId="2856650110" sldId="566"/>
            <ac:spMk id="30" creationId="{226A7DB8-CB5F-49CA-9699-89158673C6C7}"/>
          </ac:spMkLst>
        </pc:spChg>
        <pc:spChg chg="del mod topLvl">
          <ac:chgData name="Manuj Agrawal" userId="8275e378daeca5b2" providerId="LiveId" clId="{FDA34FAC-7963-4A76-904C-E10DA2DD4877}" dt="2023-02-10T07:15:29.517" v="279" actId="478"/>
          <ac:spMkLst>
            <pc:docMk/>
            <pc:sldMk cId="2856650110" sldId="566"/>
            <ac:spMk id="32" creationId="{8A18CD4F-51AB-4878-857A-CFAB419F0682}"/>
          </ac:spMkLst>
        </pc:spChg>
        <pc:grpChg chg="del">
          <ac:chgData name="Manuj Agrawal" userId="8275e378daeca5b2" providerId="LiveId" clId="{FDA34FAC-7963-4A76-904C-E10DA2DD4877}" dt="2023-02-10T07:14:01.245" v="258" actId="478"/>
          <ac:grpSpMkLst>
            <pc:docMk/>
            <pc:sldMk cId="2856650110" sldId="566"/>
            <ac:grpSpMk id="2" creationId="{07391A86-BC7A-4BC0-BBCF-6019CC031C63}"/>
          </ac:grpSpMkLst>
        </pc:grpChg>
        <pc:grpChg chg="del">
          <ac:chgData name="Manuj Agrawal" userId="8275e378daeca5b2" providerId="LiveId" clId="{FDA34FAC-7963-4A76-904C-E10DA2DD4877}" dt="2023-02-10T07:14:00.145" v="257" actId="478"/>
          <ac:grpSpMkLst>
            <pc:docMk/>
            <pc:sldMk cId="2856650110" sldId="566"/>
            <ac:grpSpMk id="3" creationId="{D773922F-2E9D-4079-BC9F-702391E86305}"/>
          </ac:grpSpMkLst>
        </pc:grpChg>
        <pc:grpChg chg="add del">
          <ac:chgData name="Manuj Agrawal" userId="8275e378daeca5b2" providerId="LiveId" clId="{FDA34FAC-7963-4A76-904C-E10DA2DD4877}" dt="2023-02-10T07:14:05.560" v="262" actId="478"/>
          <ac:grpSpMkLst>
            <pc:docMk/>
            <pc:sldMk cId="2856650110" sldId="566"/>
            <ac:grpSpMk id="10" creationId="{426D30FD-12C9-4AB1-8990-0F8A6E42B21C}"/>
          </ac:grpSpMkLst>
        </pc:grpChg>
        <pc:grpChg chg="del">
          <ac:chgData name="Manuj Agrawal" userId="8275e378daeca5b2" providerId="LiveId" clId="{FDA34FAC-7963-4A76-904C-E10DA2DD4877}" dt="2023-02-10T07:14:02.290" v="259" actId="478"/>
          <ac:grpSpMkLst>
            <pc:docMk/>
            <pc:sldMk cId="2856650110" sldId="566"/>
            <ac:grpSpMk id="11" creationId="{9BFA346C-4DD0-4878-956D-C3A3437CBAB6}"/>
          </ac:grpSpMkLst>
        </pc:grpChg>
        <pc:picChg chg="add mod modCrop">
          <ac:chgData name="Manuj Agrawal" userId="8275e378daeca5b2" providerId="LiveId" clId="{FDA34FAC-7963-4A76-904C-E10DA2DD4877}" dt="2023-02-10T07:37:55.046" v="1107" actId="1038"/>
          <ac:picMkLst>
            <pc:docMk/>
            <pc:sldMk cId="2856650110" sldId="566"/>
            <ac:picMk id="6" creationId="{B142E2DC-FF18-D681-B29B-1AB9234952BE}"/>
          </ac:picMkLst>
        </pc:picChg>
        <pc:picChg chg="del topLvl">
          <ac:chgData name="Manuj Agrawal" userId="8275e378daeca5b2" providerId="LiveId" clId="{FDA34FAC-7963-4A76-904C-E10DA2DD4877}" dt="2023-02-10T07:14:00.145" v="257" actId="478"/>
          <ac:picMkLst>
            <pc:docMk/>
            <pc:sldMk cId="2856650110" sldId="566"/>
            <ac:picMk id="7" creationId="{DB5E5094-0C4E-4CCA-8FCE-165D8E0350DB}"/>
          </ac:picMkLst>
        </pc:picChg>
        <pc:picChg chg="add mod">
          <ac:chgData name="Manuj Agrawal" userId="8275e378daeca5b2" providerId="LiveId" clId="{FDA34FAC-7963-4A76-904C-E10DA2DD4877}" dt="2023-02-10T07:37:52.066" v="1099" actId="1038"/>
          <ac:picMkLst>
            <pc:docMk/>
            <pc:sldMk cId="2856650110" sldId="566"/>
            <ac:picMk id="8" creationId="{D9B7E611-67F4-EC6B-9CF8-25E85F914390}"/>
          </ac:picMkLst>
        </pc:picChg>
        <pc:picChg chg="del topLvl">
          <ac:chgData name="Manuj Agrawal" userId="8275e378daeca5b2" providerId="LiveId" clId="{FDA34FAC-7963-4A76-904C-E10DA2DD4877}" dt="2023-02-10T07:14:01.245" v="258" actId="478"/>
          <ac:picMkLst>
            <pc:docMk/>
            <pc:sldMk cId="2856650110" sldId="566"/>
            <ac:picMk id="12" creationId="{F948B5F2-4398-4CFD-8153-00FB625D5D91}"/>
          </ac:picMkLst>
        </pc:picChg>
        <pc:picChg chg="del topLvl">
          <ac:chgData name="Manuj Agrawal" userId="8275e378daeca5b2" providerId="LiveId" clId="{FDA34FAC-7963-4A76-904C-E10DA2DD4877}" dt="2023-02-10T07:14:02.290" v="259" actId="478"/>
          <ac:picMkLst>
            <pc:docMk/>
            <pc:sldMk cId="2856650110" sldId="566"/>
            <ac:picMk id="15" creationId="{54BFD0A6-D0B6-499A-BD77-FA7248A0FB05}"/>
          </ac:picMkLst>
        </pc:picChg>
        <pc:picChg chg="del topLvl">
          <ac:chgData name="Manuj Agrawal" userId="8275e378daeca5b2" providerId="LiveId" clId="{FDA34FAC-7963-4A76-904C-E10DA2DD4877}" dt="2023-02-10T07:14:05.560" v="262" actId="478"/>
          <ac:picMkLst>
            <pc:docMk/>
            <pc:sldMk cId="2856650110" sldId="566"/>
            <ac:picMk id="18" creationId="{8A155FA7-BFEC-4B68-A200-A83482DE40A8}"/>
          </ac:picMkLst>
        </pc:picChg>
      </pc:sldChg>
      <pc:sldChg chg="del">
        <pc:chgData name="Manuj Agrawal" userId="8275e378daeca5b2" providerId="LiveId" clId="{FDA34FAC-7963-4A76-904C-E10DA2DD4877}" dt="2023-02-10T07:00:36.168" v="27" actId="47"/>
        <pc:sldMkLst>
          <pc:docMk/>
          <pc:sldMk cId="3947572015" sldId="567"/>
        </pc:sldMkLst>
      </pc:sldChg>
      <pc:sldChg chg="modNotesTx">
        <pc:chgData name="Manuj Agrawal" userId="8275e378daeca5b2" providerId="LiveId" clId="{FDA34FAC-7963-4A76-904C-E10DA2DD4877}" dt="2023-02-10T07:58:11.786" v="1549" actId="20577"/>
        <pc:sldMkLst>
          <pc:docMk/>
          <pc:sldMk cId="2973246647" sldId="568"/>
        </pc:sldMkLst>
      </pc:sldChg>
      <pc:sldChg chg="addSp modSp mod modNotesTx">
        <pc:chgData name="Manuj Agrawal" userId="8275e378daeca5b2" providerId="LiveId" clId="{FDA34FAC-7963-4A76-904C-E10DA2DD4877}" dt="2023-02-10T07:58:36.827" v="1555" actId="6549"/>
        <pc:sldMkLst>
          <pc:docMk/>
          <pc:sldMk cId="4106624454" sldId="569"/>
        </pc:sldMkLst>
        <pc:spChg chg="mod">
          <ac:chgData name="Manuj Agrawal" userId="8275e378daeca5b2" providerId="LiveId" clId="{FDA34FAC-7963-4A76-904C-E10DA2DD4877}" dt="2023-02-10T07:03:54.060" v="50" actId="1076"/>
          <ac:spMkLst>
            <pc:docMk/>
            <pc:sldMk cId="4106624454" sldId="569"/>
            <ac:spMk id="36" creationId="{6DC82E8B-8F73-90A3-886C-F38604C0CFD3}"/>
          </ac:spMkLst>
        </pc:spChg>
        <pc:spChg chg="mod">
          <ac:chgData name="Manuj Agrawal" userId="8275e378daeca5b2" providerId="LiveId" clId="{FDA34FAC-7963-4A76-904C-E10DA2DD4877}" dt="2023-02-10T07:03:48.704" v="48" actId="1076"/>
          <ac:spMkLst>
            <pc:docMk/>
            <pc:sldMk cId="4106624454" sldId="569"/>
            <ac:spMk id="37" creationId="{EA440857-2F5C-4B1C-EE54-097064919D0F}"/>
          </ac:spMkLst>
        </pc:spChg>
        <pc:picChg chg="mod">
          <ac:chgData name="Manuj Agrawal" userId="8275e378daeca5b2" providerId="LiveId" clId="{FDA34FAC-7963-4A76-904C-E10DA2DD4877}" dt="2023-02-10T07:03:58.851" v="51" actId="1076"/>
          <ac:picMkLst>
            <pc:docMk/>
            <pc:sldMk cId="4106624454" sldId="569"/>
            <ac:picMk id="3" creationId="{13C13A0A-D573-59C1-9E78-FA915D645E83}"/>
          </ac:picMkLst>
        </pc:picChg>
        <pc:picChg chg="add mod modCrop">
          <ac:chgData name="Manuj Agrawal" userId="8275e378daeca5b2" providerId="LiveId" clId="{FDA34FAC-7963-4A76-904C-E10DA2DD4877}" dt="2023-02-10T07:03:46.484" v="47" actId="1076"/>
          <ac:picMkLst>
            <pc:docMk/>
            <pc:sldMk cId="4106624454" sldId="569"/>
            <ac:picMk id="4" creationId="{8D2A9B9D-4093-EF61-13DC-B2E3A34B51D6}"/>
          </ac:picMkLst>
        </pc:picChg>
        <pc:picChg chg="mod">
          <ac:chgData name="Manuj Agrawal" userId="8275e378daeca5b2" providerId="LiveId" clId="{FDA34FAC-7963-4A76-904C-E10DA2DD4877}" dt="2023-02-10T07:03:51.036" v="49" actId="1076"/>
          <ac:picMkLst>
            <pc:docMk/>
            <pc:sldMk cId="4106624454" sldId="569"/>
            <ac:picMk id="26" creationId="{5FEF198A-3B4F-7485-4425-FB5B85564E04}"/>
          </ac:picMkLst>
        </pc:picChg>
      </pc:sldChg>
      <pc:sldChg chg="del">
        <pc:chgData name="Manuj Agrawal" userId="8275e378daeca5b2" providerId="LiveId" clId="{FDA34FAC-7963-4A76-904C-E10DA2DD4877}" dt="2023-02-10T07:56:46.865" v="1546" actId="47"/>
        <pc:sldMkLst>
          <pc:docMk/>
          <pc:sldMk cId="3870056208" sldId="570"/>
        </pc:sldMkLst>
      </pc:sldChg>
      <pc:sldChg chg="modSp add mod ord modNotesTx">
        <pc:chgData name="Manuj Agrawal" userId="8275e378daeca5b2" providerId="LiveId" clId="{FDA34FAC-7963-4A76-904C-E10DA2DD4877}" dt="2023-02-10T07:59:07.425" v="1566" actId="1037"/>
        <pc:sldMkLst>
          <pc:docMk/>
          <pc:sldMk cId="3324685487" sldId="571"/>
        </pc:sldMkLst>
        <pc:spChg chg="mod">
          <ac:chgData name="Manuj Agrawal" userId="8275e378daeca5b2" providerId="LiveId" clId="{FDA34FAC-7963-4A76-904C-E10DA2DD4877}" dt="2023-02-10T07:58:50.471" v="1557" actId="1036"/>
          <ac:spMkLst>
            <pc:docMk/>
            <pc:sldMk cId="3324685487" sldId="571"/>
            <ac:spMk id="17" creationId="{00000000-0000-0000-0000-000000000000}"/>
          </ac:spMkLst>
        </pc:spChg>
        <pc:grpChg chg="mod">
          <ac:chgData name="Manuj Agrawal" userId="8275e378daeca5b2" providerId="LiveId" clId="{FDA34FAC-7963-4A76-904C-E10DA2DD4877}" dt="2023-02-10T07:59:02.606" v="1564" actId="1037"/>
          <ac:grpSpMkLst>
            <pc:docMk/>
            <pc:sldMk cId="3324685487" sldId="571"/>
            <ac:grpSpMk id="2" creationId="{07391A86-BC7A-4BC0-BBCF-6019CC031C63}"/>
          </ac:grpSpMkLst>
        </pc:grpChg>
        <pc:grpChg chg="mod">
          <ac:chgData name="Manuj Agrawal" userId="8275e378daeca5b2" providerId="LiveId" clId="{FDA34FAC-7963-4A76-904C-E10DA2DD4877}" dt="2023-02-10T07:58:54.824" v="1559" actId="1037"/>
          <ac:grpSpMkLst>
            <pc:docMk/>
            <pc:sldMk cId="3324685487" sldId="571"/>
            <ac:grpSpMk id="3" creationId="{D773922F-2E9D-4079-BC9F-702391E86305}"/>
          </ac:grpSpMkLst>
        </pc:grpChg>
        <pc:grpChg chg="mod">
          <ac:chgData name="Manuj Agrawal" userId="8275e378daeca5b2" providerId="LiveId" clId="{FDA34FAC-7963-4A76-904C-E10DA2DD4877}" dt="2023-02-10T07:59:07.425" v="1566" actId="1037"/>
          <ac:grpSpMkLst>
            <pc:docMk/>
            <pc:sldMk cId="3324685487" sldId="571"/>
            <ac:grpSpMk id="10" creationId="{426D30FD-12C9-4AB1-8990-0F8A6E42B21C}"/>
          </ac:grpSpMkLst>
        </pc:grpChg>
        <pc:grpChg chg="mod">
          <ac:chgData name="Manuj Agrawal" userId="8275e378daeca5b2" providerId="LiveId" clId="{FDA34FAC-7963-4A76-904C-E10DA2DD4877}" dt="2023-02-10T07:59:04.664" v="1565" actId="1037"/>
          <ac:grpSpMkLst>
            <pc:docMk/>
            <pc:sldMk cId="3324685487" sldId="571"/>
            <ac:grpSpMk id="11" creationId="{9BFA346C-4DD0-4878-956D-C3A3437CBAB6}"/>
          </ac:grpSpMkLst>
        </pc:grpChg>
      </pc:sldChg>
      <pc:sldChg chg="addSp delSp modSp add mod">
        <pc:chgData name="Manuj Agrawal" userId="8275e378daeca5b2" providerId="LiveId" clId="{FDA34FAC-7963-4A76-904C-E10DA2DD4877}" dt="2023-02-23T08:18:27.068" v="1582" actId="20577"/>
        <pc:sldMkLst>
          <pc:docMk/>
          <pc:sldMk cId="247023824" sldId="572"/>
        </pc:sldMkLst>
        <pc:spChg chg="mod">
          <ac:chgData name="Manuj Agrawal" userId="8275e378daeca5b2" providerId="LiveId" clId="{FDA34FAC-7963-4A76-904C-E10DA2DD4877}" dt="2023-02-23T08:18:27.068" v="1582" actId="20577"/>
          <ac:spMkLst>
            <pc:docMk/>
            <pc:sldMk cId="247023824" sldId="572"/>
            <ac:spMk id="4" creationId="{AE44E577-F54B-1115-82EA-3CD5A5313247}"/>
          </ac:spMkLst>
        </pc:spChg>
        <pc:spChg chg="del">
          <ac:chgData name="Manuj Agrawal" userId="8275e378daeca5b2" providerId="LiveId" clId="{FDA34FAC-7963-4A76-904C-E10DA2DD4877}" dt="2023-02-10T07:41:01.256" v="1327" actId="478"/>
          <ac:spMkLst>
            <pc:docMk/>
            <pc:sldMk cId="247023824" sldId="572"/>
            <ac:spMk id="9" creationId="{DE9E5766-85FF-4F74-1929-E47D01BEA624}"/>
          </ac:spMkLst>
        </pc:spChg>
        <pc:spChg chg="mod">
          <ac:chgData name="Manuj Agrawal" userId="8275e378daeca5b2" providerId="LiveId" clId="{FDA34FAC-7963-4A76-904C-E10DA2DD4877}" dt="2023-02-10T07:46:29.947" v="1464" actId="20577"/>
          <ac:spMkLst>
            <pc:docMk/>
            <pc:sldMk cId="247023824" sldId="572"/>
            <ac:spMk id="16" creationId="{406E45B0-1E65-8BF1-E0CB-5BE6FFC0905E}"/>
          </ac:spMkLst>
        </pc:spChg>
        <pc:spChg chg="mod">
          <ac:chgData name="Manuj Agrawal" userId="8275e378daeca5b2" providerId="LiveId" clId="{FDA34FAC-7963-4A76-904C-E10DA2DD4877}" dt="2023-02-10T07:44:45.049" v="1442" actId="1076"/>
          <ac:spMkLst>
            <pc:docMk/>
            <pc:sldMk cId="247023824" sldId="572"/>
            <ac:spMk id="21" creationId="{53B8B4E3-7B2B-8EE6-E5DF-01848E110E26}"/>
          </ac:spMkLst>
        </pc:spChg>
        <pc:spChg chg="del">
          <ac:chgData name="Manuj Agrawal" userId="8275e378daeca5b2" providerId="LiveId" clId="{FDA34FAC-7963-4A76-904C-E10DA2DD4877}" dt="2023-02-10T07:41:03.074" v="1328" actId="478"/>
          <ac:spMkLst>
            <pc:docMk/>
            <pc:sldMk cId="247023824" sldId="572"/>
            <ac:spMk id="22" creationId="{BC55130E-614A-A8FE-CECD-B06B628E81FC}"/>
          </ac:spMkLst>
        </pc:spChg>
        <pc:picChg chg="add mod">
          <ac:chgData name="Manuj Agrawal" userId="8275e378daeca5b2" providerId="LiveId" clId="{FDA34FAC-7963-4A76-904C-E10DA2DD4877}" dt="2023-02-10T07:44:34.886" v="1439" actId="1038"/>
          <ac:picMkLst>
            <pc:docMk/>
            <pc:sldMk cId="247023824" sldId="572"/>
            <ac:picMk id="2" creationId="{A66E333B-7B24-4EF1-CD41-E5072904428D}"/>
          </ac:picMkLst>
        </pc:picChg>
        <pc:picChg chg="del">
          <ac:chgData name="Manuj Agrawal" userId="8275e378daeca5b2" providerId="LiveId" clId="{FDA34FAC-7963-4A76-904C-E10DA2DD4877}" dt="2023-02-10T07:40:59.596" v="1326" actId="478"/>
          <ac:picMkLst>
            <pc:docMk/>
            <pc:sldMk cId="247023824" sldId="572"/>
            <ac:picMk id="6" creationId="{B142E2DC-FF18-D681-B29B-1AB9234952BE}"/>
          </ac:picMkLst>
        </pc:picChg>
        <pc:picChg chg="del">
          <ac:chgData name="Manuj Agrawal" userId="8275e378daeca5b2" providerId="LiveId" clId="{FDA34FAC-7963-4A76-904C-E10DA2DD4877}" dt="2023-02-10T07:40:47.060" v="1321" actId="478"/>
          <ac:picMkLst>
            <pc:docMk/>
            <pc:sldMk cId="247023824" sldId="572"/>
            <ac:picMk id="8" creationId="{D9B7E611-67F4-EC6B-9CF8-25E85F914390}"/>
          </ac:picMkLst>
        </pc:picChg>
      </pc:sldChg>
    </pc:docChg>
  </pc:docChgLst>
  <pc:docChgLst>
    <pc:chgData name="Manuj Agrawal" userId="8275e378daeca5b2" providerId="LiveId" clId="{DDAC8C1A-5AD8-4CBD-8F61-8D233D03A885}"/>
    <pc:docChg chg="undo redo custSel addSld delSld modSld sldOrd">
      <pc:chgData name="Manuj Agrawal" userId="8275e378daeca5b2" providerId="LiveId" clId="{DDAC8C1A-5AD8-4CBD-8F61-8D233D03A885}" dt="2021-12-05T14:44:30.915" v="7617" actId="20577"/>
      <pc:docMkLst>
        <pc:docMk/>
      </pc:docMkLst>
      <pc:sldChg chg="add del modNotesTx">
        <pc:chgData name="Manuj Agrawal" userId="8275e378daeca5b2" providerId="LiveId" clId="{DDAC8C1A-5AD8-4CBD-8F61-8D233D03A885}" dt="2021-12-05T12:34:21.375" v="3197" actId="20577"/>
        <pc:sldMkLst>
          <pc:docMk/>
          <pc:sldMk cId="4132242691" sldId="439"/>
        </pc:sldMkLst>
      </pc:sldChg>
      <pc:sldChg chg="modNotesTx">
        <pc:chgData name="Manuj Agrawal" userId="8275e378daeca5b2" providerId="LiveId" clId="{DDAC8C1A-5AD8-4CBD-8F61-8D233D03A885}" dt="2021-12-05T14:40:54.198" v="7075" actId="20577"/>
        <pc:sldMkLst>
          <pc:docMk/>
          <pc:sldMk cId="2924652405" sldId="446"/>
        </pc:sldMkLst>
      </pc:sldChg>
      <pc:sldChg chg="modNotesTx">
        <pc:chgData name="Manuj Agrawal" userId="8275e378daeca5b2" providerId="LiveId" clId="{DDAC8C1A-5AD8-4CBD-8F61-8D233D03A885}" dt="2021-12-05T13:45:20.823" v="6367" actId="20577"/>
        <pc:sldMkLst>
          <pc:docMk/>
          <pc:sldMk cId="1886868575" sldId="452"/>
        </pc:sldMkLst>
      </pc:sldChg>
      <pc:sldChg chg="modSp mod modNotesTx">
        <pc:chgData name="Manuj Agrawal" userId="8275e378daeca5b2" providerId="LiveId" clId="{DDAC8C1A-5AD8-4CBD-8F61-8D233D03A885}" dt="2021-12-05T13:46:13.936" v="6557" actId="20577"/>
        <pc:sldMkLst>
          <pc:docMk/>
          <pc:sldMk cId="0" sldId="462"/>
        </pc:sldMkLst>
        <pc:spChg chg="mod">
          <ac:chgData name="Manuj Agrawal" userId="8275e378daeca5b2" providerId="LiveId" clId="{DDAC8C1A-5AD8-4CBD-8F61-8D233D03A885}" dt="2021-12-05T12:10:03.142" v="1573" actId="20577"/>
          <ac:spMkLst>
            <pc:docMk/>
            <pc:sldMk cId="0" sldId="462"/>
            <ac:spMk id="58" creationId="{00000000-0000-0000-0000-000000000000}"/>
          </ac:spMkLst>
        </pc:spChg>
      </pc:sldChg>
      <pc:sldChg chg="modNotesTx">
        <pc:chgData name="Manuj Agrawal" userId="8275e378daeca5b2" providerId="LiveId" clId="{DDAC8C1A-5AD8-4CBD-8F61-8D233D03A885}" dt="2021-12-05T14:40:07.659" v="6905" actId="20577"/>
        <pc:sldMkLst>
          <pc:docMk/>
          <pc:sldMk cId="4070165547" sldId="472"/>
        </pc:sldMkLst>
      </pc:sldChg>
      <pc:sldChg chg="modSp mod modNotesTx">
        <pc:chgData name="Manuj Agrawal" userId="8275e378daeca5b2" providerId="LiveId" clId="{DDAC8C1A-5AD8-4CBD-8F61-8D233D03A885}" dt="2021-12-05T14:41:38.920" v="7257" actId="20577"/>
        <pc:sldMkLst>
          <pc:docMk/>
          <pc:sldMk cId="722639226" sldId="481"/>
        </pc:sldMkLst>
        <pc:spChg chg="mod">
          <ac:chgData name="Manuj Agrawal" userId="8275e378daeca5b2" providerId="LiveId" clId="{DDAC8C1A-5AD8-4CBD-8F61-8D233D03A885}" dt="2021-12-05T12:04:32.931" v="1546" actId="20577"/>
          <ac:spMkLst>
            <pc:docMk/>
            <pc:sldMk cId="722639226" sldId="481"/>
            <ac:spMk id="9" creationId="{8FD0F4BC-33A6-494F-9F9A-8670F70B87DC}"/>
          </ac:spMkLst>
        </pc:spChg>
        <pc:spChg chg="mod">
          <ac:chgData name="Manuj Agrawal" userId="8275e378daeca5b2" providerId="LiveId" clId="{DDAC8C1A-5AD8-4CBD-8F61-8D233D03A885}" dt="2021-12-05T12:02:34.604" v="1273" actId="20577"/>
          <ac:spMkLst>
            <pc:docMk/>
            <pc:sldMk cId="722639226" sldId="481"/>
            <ac:spMk id="11" creationId="{FF1098FB-68F5-4566-8FF9-44B8794DE334}"/>
          </ac:spMkLst>
        </pc:spChg>
        <pc:spChg chg="mod">
          <ac:chgData name="Manuj Agrawal" userId="8275e378daeca5b2" providerId="LiveId" clId="{DDAC8C1A-5AD8-4CBD-8F61-8D233D03A885}" dt="2021-12-05T12:03:15.969" v="1434" actId="20577"/>
          <ac:spMkLst>
            <pc:docMk/>
            <pc:sldMk cId="722639226" sldId="481"/>
            <ac:spMk id="13" creationId="{5FEA3B4D-CFF3-467B-BE94-65D1F327CFBB}"/>
          </ac:spMkLst>
        </pc:spChg>
      </pc:sldChg>
      <pc:sldChg chg="modNotesTx">
        <pc:chgData name="Manuj Agrawal" userId="8275e378daeca5b2" providerId="LiveId" clId="{DDAC8C1A-5AD8-4CBD-8F61-8D233D03A885}" dt="2021-12-05T13:09:50.757" v="5364" actId="20577"/>
        <pc:sldMkLst>
          <pc:docMk/>
          <pc:sldMk cId="2413752973" sldId="486"/>
        </pc:sldMkLst>
      </pc:sldChg>
      <pc:sldChg chg="addSp delSp modSp mod ord modNotesTx">
        <pc:chgData name="Manuj Agrawal" userId="8275e378daeca5b2" providerId="LiveId" clId="{DDAC8C1A-5AD8-4CBD-8F61-8D233D03A885}" dt="2021-12-05T13:12:19.431" v="5582" actId="20577"/>
        <pc:sldMkLst>
          <pc:docMk/>
          <pc:sldMk cId="1954424249" sldId="487"/>
        </pc:sldMkLst>
        <pc:spChg chg="mod">
          <ac:chgData name="Manuj Agrawal" userId="8275e378daeca5b2" providerId="LiveId" clId="{DDAC8C1A-5AD8-4CBD-8F61-8D233D03A885}" dt="2021-12-05T08:15:26.854" v="493" actId="1076"/>
          <ac:spMkLst>
            <pc:docMk/>
            <pc:sldMk cId="1954424249" sldId="487"/>
            <ac:spMk id="11" creationId="{F91F8435-B5ED-4081-8A93-CF4DE5953CAB}"/>
          </ac:spMkLst>
        </pc:spChg>
        <pc:spChg chg="mod">
          <ac:chgData name="Manuj Agrawal" userId="8275e378daeca5b2" providerId="LiveId" clId="{DDAC8C1A-5AD8-4CBD-8F61-8D233D03A885}" dt="2021-12-05T08:15:32.986" v="494" actId="1076"/>
          <ac:spMkLst>
            <pc:docMk/>
            <pc:sldMk cId="1954424249" sldId="487"/>
            <ac:spMk id="15" creationId="{F8606FC4-8676-4DF9-BC88-EB1B2C18393C}"/>
          </ac:spMkLst>
        </pc:spChg>
        <pc:spChg chg="mod">
          <ac:chgData name="Manuj Agrawal" userId="8275e378daeca5b2" providerId="LiveId" clId="{DDAC8C1A-5AD8-4CBD-8F61-8D233D03A885}" dt="2021-12-05T08:32:22.763" v="550" actId="1076"/>
          <ac:spMkLst>
            <pc:docMk/>
            <pc:sldMk cId="1954424249" sldId="487"/>
            <ac:spMk id="16" creationId="{549CB9A6-E893-47E7-8E85-EE649B535FA3}"/>
          </ac:spMkLst>
        </pc:spChg>
        <pc:spChg chg="mod">
          <ac:chgData name="Manuj Agrawal" userId="8275e378daeca5b2" providerId="LiveId" clId="{DDAC8C1A-5AD8-4CBD-8F61-8D233D03A885}" dt="2021-12-05T08:32:25.948" v="551" actId="1076"/>
          <ac:spMkLst>
            <pc:docMk/>
            <pc:sldMk cId="1954424249" sldId="487"/>
            <ac:spMk id="17" creationId="{B629B683-1759-4886-84E9-3B6EEC34C4A2}"/>
          </ac:spMkLst>
        </pc:spChg>
        <pc:spChg chg="del">
          <ac:chgData name="Manuj Agrawal" userId="8275e378daeca5b2" providerId="LiveId" clId="{DDAC8C1A-5AD8-4CBD-8F61-8D233D03A885}" dt="2021-12-05T08:16:57.850" v="522" actId="478"/>
          <ac:spMkLst>
            <pc:docMk/>
            <pc:sldMk cId="1954424249" sldId="487"/>
            <ac:spMk id="19" creationId="{B1264165-9F3B-4A7C-923E-C1EB4DBFE277}"/>
          </ac:spMkLst>
        </pc:spChg>
        <pc:picChg chg="add del mod">
          <ac:chgData name="Manuj Agrawal" userId="8275e378daeca5b2" providerId="LiveId" clId="{DDAC8C1A-5AD8-4CBD-8F61-8D233D03A885}" dt="2021-12-05T08:22:54.379" v="529" actId="478"/>
          <ac:picMkLst>
            <pc:docMk/>
            <pc:sldMk cId="1954424249" sldId="487"/>
            <ac:picMk id="4" creationId="{526BB45F-0E1B-46FD-AB04-5F8D7D0ECFD7}"/>
          </ac:picMkLst>
        </pc:picChg>
        <pc:picChg chg="add mod">
          <ac:chgData name="Manuj Agrawal" userId="8275e378daeca5b2" providerId="LiveId" clId="{DDAC8C1A-5AD8-4CBD-8F61-8D233D03A885}" dt="2021-12-05T08:30:02.324" v="539" actId="1076"/>
          <ac:picMkLst>
            <pc:docMk/>
            <pc:sldMk cId="1954424249" sldId="487"/>
            <ac:picMk id="6" creationId="{651B39D3-3EEC-4259-A305-D28AFC10A94F}"/>
          </ac:picMkLst>
        </pc:picChg>
        <pc:picChg chg="add mod">
          <ac:chgData name="Manuj Agrawal" userId="8275e378daeca5b2" providerId="LiveId" clId="{DDAC8C1A-5AD8-4CBD-8F61-8D233D03A885}" dt="2021-12-05T08:31:25.807" v="545" actId="1076"/>
          <ac:picMkLst>
            <pc:docMk/>
            <pc:sldMk cId="1954424249" sldId="487"/>
            <ac:picMk id="9" creationId="{21022D17-0E85-4E38-899A-4F98B3183853}"/>
          </ac:picMkLst>
        </pc:picChg>
        <pc:picChg chg="mod">
          <ac:chgData name="Manuj Agrawal" userId="8275e378daeca5b2" providerId="LiveId" clId="{DDAC8C1A-5AD8-4CBD-8F61-8D233D03A885}" dt="2021-12-05T08:15:26.854" v="493" actId="1076"/>
          <ac:picMkLst>
            <pc:docMk/>
            <pc:sldMk cId="1954424249" sldId="487"/>
            <ac:picMk id="14" creationId="{19060B3B-F349-47E3-9406-7415E8F11272}"/>
          </ac:picMkLst>
        </pc:picChg>
        <pc:picChg chg="mod">
          <ac:chgData name="Manuj Agrawal" userId="8275e378daeca5b2" providerId="LiveId" clId="{DDAC8C1A-5AD8-4CBD-8F61-8D233D03A885}" dt="2021-12-05T08:15:32.986" v="494" actId="1076"/>
          <ac:picMkLst>
            <pc:docMk/>
            <pc:sldMk cId="1954424249" sldId="487"/>
            <ac:picMk id="18" creationId="{79545B10-F37C-467E-B5CA-362E403A4F0D}"/>
          </ac:picMkLst>
        </pc:picChg>
        <pc:picChg chg="add mod">
          <ac:chgData name="Manuj Agrawal" userId="8275e378daeca5b2" providerId="LiveId" clId="{DDAC8C1A-5AD8-4CBD-8F61-8D233D03A885}" dt="2021-12-05T08:31:19.154" v="544" actId="962"/>
          <ac:picMkLst>
            <pc:docMk/>
            <pc:sldMk cId="1954424249" sldId="487"/>
            <ac:picMk id="21" creationId="{2DE93E62-FB1F-442E-8C0D-E0DEC6BADB83}"/>
          </ac:picMkLst>
        </pc:picChg>
        <pc:picChg chg="del">
          <ac:chgData name="Manuj Agrawal" userId="8275e378daeca5b2" providerId="LiveId" clId="{DDAC8C1A-5AD8-4CBD-8F61-8D233D03A885}" dt="2021-12-05T08:16:57.850" v="522" actId="478"/>
          <ac:picMkLst>
            <pc:docMk/>
            <pc:sldMk cId="1954424249" sldId="487"/>
            <ac:picMk id="22" creationId="{451E26AA-5471-4CE8-8830-A1CAF33B54C9}"/>
          </ac:picMkLst>
        </pc:picChg>
      </pc:sldChg>
      <pc:sldChg chg="modNotesTx">
        <pc:chgData name="Manuj Agrawal" userId="8275e378daeca5b2" providerId="LiveId" clId="{DDAC8C1A-5AD8-4CBD-8F61-8D233D03A885}" dt="2021-12-05T13:10:18.075" v="5473" actId="20577"/>
        <pc:sldMkLst>
          <pc:docMk/>
          <pc:sldMk cId="57572407" sldId="488"/>
        </pc:sldMkLst>
      </pc:sldChg>
      <pc:sldChg chg="add del ord">
        <pc:chgData name="Manuj Agrawal" userId="8275e378daeca5b2" providerId="LiveId" clId="{DDAC8C1A-5AD8-4CBD-8F61-8D233D03A885}" dt="2021-12-05T11:53:24.254" v="795"/>
        <pc:sldMkLst>
          <pc:docMk/>
          <pc:sldMk cId="3461840701" sldId="489"/>
        </pc:sldMkLst>
      </pc:sldChg>
      <pc:sldChg chg="addSp delSp modSp mod modNotesTx">
        <pc:chgData name="Manuj Agrawal" userId="8275e378daeca5b2" providerId="LiveId" clId="{DDAC8C1A-5AD8-4CBD-8F61-8D233D03A885}" dt="2021-12-05T12:27:42.863" v="2752" actId="20577"/>
        <pc:sldMkLst>
          <pc:docMk/>
          <pc:sldMk cId="2332114638" sldId="503"/>
        </pc:sldMkLst>
        <pc:spChg chg="del">
          <ac:chgData name="Manuj Agrawal" userId="8275e378daeca5b2" providerId="LiveId" clId="{DDAC8C1A-5AD8-4CBD-8F61-8D233D03A885}" dt="2021-12-05T08:34:06.583" v="554" actId="478"/>
          <ac:spMkLst>
            <pc:docMk/>
            <pc:sldMk cId="2332114638" sldId="503"/>
            <ac:spMk id="3" creationId="{09ACB07E-D2F0-4914-AB72-473971135267}"/>
          </ac:spMkLst>
        </pc:spChg>
        <pc:spChg chg="add mod">
          <ac:chgData name="Manuj Agrawal" userId="8275e378daeca5b2" providerId="LiveId" clId="{DDAC8C1A-5AD8-4CBD-8F61-8D233D03A885}" dt="2021-12-05T08:37:38.301" v="575" actId="164"/>
          <ac:spMkLst>
            <pc:docMk/>
            <pc:sldMk cId="2332114638" sldId="503"/>
            <ac:spMk id="10" creationId="{6E521B33-EB16-44A2-ADD3-BB45548D24E9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12" creationId="{AD40303A-04E3-47D0-BD2F-8A62B3168BAA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13" creationId="{410CA74D-683C-4473-AE3C-300EAF83E190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14" creationId="{37A44D1D-7E11-4162-9401-F211907C423E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15" creationId="{E4236546-03A1-4A3A-9EA8-DECA7329D126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16" creationId="{F7E53AAF-7E12-46A3-BFAA-E6FA8CEB4E89}"/>
          </ac:spMkLst>
        </pc:spChg>
        <pc:spChg chg="mod">
          <ac:chgData name="Manuj Agrawal" userId="8275e378daeca5b2" providerId="LiveId" clId="{DDAC8C1A-5AD8-4CBD-8F61-8D233D03A885}" dt="2021-12-05T08:40:04" v="599" actId="1076"/>
          <ac:spMkLst>
            <pc:docMk/>
            <pc:sldMk cId="2332114638" sldId="503"/>
            <ac:spMk id="17" creationId="{00000000-0000-0000-0000-000000000000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18" creationId="{5D4CD872-94B9-4204-9928-DA3612E7615F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19" creationId="{47A785C0-44C1-492B-869B-44DE6D35257C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20" creationId="{A2757BCD-44A1-4637-9BF6-B17FBDFE4561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21" creationId="{1064FE68-872A-487C-A540-DF21DB011E0B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22" creationId="{0A4622F5-E2A1-4370-A682-DAE3FDEC3B50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23" creationId="{3A393FAB-5523-46B2-AB28-42916F62B19B}"/>
          </ac:spMkLst>
        </pc:spChg>
        <pc:spChg chg="mod">
          <ac:chgData name="Manuj Agrawal" userId="8275e378daeca5b2" providerId="LiveId" clId="{DDAC8C1A-5AD8-4CBD-8F61-8D233D03A885}" dt="2021-12-05T08:39:59.529" v="598" actId="1076"/>
          <ac:spMkLst>
            <pc:docMk/>
            <pc:sldMk cId="2332114638" sldId="503"/>
            <ac:spMk id="37" creationId="{42B42F82-AEC2-4464-889B-1A93FAE34CFE}"/>
          </ac:spMkLst>
        </pc:spChg>
        <pc:grpChg chg="add mod">
          <ac:chgData name="Manuj Agrawal" userId="8275e378daeca5b2" providerId="LiveId" clId="{DDAC8C1A-5AD8-4CBD-8F61-8D233D03A885}" dt="2021-12-05T08:39:18.985" v="593" actId="1076"/>
          <ac:grpSpMkLst>
            <pc:docMk/>
            <pc:sldMk cId="2332114638" sldId="503"/>
            <ac:grpSpMk id="2" creationId="{3038267E-A62A-4D64-85A5-0B139A56E17F}"/>
          </ac:grpSpMkLst>
        </pc:grpChg>
        <pc:grpChg chg="add mod">
          <ac:chgData name="Manuj Agrawal" userId="8275e378daeca5b2" providerId="LiveId" clId="{DDAC8C1A-5AD8-4CBD-8F61-8D233D03A885}" dt="2021-12-05T08:37:38.301" v="575" actId="164"/>
          <ac:grpSpMkLst>
            <pc:docMk/>
            <pc:sldMk cId="2332114638" sldId="503"/>
            <ac:grpSpMk id="11" creationId="{B15CD57C-0AD8-48B6-BE7C-D7D9B028BBF7}"/>
          </ac:grpSpMkLst>
        </pc:grpChg>
        <pc:graphicFrameChg chg="mod modGraphic">
          <ac:chgData name="Manuj Agrawal" userId="8275e378daeca5b2" providerId="LiveId" clId="{DDAC8C1A-5AD8-4CBD-8F61-8D233D03A885}" dt="2021-12-05T08:39:44.682" v="597" actId="403"/>
          <ac:graphicFrameMkLst>
            <pc:docMk/>
            <pc:sldMk cId="2332114638" sldId="503"/>
            <ac:graphicFrameMk id="9" creationId="{26E5A1B9-A8D1-47DB-A261-8C73C3BA00CF}"/>
          </ac:graphicFrameMkLst>
        </pc:graphicFrameChg>
        <pc:picChg chg="del">
          <ac:chgData name="Manuj Agrawal" userId="8275e378daeca5b2" providerId="LiveId" clId="{DDAC8C1A-5AD8-4CBD-8F61-8D233D03A885}" dt="2021-12-05T08:38:28.301" v="585" actId="478"/>
          <ac:picMkLst>
            <pc:docMk/>
            <pc:sldMk cId="2332114638" sldId="503"/>
            <ac:picMk id="5" creationId="{0307D87B-1B82-4EB2-BFFE-E2E7BAA9B1BA}"/>
          </ac:picMkLst>
        </pc:picChg>
        <pc:picChg chg="mod">
          <ac:chgData name="Manuj Agrawal" userId="8275e378daeca5b2" providerId="LiveId" clId="{DDAC8C1A-5AD8-4CBD-8F61-8D233D03A885}" dt="2021-12-05T08:39:26.670" v="595" actId="1076"/>
          <ac:picMkLst>
            <pc:docMk/>
            <pc:sldMk cId="2332114638" sldId="503"/>
            <ac:picMk id="6" creationId="{3055712A-4118-41C5-ADDF-3E3656C75C29}"/>
          </ac:picMkLst>
        </pc:picChg>
        <pc:picChg chg="mod">
          <ac:chgData name="Manuj Agrawal" userId="8275e378daeca5b2" providerId="LiveId" clId="{DDAC8C1A-5AD8-4CBD-8F61-8D233D03A885}" dt="2021-12-05T08:39:09.752" v="592" actId="1076"/>
          <ac:picMkLst>
            <pc:docMk/>
            <pc:sldMk cId="2332114638" sldId="503"/>
            <ac:picMk id="7" creationId="{5AB8910A-7B68-4CFC-93A9-1CA4F2667EF9}"/>
          </ac:picMkLst>
        </pc:picChg>
        <pc:picChg chg="mod">
          <ac:chgData name="Manuj Agrawal" userId="8275e378daeca5b2" providerId="LiveId" clId="{DDAC8C1A-5AD8-4CBD-8F61-8D233D03A885}" dt="2021-12-05T08:39:33.095" v="596" actId="1076"/>
          <ac:picMkLst>
            <pc:docMk/>
            <pc:sldMk cId="2332114638" sldId="503"/>
            <ac:picMk id="8" creationId="{262640BD-9051-4B5D-99C2-174AC81C6C29}"/>
          </ac:picMkLst>
        </pc:picChg>
      </pc:sldChg>
      <pc:sldChg chg="delSp modSp mod modNotesTx">
        <pc:chgData name="Manuj Agrawal" userId="8275e378daeca5b2" providerId="LiveId" clId="{DDAC8C1A-5AD8-4CBD-8F61-8D233D03A885}" dt="2021-12-05T13:48:49.783" v="6678" actId="20577"/>
        <pc:sldMkLst>
          <pc:docMk/>
          <pc:sldMk cId="1614889212" sldId="505"/>
        </pc:sldMkLst>
        <pc:spChg chg="mod">
          <ac:chgData name="Manuj Agrawal" userId="8275e378daeca5b2" providerId="LiveId" clId="{DDAC8C1A-5AD8-4CBD-8F61-8D233D03A885}" dt="2021-12-05T07:51:26.105" v="168" actId="1076"/>
          <ac:spMkLst>
            <pc:docMk/>
            <pc:sldMk cId="1614889212" sldId="505"/>
            <ac:spMk id="25" creationId="{A3F3A4B3-FEAB-4F1E-B47B-1E44CFF94FAF}"/>
          </ac:spMkLst>
        </pc:spChg>
        <pc:spChg chg="mod">
          <ac:chgData name="Manuj Agrawal" userId="8275e378daeca5b2" providerId="LiveId" clId="{DDAC8C1A-5AD8-4CBD-8F61-8D233D03A885}" dt="2021-12-05T08:05:57.267" v="364" actId="1076"/>
          <ac:spMkLst>
            <pc:docMk/>
            <pc:sldMk cId="1614889212" sldId="505"/>
            <ac:spMk id="26" creationId="{20A74619-AD9A-4012-8DA5-BB46317214BC}"/>
          </ac:spMkLst>
        </pc:spChg>
        <pc:spChg chg="mod">
          <ac:chgData name="Manuj Agrawal" userId="8275e378daeca5b2" providerId="LiveId" clId="{DDAC8C1A-5AD8-4CBD-8F61-8D233D03A885}" dt="2021-12-05T08:05:42.518" v="363" actId="1076"/>
          <ac:spMkLst>
            <pc:docMk/>
            <pc:sldMk cId="1614889212" sldId="505"/>
            <ac:spMk id="28" creationId="{DAF93030-C30D-4420-B37A-55E33783817D}"/>
          </ac:spMkLst>
        </pc:spChg>
        <pc:spChg chg="mod">
          <ac:chgData name="Manuj Agrawal" userId="8275e378daeca5b2" providerId="LiveId" clId="{DDAC8C1A-5AD8-4CBD-8F61-8D233D03A885}" dt="2021-12-05T07:51:26.105" v="168" actId="1076"/>
          <ac:spMkLst>
            <pc:docMk/>
            <pc:sldMk cId="1614889212" sldId="505"/>
            <ac:spMk id="29" creationId="{6C46D106-05B3-4330-B887-EA65161653D3}"/>
          </ac:spMkLst>
        </pc:spChg>
        <pc:spChg chg="mod">
          <ac:chgData name="Manuj Agrawal" userId="8275e378daeca5b2" providerId="LiveId" clId="{DDAC8C1A-5AD8-4CBD-8F61-8D233D03A885}" dt="2021-12-05T07:51:26.105" v="168" actId="1076"/>
          <ac:spMkLst>
            <pc:docMk/>
            <pc:sldMk cId="1614889212" sldId="505"/>
            <ac:spMk id="31" creationId="{196CB89C-8F98-48F6-9156-EE851111F03A}"/>
          </ac:spMkLst>
        </pc:spChg>
        <pc:spChg chg="del mod">
          <ac:chgData name="Manuj Agrawal" userId="8275e378daeca5b2" providerId="LiveId" clId="{DDAC8C1A-5AD8-4CBD-8F61-8D233D03A885}" dt="2021-12-05T08:05:32.519" v="362" actId="478"/>
          <ac:spMkLst>
            <pc:docMk/>
            <pc:sldMk cId="1614889212" sldId="505"/>
            <ac:spMk id="37" creationId="{F3806908-9140-4ECA-B3CA-633507EE1F96}"/>
          </ac:spMkLst>
        </pc:spChg>
        <pc:spChg chg="mod">
          <ac:chgData name="Manuj Agrawal" userId="8275e378daeca5b2" providerId="LiveId" clId="{DDAC8C1A-5AD8-4CBD-8F61-8D233D03A885}" dt="2021-12-05T07:51:26.105" v="168" actId="1076"/>
          <ac:spMkLst>
            <pc:docMk/>
            <pc:sldMk cId="1614889212" sldId="505"/>
            <ac:spMk id="46" creationId="{3123FE44-D10D-4CA1-A2AD-232055C2AA6A}"/>
          </ac:spMkLst>
        </pc:spChg>
        <pc:spChg chg="mod">
          <ac:chgData name="Manuj Agrawal" userId="8275e378daeca5b2" providerId="LiveId" clId="{DDAC8C1A-5AD8-4CBD-8F61-8D233D03A885}" dt="2021-12-05T07:51:26.105" v="168" actId="1076"/>
          <ac:spMkLst>
            <pc:docMk/>
            <pc:sldMk cId="1614889212" sldId="505"/>
            <ac:spMk id="47" creationId="{18EDD0B6-D3CC-42FD-AADA-D0B98EEED4C1}"/>
          </ac:spMkLst>
        </pc:spChg>
        <pc:spChg chg="mod">
          <ac:chgData name="Manuj Agrawal" userId="8275e378daeca5b2" providerId="LiveId" clId="{DDAC8C1A-5AD8-4CBD-8F61-8D233D03A885}" dt="2021-12-05T07:51:26.105" v="168" actId="1076"/>
          <ac:spMkLst>
            <pc:docMk/>
            <pc:sldMk cId="1614889212" sldId="505"/>
            <ac:spMk id="49" creationId="{9CE07388-E382-4920-97B0-D1124EF8BC44}"/>
          </ac:spMkLst>
        </pc:spChg>
        <pc:grpChg chg="mod">
          <ac:chgData name="Manuj Agrawal" userId="8275e378daeca5b2" providerId="LiveId" clId="{DDAC8C1A-5AD8-4CBD-8F61-8D233D03A885}" dt="2021-12-05T07:51:26.105" v="168" actId="1076"/>
          <ac:grpSpMkLst>
            <pc:docMk/>
            <pc:sldMk cId="1614889212" sldId="505"/>
            <ac:grpSpMk id="4" creationId="{23D7197B-112D-46E3-B34D-0F922DC66EA6}"/>
          </ac:grpSpMkLst>
        </pc:grpChg>
        <pc:grpChg chg="mod">
          <ac:chgData name="Manuj Agrawal" userId="8275e378daeca5b2" providerId="LiveId" clId="{DDAC8C1A-5AD8-4CBD-8F61-8D233D03A885}" dt="2021-12-05T08:05:42.518" v="363" actId="1076"/>
          <ac:grpSpMkLst>
            <pc:docMk/>
            <pc:sldMk cId="1614889212" sldId="505"/>
            <ac:grpSpMk id="8" creationId="{BFCB86D0-BC3B-4F63-A585-CF3F4563BCA6}"/>
          </ac:grpSpMkLst>
        </pc:grpChg>
        <pc:grpChg chg="mod">
          <ac:chgData name="Manuj Agrawal" userId="8275e378daeca5b2" providerId="LiveId" clId="{DDAC8C1A-5AD8-4CBD-8F61-8D233D03A885}" dt="2021-12-05T07:51:26.105" v="168" actId="1076"/>
          <ac:grpSpMkLst>
            <pc:docMk/>
            <pc:sldMk cId="1614889212" sldId="505"/>
            <ac:grpSpMk id="10" creationId="{774D7826-453D-4083-8E40-D967935D7EA9}"/>
          </ac:grpSpMkLst>
        </pc:grpChg>
        <pc:grpChg chg="mod">
          <ac:chgData name="Manuj Agrawal" userId="8275e378daeca5b2" providerId="LiveId" clId="{DDAC8C1A-5AD8-4CBD-8F61-8D233D03A885}" dt="2021-12-05T08:05:57.267" v="364" actId="1076"/>
          <ac:grpSpMkLst>
            <pc:docMk/>
            <pc:sldMk cId="1614889212" sldId="505"/>
            <ac:grpSpMk id="11" creationId="{686F6DF5-460D-4FAD-842B-4A26DC9A1C4F}"/>
          </ac:grpSpMkLst>
        </pc:grpChg>
        <pc:grpChg chg="del mod">
          <ac:chgData name="Manuj Agrawal" userId="8275e378daeca5b2" providerId="LiveId" clId="{DDAC8C1A-5AD8-4CBD-8F61-8D233D03A885}" dt="2021-12-05T08:05:24.866" v="361" actId="478"/>
          <ac:grpSpMkLst>
            <pc:docMk/>
            <pc:sldMk cId="1614889212" sldId="505"/>
            <ac:grpSpMk id="12" creationId="{4C9F3880-188A-47A8-A5BF-0C26383522F5}"/>
          </ac:grpSpMkLst>
        </pc:grpChg>
      </pc:sldChg>
      <pc:sldChg chg="modSp mod modNotesTx">
        <pc:chgData name="Manuj Agrawal" userId="8275e378daeca5b2" providerId="LiveId" clId="{DDAC8C1A-5AD8-4CBD-8F61-8D233D03A885}" dt="2021-12-05T12:43:42.631" v="3865" actId="20577"/>
        <pc:sldMkLst>
          <pc:docMk/>
          <pc:sldMk cId="3922207980" sldId="506"/>
        </pc:sldMkLst>
        <pc:spChg chg="mod">
          <ac:chgData name="Manuj Agrawal" userId="8275e378daeca5b2" providerId="LiveId" clId="{DDAC8C1A-5AD8-4CBD-8F61-8D233D03A885}" dt="2021-12-05T12:36:56.536" v="3348" actId="1076"/>
          <ac:spMkLst>
            <pc:docMk/>
            <pc:sldMk cId="3922207980" sldId="506"/>
            <ac:spMk id="51" creationId="{CAF82B13-1345-48AF-B911-02E1EC0B596E}"/>
          </ac:spMkLst>
        </pc:spChg>
      </pc:sldChg>
      <pc:sldChg chg="addSp delSp modSp del mod">
        <pc:chgData name="Manuj Agrawal" userId="8275e378daeca5b2" providerId="LiveId" clId="{DDAC8C1A-5AD8-4CBD-8F61-8D233D03A885}" dt="2021-12-05T08:12:20.052" v="436" actId="2696"/>
        <pc:sldMkLst>
          <pc:docMk/>
          <pc:sldMk cId="3139977492" sldId="507"/>
        </pc:sldMkLst>
        <pc:spChg chg="del">
          <ac:chgData name="Manuj Agrawal" userId="8275e378daeca5b2" providerId="LiveId" clId="{DDAC8C1A-5AD8-4CBD-8F61-8D233D03A885}" dt="2021-12-05T08:06:15.104" v="365" actId="478"/>
          <ac:spMkLst>
            <pc:docMk/>
            <pc:sldMk cId="3139977492" sldId="507"/>
            <ac:spMk id="5" creationId="{49745AD4-7714-4793-8FF3-B0FCA3C2EAE8}"/>
          </ac:spMkLst>
        </pc:spChg>
        <pc:spChg chg="mod">
          <ac:chgData name="Manuj Agrawal" userId="8275e378daeca5b2" providerId="LiveId" clId="{DDAC8C1A-5AD8-4CBD-8F61-8D233D03A885}" dt="2021-12-05T08:02:17.966" v="352"/>
          <ac:spMkLst>
            <pc:docMk/>
            <pc:sldMk cId="3139977492" sldId="507"/>
            <ac:spMk id="15" creationId="{CB98A306-8FD7-4ED2-893D-F2DFD77AEB79}"/>
          </ac:spMkLst>
        </pc:spChg>
        <pc:spChg chg="mod">
          <ac:chgData name="Manuj Agrawal" userId="8275e378daeca5b2" providerId="LiveId" clId="{DDAC8C1A-5AD8-4CBD-8F61-8D233D03A885}" dt="2021-12-05T08:02:17.966" v="352"/>
          <ac:spMkLst>
            <pc:docMk/>
            <pc:sldMk cId="3139977492" sldId="507"/>
            <ac:spMk id="16" creationId="{ABFAA7AE-2440-4A86-9FCE-D2E3AA26E5FB}"/>
          </ac:spMkLst>
        </pc:spChg>
        <pc:spChg chg="mod">
          <ac:chgData name="Manuj Agrawal" userId="8275e378daeca5b2" providerId="LiveId" clId="{DDAC8C1A-5AD8-4CBD-8F61-8D233D03A885}" dt="2021-12-05T08:02:17.966" v="352"/>
          <ac:spMkLst>
            <pc:docMk/>
            <pc:sldMk cId="3139977492" sldId="507"/>
            <ac:spMk id="19" creationId="{36E1ABEF-B965-492C-BB24-F0E63D1BEFA8}"/>
          </ac:spMkLst>
        </pc:spChg>
        <pc:spChg chg="mod">
          <ac:chgData name="Manuj Agrawal" userId="8275e378daeca5b2" providerId="LiveId" clId="{DDAC8C1A-5AD8-4CBD-8F61-8D233D03A885}" dt="2021-12-05T08:02:17.966" v="352"/>
          <ac:spMkLst>
            <pc:docMk/>
            <pc:sldMk cId="3139977492" sldId="507"/>
            <ac:spMk id="20" creationId="{BD1FEC91-7584-404C-80E9-6D147950099B}"/>
          </ac:spMkLst>
        </pc:spChg>
        <pc:spChg chg="mod">
          <ac:chgData name="Manuj Agrawal" userId="8275e378daeca5b2" providerId="LiveId" clId="{DDAC8C1A-5AD8-4CBD-8F61-8D233D03A885}" dt="2021-12-05T08:02:17.966" v="352"/>
          <ac:spMkLst>
            <pc:docMk/>
            <pc:sldMk cId="3139977492" sldId="507"/>
            <ac:spMk id="22" creationId="{86114695-DC74-407C-9B0E-3193CFA9A452}"/>
          </ac:spMkLst>
        </pc:spChg>
        <pc:spChg chg="mod">
          <ac:chgData name="Manuj Agrawal" userId="8275e378daeca5b2" providerId="LiveId" clId="{DDAC8C1A-5AD8-4CBD-8F61-8D233D03A885}" dt="2021-12-05T08:02:17.966" v="352"/>
          <ac:spMkLst>
            <pc:docMk/>
            <pc:sldMk cId="3139977492" sldId="507"/>
            <ac:spMk id="23" creationId="{0A724605-29B6-4738-9973-461A2A79EFEB}"/>
          </ac:spMkLst>
        </pc:spChg>
        <pc:grpChg chg="del">
          <ac:chgData name="Manuj Agrawal" userId="8275e378daeca5b2" providerId="LiveId" clId="{DDAC8C1A-5AD8-4CBD-8F61-8D233D03A885}" dt="2021-12-05T08:06:15.104" v="365" actId="478"/>
          <ac:grpSpMkLst>
            <pc:docMk/>
            <pc:sldMk cId="3139977492" sldId="507"/>
            <ac:grpSpMk id="2" creationId="{D613A88D-7AA4-4483-8DCE-B4145B68ED75}"/>
          </ac:grpSpMkLst>
        </pc:grpChg>
        <pc:grpChg chg="del ord">
          <ac:chgData name="Manuj Agrawal" userId="8275e378daeca5b2" providerId="LiveId" clId="{DDAC8C1A-5AD8-4CBD-8F61-8D233D03A885}" dt="2021-12-05T08:07:28.663" v="373" actId="21"/>
          <ac:grpSpMkLst>
            <pc:docMk/>
            <pc:sldMk cId="3139977492" sldId="507"/>
            <ac:grpSpMk id="6" creationId="{85093947-E58F-4863-8FD0-141CB04F47F7}"/>
          </ac:grpSpMkLst>
        </pc:grpChg>
        <pc:grpChg chg="add mod">
          <ac:chgData name="Manuj Agrawal" userId="8275e378daeca5b2" providerId="LiveId" clId="{DDAC8C1A-5AD8-4CBD-8F61-8D233D03A885}" dt="2021-12-05T08:06:31.490" v="366" actId="1076"/>
          <ac:grpSpMkLst>
            <pc:docMk/>
            <pc:sldMk cId="3139977492" sldId="507"/>
            <ac:grpSpMk id="13" creationId="{84C77CD8-84F8-43B0-AD37-297EAFC62C8F}"/>
          </ac:grpSpMkLst>
        </pc:grpChg>
        <pc:grpChg chg="mod">
          <ac:chgData name="Manuj Agrawal" userId="8275e378daeca5b2" providerId="LiveId" clId="{DDAC8C1A-5AD8-4CBD-8F61-8D233D03A885}" dt="2021-12-05T08:02:17.966" v="352"/>
          <ac:grpSpMkLst>
            <pc:docMk/>
            <pc:sldMk cId="3139977492" sldId="507"/>
            <ac:grpSpMk id="14" creationId="{9536A65C-E852-489B-8FA2-E8D90ABF3207}"/>
          </ac:grpSpMkLst>
        </pc:grpChg>
        <pc:grpChg chg="add del mod">
          <ac:chgData name="Manuj Agrawal" userId="8275e378daeca5b2" providerId="LiveId" clId="{DDAC8C1A-5AD8-4CBD-8F61-8D233D03A885}" dt="2021-12-05T08:09:56.321" v="431" actId="478"/>
          <ac:grpSpMkLst>
            <pc:docMk/>
            <pc:sldMk cId="3139977492" sldId="507"/>
            <ac:grpSpMk id="18" creationId="{28EBB4FE-5EEE-4D32-B207-D0C3B8EE4CF9}"/>
          </ac:grpSpMkLst>
        </pc:grpChg>
        <pc:grpChg chg="add del mod">
          <ac:chgData name="Manuj Agrawal" userId="8275e378daeca5b2" providerId="LiveId" clId="{DDAC8C1A-5AD8-4CBD-8F61-8D233D03A885}" dt="2021-12-05T08:09:58.407" v="432" actId="478"/>
          <ac:grpSpMkLst>
            <pc:docMk/>
            <pc:sldMk cId="3139977492" sldId="507"/>
            <ac:grpSpMk id="21" creationId="{1A004197-E69B-4DF2-9FBF-C2CE2B2F8DFF}"/>
          </ac:grpSpMkLst>
        </pc:grpChg>
        <pc:picChg chg="del mod modCrop">
          <ac:chgData name="Manuj Agrawal" userId="8275e378daeca5b2" providerId="LiveId" clId="{DDAC8C1A-5AD8-4CBD-8F61-8D233D03A885}" dt="2021-12-05T08:07:24.715" v="372" actId="478"/>
          <ac:picMkLst>
            <pc:docMk/>
            <pc:sldMk cId="3139977492" sldId="507"/>
            <ac:picMk id="11" creationId="{2EEB53AD-02DA-4281-87E4-CBC1A2012714}"/>
          </ac:picMkLst>
        </pc:picChg>
        <pc:picChg chg="mod">
          <ac:chgData name="Manuj Agrawal" userId="8275e378daeca5b2" providerId="LiveId" clId="{DDAC8C1A-5AD8-4CBD-8F61-8D233D03A885}" dt="2021-12-05T08:02:17.966" v="352"/>
          <ac:picMkLst>
            <pc:docMk/>
            <pc:sldMk cId="3139977492" sldId="507"/>
            <ac:picMk id="17" creationId="{D0D8ABC6-9A43-4A31-AEB0-35E43E8230D2}"/>
          </ac:picMkLst>
        </pc:picChg>
      </pc:sldChg>
      <pc:sldChg chg="delSp modSp mod modNotesTx">
        <pc:chgData name="Manuj Agrawal" userId="8275e378daeca5b2" providerId="LiveId" clId="{DDAC8C1A-5AD8-4CBD-8F61-8D233D03A885}" dt="2021-12-05T12:49:26.503" v="4237" actId="313"/>
        <pc:sldMkLst>
          <pc:docMk/>
          <pc:sldMk cId="3558071778" sldId="508"/>
        </pc:sldMkLst>
        <pc:spChg chg="mod">
          <ac:chgData name="Manuj Agrawal" userId="8275e378daeca5b2" providerId="LiveId" clId="{DDAC8C1A-5AD8-4CBD-8F61-8D233D03A885}" dt="2021-12-05T07:59:20.448" v="330" actId="1076"/>
          <ac:spMkLst>
            <pc:docMk/>
            <pc:sldMk cId="3558071778" sldId="508"/>
            <ac:spMk id="65" creationId="{8E393A79-A444-4546-B5E9-4CF502C3AFF3}"/>
          </ac:spMkLst>
        </pc:spChg>
        <pc:spChg chg="mod">
          <ac:chgData name="Manuj Agrawal" userId="8275e378daeca5b2" providerId="LiveId" clId="{DDAC8C1A-5AD8-4CBD-8F61-8D233D03A885}" dt="2021-12-05T07:59:09.584" v="327" actId="1076"/>
          <ac:spMkLst>
            <pc:docMk/>
            <pc:sldMk cId="3558071778" sldId="508"/>
            <ac:spMk id="67" creationId="{CB0486CF-73E8-4F3A-A2DF-81DA3E090F57}"/>
          </ac:spMkLst>
        </pc:spChg>
        <pc:spChg chg="mod">
          <ac:chgData name="Manuj Agrawal" userId="8275e378daeca5b2" providerId="LiveId" clId="{DDAC8C1A-5AD8-4CBD-8F61-8D233D03A885}" dt="2021-12-05T08:00:21.068" v="339" actId="1076"/>
          <ac:spMkLst>
            <pc:docMk/>
            <pc:sldMk cId="3558071778" sldId="508"/>
            <ac:spMk id="69" creationId="{998E259F-B6CF-432C-8A69-96230A7E6C67}"/>
          </ac:spMkLst>
        </pc:spChg>
        <pc:spChg chg="mod">
          <ac:chgData name="Manuj Agrawal" userId="8275e378daeca5b2" providerId="LiveId" clId="{DDAC8C1A-5AD8-4CBD-8F61-8D233D03A885}" dt="2021-12-05T08:00:45.819" v="346" actId="1076"/>
          <ac:spMkLst>
            <pc:docMk/>
            <pc:sldMk cId="3558071778" sldId="508"/>
            <ac:spMk id="76" creationId="{9F4C594D-28E7-467E-9409-2FDFCAFB928C}"/>
          </ac:spMkLst>
        </pc:spChg>
        <pc:spChg chg="mod">
          <ac:chgData name="Manuj Agrawal" userId="8275e378daeca5b2" providerId="LiveId" clId="{DDAC8C1A-5AD8-4CBD-8F61-8D233D03A885}" dt="2021-12-05T08:00:26.485" v="341" actId="1076"/>
          <ac:spMkLst>
            <pc:docMk/>
            <pc:sldMk cId="3558071778" sldId="508"/>
            <ac:spMk id="78" creationId="{2E5509FD-0830-49BE-B8DD-49DB6BAF0F61}"/>
          </ac:spMkLst>
        </pc:spChg>
        <pc:spChg chg="mod">
          <ac:chgData name="Manuj Agrawal" userId="8275e378daeca5b2" providerId="LiveId" clId="{DDAC8C1A-5AD8-4CBD-8F61-8D233D03A885}" dt="2021-12-05T08:00:41.231" v="345" actId="1076"/>
          <ac:spMkLst>
            <pc:docMk/>
            <pc:sldMk cId="3558071778" sldId="508"/>
            <ac:spMk id="79" creationId="{F30C3D66-B7D9-4470-9E92-C2459E4C7705}"/>
          </ac:spMkLst>
        </pc:spChg>
        <pc:spChg chg="mod">
          <ac:chgData name="Manuj Agrawal" userId="8275e378daeca5b2" providerId="LiveId" clId="{DDAC8C1A-5AD8-4CBD-8F61-8D233D03A885}" dt="2021-12-05T07:59:55.895" v="332" actId="1076"/>
          <ac:spMkLst>
            <pc:docMk/>
            <pc:sldMk cId="3558071778" sldId="508"/>
            <ac:spMk id="84" creationId="{931879A0-D156-4791-B3AD-DD42888F9B54}"/>
          </ac:spMkLst>
        </pc:spChg>
        <pc:spChg chg="mod">
          <ac:chgData name="Manuj Agrawal" userId="8275e378daeca5b2" providerId="LiveId" clId="{DDAC8C1A-5AD8-4CBD-8F61-8D233D03A885}" dt="2021-12-05T08:00:03.387" v="334" actId="1076"/>
          <ac:spMkLst>
            <pc:docMk/>
            <pc:sldMk cId="3558071778" sldId="508"/>
            <ac:spMk id="85" creationId="{D066F3B6-7A3E-4D8A-B624-3C92398D50E2}"/>
          </ac:spMkLst>
        </pc:spChg>
        <pc:grpChg chg="mod">
          <ac:chgData name="Manuj Agrawal" userId="8275e378daeca5b2" providerId="LiveId" clId="{DDAC8C1A-5AD8-4CBD-8F61-8D233D03A885}" dt="2021-12-05T08:03:16.882" v="359" actId="1076"/>
          <ac:grpSpMkLst>
            <pc:docMk/>
            <pc:sldMk cId="3558071778" sldId="508"/>
            <ac:grpSpMk id="2" creationId="{7B434BFC-E357-4590-8EC7-F4F5BE57B668}"/>
          </ac:grpSpMkLst>
        </pc:grpChg>
        <pc:grpChg chg="mod">
          <ac:chgData name="Manuj Agrawal" userId="8275e378daeca5b2" providerId="LiveId" clId="{DDAC8C1A-5AD8-4CBD-8F61-8D233D03A885}" dt="2021-12-05T08:03:16.882" v="359" actId="1076"/>
          <ac:grpSpMkLst>
            <pc:docMk/>
            <pc:sldMk cId="3558071778" sldId="508"/>
            <ac:grpSpMk id="3" creationId="{B1A27F38-E6B7-4DA0-8DBE-81C6C8DB2BCE}"/>
          </ac:grpSpMkLst>
        </pc:grpChg>
        <pc:grpChg chg="mod">
          <ac:chgData name="Manuj Agrawal" userId="8275e378daeca5b2" providerId="LiveId" clId="{DDAC8C1A-5AD8-4CBD-8F61-8D233D03A885}" dt="2021-12-05T08:03:16.882" v="359" actId="1076"/>
          <ac:grpSpMkLst>
            <pc:docMk/>
            <pc:sldMk cId="3558071778" sldId="508"/>
            <ac:grpSpMk id="4" creationId="{606CAC70-2C82-475B-A4F6-8EA938A583B2}"/>
          </ac:grpSpMkLst>
        </pc:grpChg>
        <pc:grpChg chg="mod">
          <ac:chgData name="Manuj Agrawal" userId="8275e378daeca5b2" providerId="LiveId" clId="{DDAC8C1A-5AD8-4CBD-8F61-8D233D03A885}" dt="2021-12-05T08:03:16.882" v="359" actId="1076"/>
          <ac:grpSpMkLst>
            <pc:docMk/>
            <pc:sldMk cId="3558071778" sldId="508"/>
            <ac:grpSpMk id="5" creationId="{BCF52D7B-C193-4C96-A399-9411F8240ADD}"/>
          </ac:grpSpMkLst>
        </pc:grpChg>
        <pc:grpChg chg="del">
          <ac:chgData name="Manuj Agrawal" userId="8275e378daeca5b2" providerId="LiveId" clId="{DDAC8C1A-5AD8-4CBD-8F61-8D233D03A885}" dt="2021-12-05T08:02:47.271" v="354" actId="478"/>
          <ac:grpSpMkLst>
            <pc:docMk/>
            <pc:sldMk cId="3558071778" sldId="508"/>
            <ac:grpSpMk id="6" creationId="{2D05F6AE-6D5E-4EB1-B9F7-4CBA74BD4D7C}"/>
          </ac:grpSpMkLst>
        </pc:grpChg>
        <pc:grpChg chg="del">
          <ac:chgData name="Manuj Agrawal" userId="8275e378daeca5b2" providerId="LiveId" clId="{DDAC8C1A-5AD8-4CBD-8F61-8D233D03A885}" dt="2021-12-05T08:02:47.271" v="354" actId="478"/>
          <ac:grpSpMkLst>
            <pc:docMk/>
            <pc:sldMk cId="3558071778" sldId="508"/>
            <ac:grpSpMk id="74" creationId="{60AF1144-EE01-49A9-BFF5-5F082E5B8EA9}"/>
          </ac:grpSpMkLst>
        </pc:grpChg>
        <pc:grpChg chg="del">
          <ac:chgData name="Manuj Agrawal" userId="8275e378daeca5b2" providerId="LiveId" clId="{DDAC8C1A-5AD8-4CBD-8F61-8D233D03A885}" dt="2021-12-05T08:02:47.271" v="354" actId="478"/>
          <ac:grpSpMkLst>
            <pc:docMk/>
            <pc:sldMk cId="3558071778" sldId="508"/>
            <ac:grpSpMk id="77" creationId="{35E95617-E2EE-42EF-AABE-0927A213FB9A}"/>
          </ac:grpSpMkLst>
        </pc:grpChg>
        <pc:grpChg chg="mod">
          <ac:chgData name="Manuj Agrawal" userId="8275e378daeca5b2" providerId="LiveId" clId="{DDAC8C1A-5AD8-4CBD-8F61-8D233D03A885}" dt="2021-12-05T08:03:16.882" v="359" actId="1076"/>
          <ac:grpSpMkLst>
            <pc:docMk/>
            <pc:sldMk cId="3558071778" sldId="508"/>
            <ac:grpSpMk id="83" creationId="{698A1BE5-E878-4C94-A9E8-02F4CD98D769}"/>
          </ac:grpSpMkLst>
        </pc:grpChg>
      </pc:sldChg>
      <pc:sldChg chg="ord modNotesTx">
        <pc:chgData name="Manuj Agrawal" userId="8275e378daeca5b2" providerId="LiveId" clId="{DDAC8C1A-5AD8-4CBD-8F61-8D233D03A885}" dt="2021-12-05T13:09:06.205" v="5263" actId="20577"/>
        <pc:sldMkLst>
          <pc:docMk/>
          <pc:sldMk cId="779782093" sldId="509"/>
        </pc:sldMkLst>
      </pc:sldChg>
      <pc:sldChg chg="addSp delSp modSp mod modNotesTx">
        <pc:chgData name="Manuj Agrawal" userId="8275e378daeca5b2" providerId="LiveId" clId="{DDAC8C1A-5AD8-4CBD-8F61-8D233D03A885}" dt="2021-12-05T13:52:21.339" v="6815" actId="20577"/>
        <pc:sldMkLst>
          <pc:docMk/>
          <pc:sldMk cId="2864755014" sldId="510"/>
        </pc:sldMkLst>
        <pc:spChg chg="mod">
          <ac:chgData name="Manuj Agrawal" userId="8275e378daeca5b2" providerId="LiveId" clId="{DDAC8C1A-5AD8-4CBD-8F61-8D233D03A885}" dt="2021-12-05T07:58:03.375" v="319" actId="20577"/>
          <ac:spMkLst>
            <pc:docMk/>
            <pc:sldMk cId="2864755014" sldId="510"/>
            <ac:spMk id="26" creationId="{2A9EF1F2-128F-4671-BED6-76F5166D4715}"/>
          </ac:spMkLst>
        </pc:spChg>
        <pc:spChg chg="mod">
          <ac:chgData name="Manuj Agrawal" userId="8275e378daeca5b2" providerId="LiveId" clId="{DDAC8C1A-5AD8-4CBD-8F61-8D233D03A885}" dt="2021-12-05T07:58:14.656" v="320" actId="1076"/>
          <ac:spMkLst>
            <pc:docMk/>
            <pc:sldMk cId="2864755014" sldId="510"/>
            <ac:spMk id="29" creationId="{413B94EC-85CF-42AF-9CF9-39E9ECA61C38}"/>
          </ac:spMkLst>
        </pc:spChg>
        <pc:spChg chg="mod">
          <ac:chgData name="Manuj Agrawal" userId="8275e378daeca5b2" providerId="LiveId" clId="{DDAC8C1A-5AD8-4CBD-8F61-8D233D03A885}" dt="2021-12-05T07:58:14.656" v="320" actId="1076"/>
          <ac:spMkLst>
            <pc:docMk/>
            <pc:sldMk cId="2864755014" sldId="510"/>
            <ac:spMk id="31" creationId="{DDC29891-0891-4CBF-8707-33A094DF6C4A}"/>
          </ac:spMkLst>
        </pc:spChg>
        <pc:spChg chg="mod">
          <ac:chgData name="Manuj Agrawal" userId="8275e378daeca5b2" providerId="LiveId" clId="{DDAC8C1A-5AD8-4CBD-8F61-8D233D03A885}" dt="2021-12-05T07:58:14.656" v="320" actId="1076"/>
          <ac:spMkLst>
            <pc:docMk/>
            <pc:sldMk cId="2864755014" sldId="510"/>
            <ac:spMk id="37" creationId="{D70E8A0A-8F2B-45F3-947C-44C635396423}"/>
          </ac:spMkLst>
        </pc:spChg>
        <pc:spChg chg="mod">
          <ac:chgData name="Manuj Agrawal" userId="8275e378daeca5b2" providerId="LiveId" clId="{DDAC8C1A-5AD8-4CBD-8F61-8D233D03A885}" dt="2021-12-05T07:58:14.656" v="320" actId="1076"/>
          <ac:spMkLst>
            <pc:docMk/>
            <pc:sldMk cId="2864755014" sldId="510"/>
            <ac:spMk id="38" creationId="{3A02E685-E39A-4C44-83D4-1A43A5289682}"/>
          </ac:spMkLst>
        </pc:spChg>
        <pc:spChg chg="del mod">
          <ac:chgData name="Manuj Agrawal" userId="8275e378daeca5b2" providerId="LiveId" clId="{DDAC8C1A-5AD8-4CBD-8F61-8D233D03A885}" dt="2021-12-05T07:58:30.892" v="322" actId="478"/>
          <ac:spMkLst>
            <pc:docMk/>
            <pc:sldMk cId="2864755014" sldId="510"/>
            <ac:spMk id="39" creationId="{B2220234-2A8C-4E2B-AF46-17D56E09605F}"/>
          </ac:spMkLst>
        </pc:spChg>
        <pc:grpChg chg="add del mod">
          <ac:chgData name="Manuj Agrawal" userId="8275e378daeca5b2" providerId="LiveId" clId="{DDAC8C1A-5AD8-4CBD-8F61-8D233D03A885}" dt="2021-12-05T08:03:33.592" v="360" actId="1076"/>
          <ac:grpSpMkLst>
            <pc:docMk/>
            <pc:sldMk cId="2864755014" sldId="510"/>
            <ac:grpSpMk id="24" creationId="{19289AAE-D7DF-4180-8DFD-C2690E6BF378}"/>
          </ac:grpSpMkLst>
        </pc:grpChg>
        <pc:picChg chg="mod">
          <ac:chgData name="Manuj Agrawal" userId="8275e378daeca5b2" providerId="LiveId" clId="{DDAC8C1A-5AD8-4CBD-8F61-8D233D03A885}" dt="2021-12-05T07:58:14.656" v="320" actId="1076"/>
          <ac:picMkLst>
            <pc:docMk/>
            <pc:sldMk cId="2864755014" sldId="510"/>
            <ac:picMk id="19" creationId="{337DD256-530D-4CCB-8C64-19A364967AAB}"/>
          </ac:picMkLst>
        </pc:picChg>
        <pc:picChg chg="mod">
          <ac:chgData name="Manuj Agrawal" userId="8275e378daeca5b2" providerId="LiveId" clId="{DDAC8C1A-5AD8-4CBD-8F61-8D233D03A885}" dt="2021-12-05T07:58:14.656" v="320" actId="1076"/>
          <ac:picMkLst>
            <pc:docMk/>
            <pc:sldMk cId="2864755014" sldId="510"/>
            <ac:picMk id="20" creationId="{C4BAD213-EF72-4934-B7D4-E040DD5E57DC}"/>
          </ac:picMkLst>
        </pc:picChg>
        <pc:picChg chg="mod">
          <ac:chgData name="Manuj Agrawal" userId="8275e378daeca5b2" providerId="LiveId" clId="{DDAC8C1A-5AD8-4CBD-8F61-8D233D03A885}" dt="2021-12-05T07:58:14.656" v="320" actId="1076"/>
          <ac:picMkLst>
            <pc:docMk/>
            <pc:sldMk cId="2864755014" sldId="510"/>
            <ac:picMk id="28" creationId="{FF2883D6-D07A-4C1B-93AD-1074559B8D67}"/>
          </ac:picMkLst>
        </pc:picChg>
      </pc:sldChg>
      <pc:sldChg chg="modNotesTx">
        <pc:chgData name="Manuj Agrawal" userId="8275e378daeca5b2" providerId="LiveId" clId="{DDAC8C1A-5AD8-4CBD-8F61-8D233D03A885}" dt="2021-12-05T14:40:30.330" v="6981" actId="20577"/>
        <pc:sldMkLst>
          <pc:docMk/>
          <pc:sldMk cId="2155742826" sldId="511"/>
        </pc:sldMkLst>
      </pc:sldChg>
      <pc:sldChg chg="modNotesTx">
        <pc:chgData name="Manuj Agrawal" userId="8275e378daeca5b2" providerId="LiveId" clId="{DDAC8C1A-5AD8-4CBD-8F61-8D233D03A885}" dt="2021-12-05T14:40:46.182" v="7046" actId="20577"/>
        <pc:sldMkLst>
          <pc:docMk/>
          <pc:sldMk cId="320115848" sldId="512"/>
        </pc:sldMkLst>
      </pc:sldChg>
      <pc:sldChg chg="addSp delSp modSp mod ord modNotesTx">
        <pc:chgData name="Manuj Agrawal" userId="8275e378daeca5b2" providerId="LiveId" clId="{DDAC8C1A-5AD8-4CBD-8F61-8D233D03A885}" dt="2021-12-05T14:43:53.990" v="7517" actId="20577"/>
        <pc:sldMkLst>
          <pc:docMk/>
          <pc:sldMk cId="2864457999" sldId="513"/>
        </pc:sldMkLst>
        <pc:spChg chg="mod">
          <ac:chgData name="Manuj Agrawal" userId="8275e378daeca5b2" providerId="LiveId" clId="{DDAC8C1A-5AD8-4CBD-8F61-8D233D03A885}" dt="2021-12-05T13:17:02.647" v="5915" actId="20577"/>
          <ac:spMkLst>
            <pc:docMk/>
            <pc:sldMk cId="2864457999" sldId="513"/>
            <ac:spMk id="8" creationId="{A8FAAA5A-3821-4EFE-A385-9264ADB87DB2}"/>
          </ac:spMkLst>
        </pc:spChg>
        <pc:picChg chg="del">
          <ac:chgData name="Manuj Agrawal" userId="8275e378daeca5b2" providerId="LiveId" clId="{DDAC8C1A-5AD8-4CBD-8F61-8D233D03A885}" dt="2021-12-05T13:16:46.045" v="5862" actId="478"/>
          <ac:picMkLst>
            <pc:docMk/>
            <pc:sldMk cId="2864457999" sldId="513"/>
            <ac:picMk id="4" creationId="{4CA5E6A3-7B88-482A-B253-4A1E7CBA5FDC}"/>
          </ac:picMkLst>
        </pc:picChg>
        <pc:picChg chg="add mod">
          <ac:chgData name="Manuj Agrawal" userId="8275e378daeca5b2" providerId="LiveId" clId="{DDAC8C1A-5AD8-4CBD-8F61-8D233D03A885}" dt="2021-12-05T13:16:49.552" v="5863" actId="1076"/>
          <ac:picMkLst>
            <pc:docMk/>
            <pc:sldMk cId="2864457999" sldId="513"/>
            <ac:picMk id="16" creationId="{0299261A-2524-4C00-AB60-ABA3CCB2F86C}"/>
          </ac:picMkLst>
        </pc:picChg>
      </pc:sldChg>
      <pc:sldChg chg="addSp delSp modSp add mod ord modNotesTx">
        <pc:chgData name="Manuj Agrawal" userId="8275e378daeca5b2" providerId="LiveId" clId="{DDAC8C1A-5AD8-4CBD-8F61-8D233D03A885}" dt="2021-12-05T13:50:27.991" v="6802" actId="20577"/>
        <pc:sldMkLst>
          <pc:docMk/>
          <pc:sldMk cId="3900484488" sldId="514"/>
        </pc:sldMkLst>
        <pc:spChg chg="mod">
          <ac:chgData name="Manuj Agrawal" userId="8275e378daeca5b2" providerId="LiveId" clId="{DDAC8C1A-5AD8-4CBD-8F61-8D233D03A885}" dt="2021-12-05T11:57:04.823" v="930" actId="20577"/>
          <ac:spMkLst>
            <pc:docMk/>
            <pc:sldMk cId="3900484488" sldId="514"/>
            <ac:spMk id="17" creationId="{B5C1152F-7231-435A-B06E-64C56434D480}"/>
          </ac:spMkLst>
        </pc:spChg>
        <pc:spChg chg="del">
          <ac:chgData name="Manuj Agrawal" userId="8275e378daeca5b2" providerId="LiveId" clId="{DDAC8C1A-5AD8-4CBD-8F61-8D233D03A885}" dt="2021-12-05T07:13:35.755" v="53" actId="478"/>
          <ac:spMkLst>
            <pc:docMk/>
            <pc:sldMk cId="3900484488" sldId="514"/>
            <ac:spMk id="25" creationId="{A3F3A4B3-FEAB-4F1E-B47B-1E44CFF94FAF}"/>
          </ac:spMkLst>
        </pc:spChg>
        <pc:spChg chg="del">
          <ac:chgData name="Manuj Agrawal" userId="8275e378daeca5b2" providerId="LiveId" clId="{DDAC8C1A-5AD8-4CBD-8F61-8D233D03A885}" dt="2021-12-05T07:13:19.922" v="45" actId="478"/>
          <ac:spMkLst>
            <pc:docMk/>
            <pc:sldMk cId="3900484488" sldId="514"/>
            <ac:spMk id="26" creationId="{20A74619-AD9A-4012-8DA5-BB46317214BC}"/>
          </ac:spMkLst>
        </pc:spChg>
        <pc:spChg chg="del">
          <ac:chgData name="Manuj Agrawal" userId="8275e378daeca5b2" providerId="LiveId" clId="{DDAC8C1A-5AD8-4CBD-8F61-8D233D03A885}" dt="2021-12-05T07:13:24.476" v="47" actId="478"/>
          <ac:spMkLst>
            <pc:docMk/>
            <pc:sldMk cId="3900484488" sldId="514"/>
            <ac:spMk id="28" creationId="{DAF93030-C30D-4420-B37A-55E33783817D}"/>
          </ac:spMkLst>
        </pc:spChg>
        <pc:spChg chg="mod">
          <ac:chgData name="Manuj Agrawal" userId="8275e378daeca5b2" providerId="LiveId" clId="{DDAC8C1A-5AD8-4CBD-8F61-8D233D03A885}" dt="2021-12-05T12:24:25.426" v="2622" actId="1076"/>
          <ac:spMkLst>
            <pc:docMk/>
            <pc:sldMk cId="3900484488" sldId="514"/>
            <ac:spMk id="29" creationId="{6C46D106-05B3-4330-B887-EA65161653D3}"/>
          </ac:spMkLst>
        </pc:spChg>
        <pc:spChg chg="add mod">
          <ac:chgData name="Manuj Agrawal" userId="8275e378daeca5b2" providerId="LiveId" clId="{DDAC8C1A-5AD8-4CBD-8F61-8D233D03A885}" dt="2021-12-05T12:24:25.426" v="2622" actId="1076"/>
          <ac:spMkLst>
            <pc:docMk/>
            <pc:sldMk cId="3900484488" sldId="514"/>
            <ac:spMk id="30" creationId="{0041922B-D8BC-4909-8268-8E71FB5871CD}"/>
          </ac:spMkLst>
        </pc:spChg>
        <pc:spChg chg="mod">
          <ac:chgData name="Manuj Agrawal" userId="8275e378daeca5b2" providerId="LiveId" clId="{DDAC8C1A-5AD8-4CBD-8F61-8D233D03A885}" dt="2021-12-05T12:24:25.426" v="2622" actId="1076"/>
          <ac:spMkLst>
            <pc:docMk/>
            <pc:sldMk cId="3900484488" sldId="514"/>
            <ac:spMk id="31" creationId="{196CB89C-8F98-48F6-9156-EE851111F03A}"/>
          </ac:spMkLst>
        </pc:spChg>
        <pc:spChg chg="add mod">
          <ac:chgData name="Manuj Agrawal" userId="8275e378daeca5b2" providerId="LiveId" clId="{DDAC8C1A-5AD8-4CBD-8F61-8D233D03A885}" dt="2021-12-05T12:24:25.426" v="2622" actId="1076"/>
          <ac:spMkLst>
            <pc:docMk/>
            <pc:sldMk cId="3900484488" sldId="514"/>
            <ac:spMk id="34" creationId="{EEEBEB41-016A-45FA-972D-4AA3EB89D0D7}"/>
          </ac:spMkLst>
        </pc:spChg>
        <pc:spChg chg="add mod">
          <ac:chgData name="Manuj Agrawal" userId="8275e378daeca5b2" providerId="LiveId" clId="{DDAC8C1A-5AD8-4CBD-8F61-8D233D03A885}" dt="2021-12-05T11:58:56.039" v="938" actId="1076"/>
          <ac:spMkLst>
            <pc:docMk/>
            <pc:sldMk cId="3900484488" sldId="514"/>
            <ac:spMk id="36" creationId="{A54E399F-D916-4F23-ADAD-412DB51411B1}"/>
          </ac:spMkLst>
        </pc:spChg>
        <pc:spChg chg="del">
          <ac:chgData name="Manuj Agrawal" userId="8275e378daeca5b2" providerId="LiveId" clId="{DDAC8C1A-5AD8-4CBD-8F61-8D233D03A885}" dt="2021-12-05T07:13:30.961" v="49" actId="478"/>
          <ac:spMkLst>
            <pc:docMk/>
            <pc:sldMk cId="3900484488" sldId="514"/>
            <ac:spMk id="37" creationId="{F3806908-9140-4ECA-B3CA-633507EE1F96}"/>
          </ac:spMkLst>
        </pc:spChg>
        <pc:spChg chg="add mod">
          <ac:chgData name="Manuj Agrawal" userId="8275e378daeca5b2" providerId="LiveId" clId="{DDAC8C1A-5AD8-4CBD-8F61-8D233D03A885}" dt="2021-12-05T11:56:20.159" v="897" actId="164"/>
          <ac:spMkLst>
            <pc:docMk/>
            <pc:sldMk cId="3900484488" sldId="514"/>
            <ac:spMk id="38" creationId="{AD424DE1-B970-4C18-B017-1924B1BA231B}"/>
          </ac:spMkLst>
        </pc:spChg>
        <pc:spChg chg="mod">
          <ac:chgData name="Manuj Agrawal" userId="8275e378daeca5b2" providerId="LiveId" clId="{DDAC8C1A-5AD8-4CBD-8F61-8D233D03A885}" dt="2021-12-05T12:24:31.075" v="2624" actId="1076"/>
          <ac:spMkLst>
            <pc:docMk/>
            <pc:sldMk cId="3900484488" sldId="514"/>
            <ac:spMk id="41" creationId="{4C46F47B-F354-4897-9694-4FF112C9328F}"/>
          </ac:spMkLst>
        </pc:spChg>
        <pc:spChg chg="del">
          <ac:chgData name="Manuj Agrawal" userId="8275e378daeca5b2" providerId="LiveId" clId="{DDAC8C1A-5AD8-4CBD-8F61-8D233D03A885}" dt="2021-12-05T07:13:40.642" v="55" actId="478"/>
          <ac:spMkLst>
            <pc:docMk/>
            <pc:sldMk cId="3900484488" sldId="514"/>
            <ac:spMk id="46" creationId="{3123FE44-D10D-4CA1-A2AD-232055C2AA6A}"/>
          </ac:spMkLst>
        </pc:spChg>
        <pc:spChg chg="del">
          <ac:chgData name="Manuj Agrawal" userId="8275e378daeca5b2" providerId="LiveId" clId="{DDAC8C1A-5AD8-4CBD-8F61-8D233D03A885}" dt="2021-12-05T07:13:38.193" v="54" actId="478"/>
          <ac:spMkLst>
            <pc:docMk/>
            <pc:sldMk cId="3900484488" sldId="514"/>
            <ac:spMk id="47" creationId="{18EDD0B6-D3CC-42FD-AADA-D0B98EEED4C1}"/>
          </ac:spMkLst>
        </pc:spChg>
        <pc:spChg chg="del">
          <ac:chgData name="Manuj Agrawal" userId="8275e378daeca5b2" providerId="LiveId" clId="{DDAC8C1A-5AD8-4CBD-8F61-8D233D03A885}" dt="2021-12-05T07:13:33.782" v="51" actId="478"/>
          <ac:spMkLst>
            <pc:docMk/>
            <pc:sldMk cId="3900484488" sldId="514"/>
            <ac:spMk id="49" creationId="{9CE07388-E382-4920-97B0-D1124EF8BC44}"/>
          </ac:spMkLst>
        </pc:spChg>
        <pc:grpChg chg="del">
          <ac:chgData name="Manuj Agrawal" userId="8275e378daeca5b2" providerId="LiveId" clId="{DDAC8C1A-5AD8-4CBD-8F61-8D233D03A885}" dt="2021-12-05T07:13:34.773" v="52" actId="478"/>
          <ac:grpSpMkLst>
            <pc:docMk/>
            <pc:sldMk cId="3900484488" sldId="514"/>
            <ac:grpSpMk id="4" creationId="{23D7197B-112D-46E3-B34D-0F922DC66EA6}"/>
          </ac:grpSpMkLst>
        </pc:grpChg>
        <pc:grpChg chg="del">
          <ac:chgData name="Manuj Agrawal" userId="8275e378daeca5b2" providerId="LiveId" clId="{DDAC8C1A-5AD8-4CBD-8F61-8D233D03A885}" dt="2021-12-05T07:13:21.771" v="46" actId="478"/>
          <ac:grpSpMkLst>
            <pc:docMk/>
            <pc:sldMk cId="3900484488" sldId="514"/>
            <ac:grpSpMk id="8" creationId="{BFCB86D0-BC3B-4F63-A585-CF3F4563BCA6}"/>
          </ac:grpSpMkLst>
        </pc:grpChg>
        <pc:grpChg chg="del">
          <ac:chgData name="Manuj Agrawal" userId="8275e378daeca5b2" providerId="LiveId" clId="{DDAC8C1A-5AD8-4CBD-8F61-8D233D03A885}" dt="2021-12-05T07:13:32.107" v="50" actId="478"/>
          <ac:grpSpMkLst>
            <pc:docMk/>
            <pc:sldMk cId="3900484488" sldId="514"/>
            <ac:grpSpMk id="10" creationId="{774D7826-453D-4083-8E40-D967935D7EA9}"/>
          </ac:grpSpMkLst>
        </pc:grpChg>
        <pc:grpChg chg="del">
          <ac:chgData name="Manuj Agrawal" userId="8275e378daeca5b2" providerId="LiveId" clId="{DDAC8C1A-5AD8-4CBD-8F61-8D233D03A885}" dt="2021-12-05T07:13:17.327" v="44" actId="478"/>
          <ac:grpSpMkLst>
            <pc:docMk/>
            <pc:sldMk cId="3900484488" sldId="514"/>
            <ac:grpSpMk id="11" creationId="{686F6DF5-460D-4FAD-842B-4A26DC9A1C4F}"/>
          </ac:grpSpMkLst>
        </pc:grpChg>
        <pc:grpChg chg="del">
          <ac:chgData name="Manuj Agrawal" userId="8275e378daeca5b2" providerId="LiveId" clId="{DDAC8C1A-5AD8-4CBD-8F61-8D233D03A885}" dt="2021-12-05T07:13:26.768" v="48" actId="478"/>
          <ac:grpSpMkLst>
            <pc:docMk/>
            <pc:sldMk cId="3900484488" sldId="514"/>
            <ac:grpSpMk id="12" creationId="{4C9F3880-188A-47A8-A5BF-0C26383522F5}"/>
          </ac:grpSpMkLst>
        </pc:grpChg>
        <pc:grpChg chg="add mod">
          <ac:chgData name="Manuj Agrawal" userId="8275e378daeca5b2" providerId="LiveId" clId="{DDAC8C1A-5AD8-4CBD-8F61-8D233D03A885}" dt="2021-12-05T11:57:31.329" v="934" actId="1076"/>
          <ac:grpSpMkLst>
            <pc:docMk/>
            <pc:sldMk cId="3900484488" sldId="514"/>
            <ac:grpSpMk id="13" creationId="{D9A3F4F3-AF05-4D5F-BA22-905EA105D96F}"/>
          </ac:grpSpMkLst>
        </pc:grpChg>
        <pc:grpChg chg="add mod">
          <ac:chgData name="Manuj Agrawal" userId="8275e378daeca5b2" providerId="LiveId" clId="{DDAC8C1A-5AD8-4CBD-8F61-8D233D03A885}" dt="2021-12-05T12:24:25.426" v="2622" actId="1076"/>
          <ac:grpSpMkLst>
            <pc:docMk/>
            <pc:sldMk cId="3900484488" sldId="514"/>
            <ac:grpSpMk id="14" creationId="{7B54F5AC-D346-47A4-B6A7-B02AD20C1987}"/>
          </ac:grpSpMkLst>
        </pc:grpChg>
        <pc:grpChg chg="add mod">
          <ac:chgData name="Manuj Agrawal" userId="8275e378daeca5b2" providerId="LiveId" clId="{DDAC8C1A-5AD8-4CBD-8F61-8D233D03A885}" dt="2021-12-05T12:24:31.075" v="2624" actId="1076"/>
          <ac:grpSpMkLst>
            <pc:docMk/>
            <pc:sldMk cId="3900484488" sldId="514"/>
            <ac:grpSpMk id="40" creationId="{A60104F8-674F-4F95-9188-805A853AB189}"/>
          </ac:grpSpMkLst>
        </pc:grpChg>
        <pc:picChg chg="add mod">
          <ac:chgData name="Manuj Agrawal" userId="8275e378daeca5b2" providerId="LiveId" clId="{DDAC8C1A-5AD8-4CBD-8F61-8D233D03A885}" dt="2021-12-05T12:24:25.426" v="2622" actId="1076"/>
          <ac:picMkLst>
            <pc:docMk/>
            <pc:sldMk cId="3900484488" sldId="514"/>
            <ac:picMk id="6" creationId="{476C085C-C45D-4E1A-BF5F-C1827B208E3F}"/>
          </ac:picMkLst>
        </pc:picChg>
        <pc:picChg chg="add mod">
          <ac:chgData name="Manuj Agrawal" userId="8275e378daeca5b2" providerId="LiveId" clId="{DDAC8C1A-5AD8-4CBD-8F61-8D233D03A885}" dt="2021-12-05T11:56:20.159" v="897" actId="164"/>
          <ac:picMkLst>
            <pc:docMk/>
            <pc:sldMk cId="3900484488" sldId="514"/>
            <ac:picMk id="39" creationId="{92F5D73B-8217-4234-98A0-D537187D4472}"/>
          </ac:picMkLst>
        </pc:picChg>
        <pc:picChg chg="mod">
          <ac:chgData name="Manuj Agrawal" userId="8275e378daeca5b2" providerId="LiveId" clId="{DDAC8C1A-5AD8-4CBD-8F61-8D233D03A885}" dt="2021-12-05T12:24:31.075" v="2624" actId="1076"/>
          <ac:picMkLst>
            <pc:docMk/>
            <pc:sldMk cId="3900484488" sldId="514"/>
            <ac:picMk id="42" creationId="{40D032B6-1E48-459D-B3B1-4169BA3586CF}"/>
          </ac:picMkLst>
        </pc:picChg>
        <pc:picChg chg="add mod">
          <ac:chgData name="Manuj Agrawal" userId="8275e378daeca5b2" providerId="LiveId" clId="{DDAC8C1A-5AD8-4CBD-8F61-8D233D03A885}" dt="2021-12-05T12:24:25.426" v="2622" actId="1076"/>
          <ac:picMkLst>
            <pc:docMk/>
            <pc:sldMk cId="3900484488" sldId="514"/>
            <ac:picMk id="1026" creationId="{51DB5056-9E2B-48D0-9638-9EBAC541F40E}"/>
          </ac:picMkLst>
        </pc:picChg>
        <pc:picChg chg="add del mod">
          <ac:chgData name="Manuj Agrawal" userId="8275e378daeca5b2" providerId="LiveId" clId="{DDAC8C1A-5AD8-4CBD-8F61-8D233D03A885}" dt="2021-12-05T07:25:00.090" v="102" actId="478"/>
          <ac:picMkLst>
            <pc:docMk/>
            <pc:sldMk cId="3900484488" sldId="514"/>
            <ac:picMk id="1028" creationId="{5DFF44B8-4E5E-45AA-8D98-7DDAA606721B}"/>
          </ac:picMkLst>
        </pc:picChg>
      </pc:sldChg>
      <pc:sldChg chg="addSp delSp modSp add mod ord modNotesTx">
        <pc:chgData name="Manuj Agrawal" userId="8275e378daeca5b2" providerId="LiveId" clId="{DDAC8C1A-5AD8-4CBD-8F61-8D233D03A885}" dt="2021-12-05T13:56:11.818" v="6870" actId="20577"/>
        <pc:sldMkLst>
          <pc:docMk/>
          <pc:sldMk cId="3115088553" sldId="515"/>
        </pc:sldMkLst>
        <pc:spChg chg="mod">
          <ac:chgData name="Manuj Agrawal" userId="8275e378daeca5b2" providerId="LiveId" clId="{DDAC8C1A-5AD8-4CBD-8F61-8D233D03A885}" dt="2021-12-05T11:53:20.113" v="793" actId="1076"/>
          <ac:spMkLst>
            <pc:docMk/>
            <pc:sldMk cId="3115088553" sldId="515"/>
            <ac:spMk id="16" creationId="{CCBF5BF0-3B8A-436E-99D6-A56580D2A253}"/>
          </ac:spMkLst>
        </pc:spChg>
        <pc:spChg chg="del">
          <ac:chgData name="Manuj Agrawal" userId="8275e378daeca5b2" providerId="LiveId" clId="{DDAC8C1A-5AD8-4CBD-8F61-8D233D03A885}" dt="2021-12-05T07:49:46.415" v="128" actId="478"/>
          <ac:spMkLst>
            <pc:docMk/>
            <pc:sldMk cId="3115088553" sldId="515"/>
            <ac:spMk id="20" creationId="{31474A7D-84AF-46FD-9927-EF534E8F4AC0}"/>
          </ac:spMkLst>
        </pc:spChg>
        <pc:spChg chg="del">
          <ac:chgData name="Manuj Agrawal" userId="8275e378daeca5b2" providerId="LiveId" clId="{DDAC8C1A-5AD8-4CBD-8F61-8D233D03A885}" dt="2021-12-05T07:49:46.415" v="128" actId="478"/>
          <ac:spMkLst>
            <pc:docMk/>
            <pc:sldMk cId="3115088553" sldId="515"/>
            <ac:spMk id="21" creationId="{F7FD0578-A9D5-4093-8310-DF82763A12AC}"/>
          </ac:spMkLst>
        </pc:spChg>
        <pc:spChg chg="del">
          <ac:chgData name="Manuj Agrawal" userId="8275e378daeca5b2" providerId="LiveId" clId="{DDAC8C1A-5AD8-4CBD-8F61-8D233D03A885}" dt="2021-12-05T07:49:51.096" v="129" actId="478"/>
          <ac:spMkLst>
            <pc:docMk/>
            <pc:sldMk cId="3115088553" sldId="515"/>
            <ac:spMk id="22" creationId="{CD35668E-8E0D-405C-8DD0-B008F582FF87}"/>
          </ac:spMkLst>
        </pc:spChg>
        <pc:spChg chg="add mod">
          <ac:chgData name="Manuj Agrawal" userId="8275e378daeca5b2" providerId="LiveId" clId="{DDAC8C1A-5AD8-4CBD-8F61-8D233D03A885}" dt="2021-12-05T11:54:04.718" v="828" actId="1076"/>
          <ac:spMkLst>
            <pc:docMk/>
            <pc:sldMk cId="3115088553" sldId="515"/>
            <ac:spMk id="41" creationId="{7BDDB18F-BDAE-4256-9C83-6F6F188248B8}"/>
          </ac:spMkLst>
        </pc:spChg>
        <pc:picChg chg="add del mod">
          <ac:chgData name="Manuj Agrawal" userId="8275e378daeca5b2" providerId="LiveId" clId="{DDAC8C1A-5AD8-4CBD-8F61-8D233D03A885}" dt="2021-12-05T11:46:30.098" v="672" actId="478"/>
          <ac:picMkLst>
            <pc:docMk/>
            <pc:sldMk cId="3115088553" sldId="515"/>
            <ac:picMk id="4" creationId="{FD94F82E-17D5-467D-A1EB-3B8BD8080837}"/>
          </ac:picMkLst>
        </pc:picChg>
        <pc:picChg chg="del">
          <ac:chgData name="Manuj Agrawal" userId="8275e378daeca5b2" providerId="LiveId" clId="{DDAC8C1A-5AD8-4CBD-8F61-8D233D03A885}" dt="2021-12-05T07:49:51.096" v="129" actId="478"/>
          <ac:picMkLst>
            <pc:docMk/>
            <pc:sldMk cId="3115088553" sldId="515"/>
            <ac:picMk id="5" creationId="{3D8D5196-4279-4DC5-A9DE-940A5F4BF707}"/>
          </ac:picMkLst>
        </pc:picChg>
        <pc:picChg chg="add del mod">
          <ac:chgData name="Manuj Agrawal" userId="8275e378daeca5b2" providerId="LiveId" clId="{DDAC8C1A-5AD8-4CBD-8F61-8D233D03A885}" dt="2021-12-05T11:46:32.293" v="673" actId="478"/>
          <ac:picMkLst>
            <pc:docMk/>
            <pc:sldMk cId="3115088553" sldId="515"/>
            <ac:picMk id="7" creationId="{A8DE1848-4DEC-414D-98A7-9A26F10EB819}"/>
          </ac:picMkLst>
        </pc:picChg>
        <pc:picChg chg="add del mod">
          <ac:chgData name="Manuj Agrawal" userId="8275e378daeca5b2" providerId="LiveId" clId="{DDAC8C1A-5AD8-4CBD-8F61-8D233D03A885}" dt="2021-12-05T11:46:28.917" v="671" actId="478"/>
          <ac:picMkLst>
            <pc:docMk/>
            <pc:sldMk cId="3115088553" sldId="515"/>
            <ac:picMk id="9" creationId="{0B56B09A-7E4D-408A-B799-AAA7FC484C0A}"/>
          </ac:picMkLst>
        </pc:picChg>
        <pc:picChg chg="del">
          <ac:chgData name="Manuj Agrawal" userId="8275e378daeca5b2" providerId="LiveId" clId="{DDAC8C1A-5AD8-4CBD-8F61-8D233D03A885}" dt="2021-12-05T07:49:51.096" v="129" actId="478"/>
          <ac:picMkLst>
            <pc:docMk/>
            <pc:sldMk cId="3115088553" sldId="515"/>
            <ac:picMk id="11" creationId="{0549BD24-E4D0-45A8-9773-670EFBA56E4D}"/>
          </ac:picMkLst>
        </pc:picChg>
        <pc:picChg chg="add del mod modCrop">
          <ac:chgData name="Manuj Agrawal" userId="8275e378daeca5b2" providerId="LiveId" clId="{DDAC8C1A-5AD8-4CBD-8F61-8D233D03A885}" dt="2021-12-05T11:53:00.842" v="786" actId="478"/>
          <ac:picMkLst>
            <pc:docMk/>
            <pc:sldMk cId="3115088553" sldId="515"/>
            <ac:picMk id="12" creationId="{12534EC5-2028-45B5-8119-9848300D7378}"/>
          </ac:picMkLst>
        </pc:picChg>
        <pc:picChg chg="del">
          <ac:chgData name="Manuj Agrawal" userId="8275e378daeca5b2" providerId="LiveId" clId="{DDAC8C1A-5AD8-4CBD-8F61-8D233D03A885}" dt="2021-12-05T07:49:42.097" v="127" actId="478"/>
          <ac:picMkLst>
            <pc:docMk/>
            <pc:sldMk cId="3115088553" sldId="515"/>
            <ac:picMk id="14" creationId="{5DDA7663-7ABB-46BB-BEFA-E76D5AF57AAA}"/>
          </ac:picMkLst>
        </pc:picChg>
        <pc:picChg chg="del">
          <ac:chgData name="Manuj Agrawal" userId="8275e378daeca5b2" providerId="LiveId" clId="{DDAC8C1A-5AD8-4CBD-8F61-8D233D03A885}" dt="2021-12-05T07:49:51.096" v="129" actId="478"/>
          <ac:picMkLst>
            <pc:docMk/>
            <pc:sldMk cId="3115088553" sldId="515"/>
            <ac:picMk id="15" creationId="{AE1E27EC-7B7E-475D-9FB3-049287FE31D0}"/>
          </ac:picMkLst>
        </pc:picChg>
        <pc:picChg chg="add del mod">
          <ac:chgData name="Manuj Agrawal" userId="8275e378daeca5b2" providerId="LiveId" clId="{DDAC8C1A-5AD8-4CBD-8F61-8D233D03A885}" dt="2021-12-05T11:44:08.783" v="670" actId="478"/>
          <ac:picMkLst>
            <pc:docMk/>
            <pc:sldMk cId="3115088553" sldId="515"/>
            <ac:picMk id="17" creationId="{33A94F83-2E07-4718-B5C4-DB744E2F8FE5}"/>
          </ac:picMkLst>
        </pc:picChg>
        <pc:picChg chg="add mod modCrop">
          <ac:chgData name="Manuj Agrawal" userId="8275e378daeca5b2" providerId="LiveId" clId="{DDAC8C1A-5AD8-4CBD-8F61-8D233D03A885}" dt="2021-12-05T11:54:01.995" v="827" actId="1076"/>
          <ac:picMkLst>
            <pc:docMk/>
            <pc:sldMk cId="3115088553" sldId="515"/>
            <ac:picMk id="19" creationId="{FCD26E8F-D287-4D9D-A722-A37DF7E11685}"/>
          </ac:picMkLst>
        </pc:picChg>
        <pc:picChg chg="add mod modCrop">
          <ac:chgData name="Manuj Agrawal" userId="8275e378daeca5b2" providerId="LiveId" clId="{DDAC8C1A-5AD8-4CBD-8F61-8D233D03A885}" dt="2021-12-05T11:53:50.149" v="821" actId="1076"/>
          <ac:picMkLst>
            <pc:docMk/>
            <pc:sldMk cId="3115088553" sldId="515"/>
            <ac:picMk id="24" creationId="{E25C7525-FD0F-4EFB-9A7C-5D0467F5A931}"/>
          </ac:picMkLst>
        </pc:picChg>
        <pc:picChg chg="add mod">
          <ac:chgData name="Manuj Agrawal" userId="8275e378daeca5b2" providerId="LiveId" clId="{DDAC8C1A-5AD8-4CBD-8F61-8D233D03A885}" dt="2021-12-05T11:53:56.375" v="824" actId="1076"/>
          <ac:picMkLst>
            <pc:docMk/>
            <pc:sldMk cId="3115088553" sldId="515"/>
            <ac:picMk id="26" creationId="{08125CA2-1611-4FC3-B83D-9F24150B8E97}"/>
          </ac:picMkLst>
        </pc:picChg>
        <pc:picChg chg="add mod">
          <ac:chgData name="Manuj Agrawal" userId="8275e378daeca5b2" providerId="LiveId" clId="{DDAC8C1A-5AD8-4CBD-8F61-8D233D03A885}" dt="2021-12-05T11:53:59.890" v="826" actId="1076"/>
          <ac:picMkLst>
            <pc:docMk/>
            <pc:sldMk cId="3115088553" sldId="515"/>
            <ac:picMk id="28" creationId="{2E6C8A0F-C258-4611-8DC7-1E6F612F6628}"/>
          </ac:picMkLst>
        </pc:picChg>
        <pc:picChg chg="add mod modCrop">
          <ac:chgData name="Manuj Agrawal" userId="8275e378daeca5b2" providerId="LiveId" clId="{DDAC8C1A-5AD8-4CBD-8F61-8D233D03A885}" dt="2021-12-05T11:53:55.051" v="823" actId="1076"/>
          <ac:picMkLst>
            <pc:docMk/>
            <pc:sldMk cId="3115088553" sldId="515"/>
            <ac:picMk id="30" creationId="{1897BABD-8DD2-428D-8D9C-7BF0F7523DC7}"/>
          </ac:picMkLst>
        </pc:picChg>
        <pc:picChg chg="add del mod">
          <ac:chgData name="Manuj Agrawal" userId="8275e378daeca5b2" providerId="LiveId" clId="{DDAC8C1A-5AD8-4CBD-8F61-8D233D03A885}" dt="2021-12-05T11:52:22.763" v="769" actId="478"/>
          <ac:picMkLst>
            <pc:docMk/>
            <pc:sldMk cId="3115088553" sldId="515"/>
            <ac:picMk id="32" creationId="{2CE36AF8-6E5C-4FE7-99AA-6B4E124C501F}"/>
          </ac:picMkLst>
        </pc:picChg>
        <pc:picChg chg="add mod modCrop">
          <ac:chgData name="Manuj Agrawal" userId="8275e378daeca5b2" providerId="LiveId" clId="{DDAC8C1A-5AD8-4CBD-8F61-8D233D03A885}" dt="2021-12-05T11:53:49.037" v="820" actId="1076"/>
          <ac:picMkLst>
            <pc:docMk/>
            <pc:sldMk cId="3115088553" sldId="515"/>
            <ac:picMk id="34" creationId="{79F72604-A814-4DF1-BCAA-34B8E23C4974}"/>
          </ac:picMkLst>
        </pc:picChg>
        <pc:picChg chg="add mod modCrop">
          <ac:chgData name="Manuj Agrawal" userId="8275e378daeca5b2" providerId="LiveId" clId="{DDAC8C1A-5AD8-4CBD-8F61-8D233D03A885}" dt="2021-12-05T11:53:47.616" v="819" actId="1076"/>
          <ac:picMkLst>
            <pc:docMk/>
            <pc:sldMk cId="3115088553" sldId="515"/>
            <ac:picMk id="36" creationId="{5AB9FECF-D670-4B3E-AB0B-7A09C7CBAEC7}"/>
          </ac:picMkLst>
        </pc:picChg>
        <pc:picChg chg="add mod modCrop">
          <ac:chgData name="Manuj Agrawal" userId="8275e378daeca5b2" providerId="LiveId" clId="{DDAC8C1A-5AD8-4CBD-8F61-8D233D03A885}" dt="2021-12-05T11:53:58.746" v="825" actId="1076"/>
          <ac:picMkLst>
            <pc:docMk/>
            <pc:sldMk cId="3115088553" sldId="515"/>
            <ac:picMk id="38" creationId="{3A248A1E-032D-41AE-9087-91325F342FB4}"/>
          </ac:picMkLst>
        </pc:picChg>
        <pc:picChg chg="add mod">
          <ac:chgData name="Manuj Agrawal" userId="8275e378daeca5b2" providerId="LiveId" clId="{DDAC8C1A-5AD8-4CBD-8F61-8D233D03A885}" dt="2021-12-05T11:53:52.996" v="822" actId="1076"/>
          <ac:picMkLst>
            <pc:docMk/>
            <pc:sldMk cId="3115088553" sldId="515"/>
            <ac:picMk id="40" creationId="{69DC3DAF-28E3-4F73-99C7-E1E0BE4E5DC9}"/>
          </ac:picMkLst>
        </pc:picChg>
      </pc:sldChg>
      <pc:sldChg chg="addSp delSp modSp add mod ord modNotesTx">
        <pc:chgData name="Manuj Agrawal" userId="8275e378daeca5b2" providerId="LiveId" clId="{DDAC8C1A-5AD8-4CBD-8F61-8D233D03A885}" dt="2021-12-05T13:05:18.940" v="4989" actId="20577"/>
        <pc:sldMkLst>
          <pc:docMk/>
          <pc:sldMk cId="3398521564" sldId="516"/>
        </pc:sldMkLst>
        <pc:spChg chg="mod">
          <ac:chgData name="Manuj Agrawal" userId="8275e378daeca5b2" providerId="LiveId" clId="{DDAC8C1A-5AD8-4CBD-8F61-8D233D03A885}" dt="2021-12-05T08:09:28.141" v="427" actId="1076"/>
          <ac:spMkLst>
            <pc:docMk/>
            <pc:sldMk cId="3398521564" sldId="516"/>
            <ac:spMk id="19" creationId="{36E1ABEF-B965-492C-BB24-F0E63D1BEFA8}"/>
          </ac:spMkLst>
        </pc:spChg>
        <pc:spChg chg="mod">
          <ac:chgData name="Manuj Agrawal" userId="8275e378daeca5b2" providerId="LiveId" clId="{DDAC8C1A-5AD8-4CBD-8F61-8D233D03A885}" dt="2021-12-05T08:08:57.856" v="424" actId="1076"/>
          <ac:spMkLst>
            <pc:docMk/>
            <pc:sldMk cId="3398521564" sldId="516"/>
            <ac:spMk id="20" creationId="{BD1FEC91-7584-404C-80E9-6D147950099B}"/>
          </ac:spMkLst>
        </pc:spChg>
        <pc:spChg chg="mod">
          <ac:chgData name="Manuj Agrawal" userId="8275e378daeca5b2" providerId="LiveId" clId="{DDAC8C1A-5AD8-4CBD-8F61-8D233D03A885}" dt="2021-12-05T08:07:34.072" v="374"/>
          <ac:spMkLst>
            <pc:docMk/>
            <pc:sldMk cId="3398521564" sldId="516"/>
            <ac:spMk id="25" creationId="{7B2BCE54-4222-44C3-9B89-07715FBC51F2}"/>
          </ac:spMkLst>
        </pc:spChg>
        <pc:spChg chg="mod">
          <ac:chgData name="Manuj Agrawal" userId="8275e378daeca5b2" providerId="LiveId" clId="{DDAC8C1A-5AD8-4CBD-8F61-8D233D03A885}" dt="2021-12-05T08:08:34.788" v="422" actId="403"/>
          <ac:spMkLst>
            <pc:docMk/>
            <pc:sldMk cId="3398521564" sldId="516"/>
            <ac:spMk id="26" creationId="{F996D42A-57A8-4B8E-A8B1-8FE62E5B2648}"/>
          </ac:spMkLst>
        </pc:spChg>
        <pc:spChg chg="mod">
          <ac:chgData name="Manuj Agrawal" userId="8275e378daeca5b2" providerId="LiveId" clId="{DDAC8C1A-5AD8-4CBD-8F61-8D233D03A885}" dt="2021-12-05T08:12:48.864" v="480" actId="1076"/>
          <ac:spMkLst>
            <pc:docMk/>
            <pc:sldMk cId="3398521564" sldId="516"/>
            <ac:spMk id="28" creationId="{EF2DDCF6-8886-46AA-B9F1-D3EC4FD7C366}"/>
          </ac:spMkLst>
        </pc:spChg>
        <pc:spChg chg="mod">
          <ac:chgData name="Manuj Agrawal" userId="8275e378daeca5b2" providerId="LiveId" clId="{DDAC8C1A-5AD8-4CBD-8F61-8D233D03A885}" dt="2021-12-05T08:13:21.237" v="487" actId="1076"/>
          <ac:spMkLst>
            <pc:docMk/>
            <pc:sldMk cId="3398521564" sldId="516"/>
            <ac:spMk id="29" creationId="{F431374A-1D61-436A-8492-10C30EDB850A}"/>
          </ac:spMkLst>
        </pc:spChg>
        <pc:grpChg chg="del">
          <ac:chgData name="Manuj Agrawal" userId="8275e378daeca5b2" providerId="LiveId" clId="{DDAC8C1A-5AD8-4CBD-8F61-8D233D03A885}" dt="2021-12-05T08:06:52.375" v="368" actId="478"/>
          <ac:grpSpMkLst>
            <pc:docMk/>
            <pc:sldMk cId="3398521564" sldId="516"/>
            <ac:grpSpMk id="6" creationId="{85093947-E58F-4863-8FD0-141CB04F47F7}"/>
          </ac:grpSpMkLst>
        </pc:grpChg>
        <pc:grpChg chg="mod">
          <ac:chgData name="Manuj Agrawal" userId="8275e378daeca5b2" providerId="LiveId" clId="{DDAC8C1A-5AD8-4CBD-8F61-8D233D03A885}" dt="2021-12-05T08:10:48.318" v="435" actId="1076"/>
          <ac:grpSpMkLst>
            <pc:docMk/>
            <pc:sldMk cId="3398521564" sldId="516"/>
            <ac:grpSpMk id="13" creationId="{84C77CD8-84F8-43B0-AD37-297EAFC62C8F}"/>
          </ac:grpSpMkLst>
        </pc:grpChg>
        <pc:grpChg chg="mod">
          <ac:chgData name="Manuj Agrawal" userId="8275e378daeca5b2" providerId="LiveId" clId="{DDAC8C1A-5AD8-4CBD-8F61-8D233D03A885}" dt="2021-12-05T08:10:48.318" v="435" actId="1076"/>
          <ac:grpSpMkLst>
            <pc:docMk/>
            <pc:sldMk cId="3398521564" sldId="516"/>
            <ac:grpSpMk id="18" creationId="{28EBB4FE-5EEE-4D32-B207-D0C3B8EE4CF9}"/>
          </ac:grpSpMkLst>
        </pc:grpChg>
        <pc:grpChg chg="mod">
          <ac:chgData name="Manuj Agrawal" userId="8275e378daeca5b2" providerId="LiveId" clId="{DDAC8C1A-5AD8-4CBD-8F61-8D233D03A885}" dt="2021-12-05T08:10:48.318" v="435" actId="1076"/>
          <ac:grpSpMkLst>
            <pc:docMk/>
            <pc:sldMk cId="3398521564" sldId="516"/>
            <ac:grpSpMk id="21" creationId="{1A004197-E69B-4DF2-9FBF-C2CE2B2F8DFF}"/>
          </ac:grpSpMkLst>
        </pc:grpChg>
        <pc:grpChg chg="add mod">
          <ac:chgData name="Manuj Agrawal" userId="8275e378daeca5b2" providerId="LiveId" clId="{DDAC8C1A-5AD8-4CBD-8F61-8D233D03A885}" dt="2021-12-05T08:10:48.318" v="435" actId="1076"/>
          <ac:grpSpMkLst>
            <pc:docMk/>
            <pc:sldMk cId="3398521564" sldId="516"/>
            <ac:grpSpMk id="24" creationId="{ADEA3C11-529E-4F0E-BB6B-54DAA165F8BA}"/>
          </ac:grpSpMkLst>
        </pc:grpChg>
        <pc:grpChg chg="add mod">
          <ac:chgData name="Manuj Agrawal" userId="8275e378daeca5b2" providerId="LiveId" clId="{DDAC8C1A-5AD8-4CBD-8F61-8D233D03A885}" dt="2021-12-05T08:10:48.318" v="435" actId="1076"/>
          <ac:grpSpMkLst>
            <pc:docMk/>
            <pc:sldMk cId="3398521564" sldId="516"/>
            <ac:grpSpMk id="27" creationId="{2FB9F58E-D3F5-4CFE-A9CB-82E204833ACC}"/>
          </ac:grpSpMkLst>
        </pc:grpChg>
        <pc:picChg chg="del">
          <ac:chgData name="Manuj Agrawal" userId="8275e378daeca5b2" providerId="LiveId" clId="{DDAC8C1A-5AD8-4CBD-8F61-8D233D03A885}" dt="2021-12-05T08:06:52.375" v="368" actId="478"/>
          <ac:picMkLst>
            <pc:docMk/>
            <pc:sldMk cId="3398521564" sldId="516"/>
            <ac:picMk id="11" creationId="{2EEB53AD-02DA-4281-87E4-CBC1A2012714}"/>
          </ac:picMkLst>
        </pc:picChg>
      </pc:sldChg>
      <pc:sldChg chg="modSp add mod modNotesTx">
        <pc:chgData name="Manuj Agrawal" userId="8275e378daeca5b2" providerId="LiveId" clId="{DDAC8C1A-5AD8-4CBD-8F61-8D233D03A885}" dt="2021-12-05T14:44:30.915" v="7617" actId="20577"/>
        <pc:sldMkLst>
          <pc:docMk/>
          <pc:sldMk cId="3154999266" sldId="517"/>
        </pc:sldMkLst>
        <pc:spChg chg="mod">
          <ac:chgData name="Manuj Agrawal" userId="8275e378daeca5b2" providerId="LiveId" clId="{DDAC8C1A-5AD8-4CBD-8F61-8D233D03A885}" dt="2021-12-05T08:48:03.063" v="634" actId="1076"/>
          <ac:spMkLst>
            <pc:docMk/>
            <pc:sldMk cId="3154999266" sldId="517"/>
            <ac:spMk id="7" creationId="{4A29C1D3-C73A-4CAA-8616-0B32A3016109}"/>
          </ac:spMkLst>
        </pc:spChg>
        <pc:spChg chg="mod">
          <ac:chgData name="Manuj Agrawal" userId="8275e378daeca5b2" providerId="LiveId" clId="{DDAC8C1A-5AD8-4CBD-8F61-8D233D03A885}" dt="2021-12-05T08:48:12.518" v="636" actId="1076"/>
          <ac:spMkLst>
            <pc:docMk/>
            <pc:sldMk cId="3154999266" sldId="517"/>
            <ac:spMk id="9" creationId="{3B66B379-819C-416C-B135-5B41F8EF93E5}"/>
          </ac:spMkLst>
        </pc:spChg>
        <pc:graphicFrameChg chg="mod modGraphic">
          <ac:chgData name="Manuj Agrawal" userId="8275e378daeca5b2" providerId="LiveId" clId="{DDAC8C1A-5AD8-4CBD-8F61-8D233D03A885}" dt="2021-12-05T08:48:26.285" v="638" actId="403"/>
          <ac:graphicFrameMkLst>
            <pc:docMk/>
            <pc:sldMk cId="3154999266" sldId="517"/>
            <ac:graphicFrameMk id="3" creationId="{347BC466-C3EC-4C67-B692-312C74ABC436}"/>
          </ac:graphicFrameMkLst>
        </pc:graphicFrameChg>
        <pc:graphicFrameChg chg="modGraphic">
          <ac:chgData name="Manuj Agrawal" userId="8275e378daeca5b2" providerId="LiveId" clId="{DDAC8C1A-5AD8-4CBD-8F61-8D233D03A885}" dt="2021-12-05T08:47:26.317" v="626" actId="2710"/>
          <ac:graphicFrameMkLst>
            <pc:docMk/>
            <pc:sldMk cId="3154999266" sldId="517"/>
            <ac:graphicFrameMk id="5" creationId="{A01D1AF0-98FC-41C0-9F63-4A92FCD09B0C}"/>
          </ac:graphicFrameMkLst>
        </pc:graphicFrameChg>
      </pc:sldChg>
    </pc:docChg>
  </pc:docChgLst>
  <pc:docChgLst>
    <pc:chgData name="Shyama" userId="S::shyama@webberec.com::6bc29e3b-d18d-4efe-9776-d232efa51d08" providerId="AD" clId="Web-{A8DCE7A1-CDE2-F678-0C53-931023EF5E30}"/>
    <pc:docChg chg="modSld sldOrd">
      <pc:chgData name="Shyama" userId="S::shyama@webberec.com::6bc29e3b-d18d-4efe-9776-d232efa51d08" providerId="AD" clId="Web-{A8DCE7A1-CDE2-F678-0C53-931023EF5E30}" dt="2023-04-22T16:10:05.615" v="132"/>
      <pc:docMkLst>
        <pc:docMk/>
      </pc:docMkLst>
      <pc:sldChg chg="ord">
        <pc:chgData name="Shyama" userId="S::shyama@webberec.com::6bc29e3b-d18d-4efe-9776-d232efa51d08" providerId="AD" clId="Web-{A8DCE7A1-CDE2-F678-0C53-931023EF5E30}" dt="2023-04-22T16:07:52.516" v="50"/>
        <pc:sldMkLst>
          <pc:docMk/>
          <pc:sldMk cId="2191335115" sldId="556"/>
        </pc:sldMkLst>
      </pc:sldChg>
      <pc:sldChg chg="modSp">
        <pc:chgData name="Shyama" userId="S::shyama@webberec.com::6bc29e3b-d18d-4efe-9776-d232efa51d08" providerId="AD" clId="Web-{A8DCE7A1-CDE2-F678-0C53-931023EF5E30}" dt="2023-04-22T16:10:05.615" v="132"/>
        <pc:sldMkLst>
          <pc:docMk/>
          <pc:sldMk cId="2876836253" sldId="573"/>
        </pc:sldMkLst>
        <pc:graphicFrameChg chg="mod modGraphic">
          <ac:chgData name="Shyama" userId="S::shyama@webberec.com::6bc29e3b-d18d-4efe-9776-d232efa51d08" providerId="AD" clId="Web-{A8DCE7A1-CDE2-F678-0C53-931023EF5E30}" dt="2023-04-22T16:10:05.615" v="132"/>
          <ac:graphicFrameMkLst>
            <pc:docMk/>
            <pc:sldMk cId="2876836253" sldId="573"/>
            <ac:graphicFrameMk id="2" creationId="{58696F34-8374-A453-0DF8-2929E576A41C}"/>
          </ac:graphicFrameMkLst>
        </pc:graphicFrameChg>
      </pc:sldChg>
    </pc:docChg>
  </pc:docChgLst>
  <pc:docChgLst>
    <pc:chgData name="Manuj Agrawal" userId="8275e378daeca5b2" providerId="LiveId" clId="{8C337947-1A57-4C41-90F9-05BE238E37C0}"/>
    <pc:docChg chg="undo custSel addSld modSld">
      <pc:chgData name="Manuj Agrawal" userId="8275e378daeca5b2" providerId="LiveId" clId="{8C337947-1A57-4C41-90F9-05BE238E37C0}" dt="2021-12-25T08:55:17.943" v="628" actId="1076"/>
      <pc:docMkLst>
        <pc:docMk/>
      </pc:docMkLst>
      <pc:sldChg chg="addSp delSp modSp mod">
        <pc:chgData name="Manuj Agrawal" userId="8275e378daeca5b2" providerId="LiveId" clId="{8C337947-1A57-4C41-90F9-05BE238E37C0}" dt="2021-12-25T08:55:17.943" v="628" actId="1076"/>
        <pc:sldMkLst>
          <pc:docMk/>
          <pc:sldMk cId="722639226" sldId="481"/>
        </pc:sldMkLst>
        <pc:spChg chg="del">
          <ac:chgData name="Manuj Agrawal" userId="8275e378daeca5b2" providerId="LiveId" clId="{8C337947-1A57-4C41-90F9-05BE238E37C0}" dt="2021-12-25T08:21:52.874" v="1" actId="478"/>
          <ac:spMkLst>
            <pc:docMk/>
            <pc:sldMk cId="722639226" sldId="481"/>
            <ac:spMk id="11" creationId="{FF1098FB-68F5-4566-8FF9-44B8794DE334}"/>
          </ac:spMkLst>
        </pc:spChg>
        <pc:spChg chg="del">
          <ac:chgData name="Manuj Agrawal" userId="8275e378daeca5b2" providerId="LiveId" clId="{8C337947-1A57-4C41-90F9-05BE238E37C0}" dt="2021-12-25T08:21:53.696" v="2" actId="478"/>
          <ac:spMkLst>
            <pc:docMk/>
            <pc:sldMk cId="722639226" sldId="481"/>
            <ac:spMk id="13" creationId="{5FEA3B4D-CFF3-467B-BE94-65D1F327CFBB}"/>
          </ac:spMkLst>
        </pc:spChg>
        <pc:spChg chg="mod">
          <ac:chgData name="Manuj Agrawal" userId="8275e378daeca5b2" providerId="LiveId" clId="{8C337947-1A57-4C41-90F9-05BE238E37C0}" dt="2021-12-25T08:53:55.758" v="574" actId="1076"/>
          <ac:spMkLst>
            <pc:docMk/>
            <pc:sldMk cId="722639226" sldId="481"/>
            <ac:spMk id="17" creationId="{00000000-0000-0000-0000-000000000000}"/>
          </ac:spMkLst>
        </pc:spChg>
        <pc:spChg chg="add mod">
          <ac:chgData name="Manuj Agrawal" userId="8275e378daeca5b2" providerId="LiveId" clId="{8C337947-1A57-4C41-90F9-05BE238E37C0}" dt="2021-12-25T08:54:29.486" v="610" actId="1076"/>
          <ac:spMkLst>
            <pc:docMk/>
            <pc:sldMk cId="722639226" sldId="481"/>
            <ac:spMk id="19" creationId="{FE845F32-4110-4B63-BB8A-B4557680BF89}"/>
          </ac:spMkLst>
        </pc:spChg>
        <pc:spChg chg="add del mod">
          <ac:chgData name="Manuj Agrawal" userId="8275e378daeca5b2" providerId="LiveId" clId="{8C337947-1A57-4C41-90F9-05BE238E37C0}" dt="2021-12-25T08:23:58.571" v="114" actId="478"/>
          <ac:spMkLst>
            <pc:docMk/>
            <pc:sldMk cId="722639226" sldId="481"/>
            <ac:spMk id="21" creationId="{C73864D0-C779-4722-AE31-269732EE0CA6}"/>
          </ac:spMkLst>
        </pc:spChg>
        <pc:spChg chg="add mod">
          <ac:chgData name="Manuj Agrawal" userId="8275e378daeca5b2" providerId="LiveId" clId="{8C337947-1A57-4C41-90F9-05BE238E37C0}" dt="2021-12-25T08:54:49.935" v="624" actId="14100"/>
          <ac:spMkLst>
            <pc:docMk/>
            <pc:sldMk cId="722639226" sldId="481"/>
            <ac:spMk id="23" creationId="{4D39C011-2028-4948-B287-1929F9999FDE}"/>
          </ac:spMkLst>
        </pc:spChg>
        <pc:spChg chg="del mod">
          <ac:chgData name="Manuj Agrawal" userId="8275e378daeca5b2" providerId="LiveId" clId="{8C337947-1A57-4C41-90F9-05BE238E37C0}" dt="2021-12-25T08:25:28.706" v="169" actId="478"/>
          <ac:spMkLst>
            <pc:docMk/>
            <pc:sldMk cId="722639226" sldId="481"/>
            <ac:spMk id="25" creationId="{598E7E5D-77D6-412D-BF90-00A6C9E02C53}"/>
          </ac:spMkLst>
        </pc:spChg>
        <pc:spChg chg="del mod">
          <ac:chgData name="Manuj Agrawal" userId="8275e378daeca5b2" providerId="LiveId" clId="{8C337947-1A57-4C41-90F9-05BE238E37C0}" dt="2021-12-25T08:49:05.472" v="501" actId="478"/>
          <ac:spMkLst>
            <pc:docMk/>
            <pc:sldMk cId="722639226" sldId="481"/>
            <ac:spMk id="26" creationId="{6EE233B6-0766-435E-B842-75EE62710DDC}"/>
          </ac:spMkLst>
        </pc:spChg>
        <pc:spChg chg="del mod">
          <ac:chgData name="Manuj Agrawal" userId="8275e378daeca5b2" providerId="LiveId" clId="{8C337947-1A57-4C41-90F9-05BE238E37C0}" dt="2021-12-25T08:46:57.768" v="428" actId="478"/>
          <ac:spMkLst>
            <pc:docMk/>
            <pc:sldMk cId="722639226" sldId="481"/>
            <ac:spMk id="27" creationId="{3A7FAB8C-8C8F-4169-A3E5-42DDA9E9C224}"/>
          </ac:spMkLst>
        </pc:spChg>
        <pc:spChg chg="del mod">
          <ac:chgData name="Manuj Agrawal" userId="8275e378daeca5b2" providerId="LiveId" clId="{8C337947-1A57-4C41-90F9-05BE238E37C0}" dt="2021-12-25T08:53:48.432" v="573" actId="478"/>
          <ac:spMkLst>
            <pc:docMk/>
            <pc:sldMk cId="722639226" sldId="481"/>
            <ac:spMk id="28" creationId="{D0542C2E-722C-431B-A750-6361BEC08239}"/>
          </ac:spMkLst>
        </pc:spChg>
        <pc:spChg chg="del mod">
          <ac:chgData name="Manuj Agrawal" userId="8275e378daeca5b2" providerId="LiveId" clId="{8C337947-1A57-4C41-90F9-05BE238E37C0}" dt="2021-12-25T08:53:46.882" v="572" actId="478"/>
          <ac:spMkLst>
            <pc:docMk/>
            <pc:sldMk cId="722639226" sldId="481"/>
            <ac:spMk id="29" creationId="{09796431-D8B0-43E4-9151-7DD26BE9DAEE}"/>
          </ac:spMkLst>
        </pc:spChg>
        <pc:spChg chg="add mod">
          <ac:chgData name="Manuj Agrawal" userId="8275e378daeca5b2" providerId="LiveId" clId="{8C337947-1A57-4C41-90F9-05BE238E37C0}" dt="2021-12-25T08:54:03.366" v="575" actId="1076"/>
          <ac:spMkLst>
            <pc:docMk/>
            <pc:sldMk cId="722639226" sldId="481"/>
            <ac:spMk id="30" creationId="{226A7DB8-CB5F-49CA-9699-89158673C6C7}"/>
          </ac:spMkLst>
        </pc:spChg>
        <pc:spChg chg="add del mod">
          <ac:chgData name="Manuj Agrawal" userId="8275e378daeca5b2" providerId="LiveId" clId="{8C337947-1A57-4C41-90F9-05BE238E37C0}" dt="2021-12-25T08:44:52.256" v="315" actId="478"/>
          <ac:spMkLst>
            <pc:docMk/>
            <pc:sldMk cId="722639226" sldId="481"/>
            <ac:spMk id="31" creationId="{5ED5E105-6632-4AEE-9824-4499201891C0}"/>
          </ac:spMkLst>
        </pc:spChg>
        <pc:spChg chg="add mod">
          <ac:chgData name="Manuj Agrawal" userId="8275e378daeca5b2" providerId="LiveId" clId="{8C337947-1A57-4C41-90F9-05BE238E37C0}" dt="2021-12-25T08:54:03.366" v="575" actId="1076"/>
          <ac:spMkLst>
            <pc:docMk/>
            <pc:sldMk cId="722639226" sldId="481"/>
            <ac:spMk id="32" creationId="{8A18CD4F-51AB-4878-857A-CFAB419F0682}"/>
          </ac:spMkLst>
        </pc:spChg>
        <pc:spChg chg="add mod">
          <ac:chgData name="Manuj Agrawal" userId="8275e378daeca5b2" providerId="LiveId" clId="{8C337947-1A57-4C41-90F9-05BE238E37C0}" dt="2021-12-25T08:55:17.943" v="628" actId="1076"/>
          <ac:spMkLst>
            <pc:docMk/>
            <pc:sldMk cId="722639226" sldId="481"/>
            <ac:spMk id="33" creationId="{BAF10217-FF3D-42E3-9205-D7971E8AEC0C}"/>
          </ac:spMkLst>
        </pc:spChg>
        <pc:spChg chg="add mod">
          <ac:chgData name="Manuj Agrawal" userId="8275e378daeca5b2" providerId="LiveId" clId="{8C337947-1A57-4C41-90F9-05BE238E37C0}" dt="2021-12-25T08:55:02.047" v="625" actId="1076"/>
          <ac:spMkLst>
            <pc:docMk/>
            <pc:sldMk cId="722639226" sldId="481"/>
            <ac:spMk id="34" creationId="{C604C4F0-64C0-42F4-891B-B3A18AD9372D}"/>
          </ac:spMkLst>
        </pc:spChg>
        <pc:spChg chg="add mod">
          <ac:chgData name="Manuj Agrawal" userId="8275e378daeca5b2" providerId="LiveId" clId="{8C337947-1A57-4C41-90F9-05BE238E37C0}" dt="2021-12-25T08:55:13.166" v="627" actId="1076"/>
          <ac:spMkLst>
            <pc:docMk/>
            <pc:sldMk cId="722639226" sldId="481"/>
            <ac:spMk id="35" creationId="{7E6807C4-1758-4A90-AF36-4DD1AA55EFEE}"/>
          </ac:spMkLst>
        </pc:spChg>
        <pc:grpChg chg="add mod">
          <ac:chgData name="Manuj Agrawal" userId="8275e378daeca5b2" providerId="LiveId" clId="{8C337947-1A57-4C41-90F9-05BE238E37C0}" dt="2021-12-25T08:54:03.366" v="575" actId="1076"/>
          <ac:grpSpMkLst>
            <pc:docMk/>
            <pc:sldMk cId="722639226" sldId="481"/>
            <ac:grpSpMk id="2" creationId="{07391A86-BC7A-4BC0-BBCF-6019CC031C63}"/>
          </ac:grpSpMkLst>
        </pc:grpChg>
        <pc:grpChg chg="add mod">
          <ac:chgData name="Manuj Agrawal" userId="8275e378daeca5b2" providerId="LiveId" clId="{8C337947-1A57-4C41-90F9-05BE238E37C0}" dt="2021-12-25T08:54:03.366" v="575" actId="1076"/>
          <ac:grpSpMkLst>
            <pc:docMk/>
            <pc:sldMk cId="722639226" sldId="481"/>
            <ac:grpSpMk id="3" creationId="{D773922F-2E9D-4079-BC9F-702391E86305}"/>
          </ac:grpSpMkLst>
        </pc:grpChg>
        <pc:picChg chg="mod">
          <ac:chgData name="Manuj Agrawal" userId="8275e378daeca5b2" providerId="LiveId" clId="{8C337947-1A57-4C41-90F9-05BE238E37C0}" dt="2021-12-25T08:25:08.028" v="167" actId="164"/>
          <ac:picMkLst>
            <pc:docMk/>
            <pc:sldMk cId="722639226" sldId="481"/>
            <ac:picMk id="7" creationId="{DB5E5094-0C4E-4CCA-8FCE-165D8E0350DB}"/>
          </ac:picMkLst>
        </pc:picChg>
        <pc:picChg chg="mod">
          <ac:chgData name="Manuj Agrawal" userId="8275e378daeca5b2" providerId="LiveId" clId="{8C337947-1A57-4C41-90F9-05BE238E37C0}" dt="2021-12-25T08:25:03.872" v="166" actId="164"/>
          <ac:picMkLst>
            <pc:docMk/>
            <pc:sldMk cId="722639226" sldId="481"/>
            <ac:picMk id="12" creationId="{F948B5F2-4398-4CFD-8153-00FB625D5D91}"/>
          </ac:picMkLst>
        </pc:picChg>
        <pc:picChg chg="mod">
          <ac:chgData name="Manuj Agrawal" userId="8275e378daeca5b2" providerId="LiveId" clId="{8C337947-1A57-4C41-90F9-05BE238E37C0}" dt="2021-12-25T08:54:03.366" v="575" actId="1076"/>
          <ac:picMkLst>
            <pc:docMk/>
            <pc:sldMk cId="722639226" sldId="481"/>
            <ac:picMk id="15" creationId="{54BFD0A6-D0B6-499A-BD77-FA7248A0FB05}"/>
          </ac:picMkLst>
        </pc:picChg>
        <pc:picChg chg="mod">
          <ac:chgData name="Manuj Agrawal" userId="8275e378daeca5b2" providerId="LiveId" clId="{8C337947-1A57-4C41-90F9-05BE238E37C0}" dt="2021-12-25T08:54:03.366" v="575" actId="1076"/>
          <ac:picMkLst>
            <pc:docMk/>
            <pc:sldMk cId="722639226" sldId="481"/>
            <ac:picMk id="18" creationId="{8A155FA7-BFEC-4B68-A200-A83482DE40A8}"/>
          </ac:picMkLst>
        </pc:picChg>
        <pc:picChg chg="mod">
          <ac:chgData name="Manuj Agrawal" userId="8275e378daeca5b2" providerId="LiveId" clId="{8C337947-1A57-4C41-90F9-05BE238E37C0}" dt="2021-12-25T08:55:02.047" v="625" actId="1076"/>
          <ac:picMkLst>
            <pc:docMk/>
            <pc:sldMk cId="722639226" sldId="481"/>
            <ac:picMk id="20" creationId="{0CC089B3-A984-4D0E-862B-D775FD098C95}"/>
          </ac:picMkLst>
        </pc:picChg>
        <pc:picChg chg="mod">
          <ac:chgData name="Manuj Agrawal" userId="8275e378daeca5b2" providerId="LiveId" clId="{8C337947-1A57-4C41-90F9-05BE238E37C0}" dt="2021-12-25T08:55:06.023" v="626" actId="1076"/>
          <ac:picMkLst>
            <pc:docMk/>
            <pc:sldMk cId="722639226" sldId="481"/>
            <ac:picMk id="22" creationId="{B8915330-9A6F-42ED-AE82-59A174199605}"/>
          </ac:picMkLst>
        </pc:picChg>
        <pc:picChg chg="mod">
          <ac:chgData name="Manuj Agrawal" userId="8275e378daeca5b2" providerId="LiveId" clId="{8C337947-1A57-4C41-90F9-05BE238E37C0}" dt="2021-12-25T08:55:02.047" v="625" actId="1076"/>
          <ac:picMkLst>
            <pc:docMk/>
            <pc:sldMk cId="722639226" sldId="481"/>
            <ac:picMk id="24" creationId="{C4160B7B-D653-4EEF-B661-39978444B35A}"/>
          </ac:picMkLst>
        </pc:picChg>
      </pc:sldChg>
      <pc:sldChg chg="add">
        <pc:chgData name="Manuj Agrawal" userId="8275e378daeca5b2" providerId="LiveId" clId="{8C337947-1A57-4C41-90F9-05BE238E37C0}" dt="2021-12-25T08:21:46.069" v="0" actId="2890"/>
        <pc:sldMkLst>
          <pc:docMk/>
          <pc:sldMk cId="2079074756" sldId="554"/>
        </pc:sldMkLst>
      </pc:sldChg>
    </pc:docChg>
  </pc:docChgLst>
  <pc:docChgLst>
    <pc:chgData name="Manuj Agrawal" userId="8275e378daeca5b2" providerId="LiveId" clId="{64F0AB06-4F15-42AD-A165-0D0DB89594B8}"/>
    <pc:docChg chg="undo custSel addSld delSld modSld">
      <pc:chgData name="Manuj Agrawal" userId="8275e378daeca5b2" providerId="LiveId" clId="{64F0AB06-4F15-42AD-A165-0D0DB89594B8}" dt="2021-12-08T17:33:08.572" v="858"/>
      <pc:docMkLst>
        <pc:docMk/>
      </pc:docMkLst>
      <pc:sldChg chg="modSp mod">
        <pc:chgData name="Manuj Agrawal" userId="8275e378daeca5b2" providerId="LiveId" clId="{64F0AB06-4F15-42AD-A165-0D0DB89594B8}" dt="2021-12-08T16:55:52.092" v="405" actId="1076"/>
        <pc:sldMkLst>
          <pc:docMk/>
          <pc:sldMk cId="4132242691" sldId="439"/>
        </pc:sldMkLst>
        <pc:spChg chg="mod">
          <ac:chgData name="Manuj Agrawal" userId="8275e378daeca5b2" providerId="LiveId" clId="{64F0AB06-4F15-42AD-A165-0D0DB89594B8}" dt="2021-12-08T16:55:18.692" v="394" actId="404"/>
          <ac:spMkLst>
            <pc:docMk/>
            <pc:sldMk cId="4132242691" sldId="439"/>
            <ac:spMk id="16" creationId="{CCBF5BF0-3B8A-436E-99D6-A56580D2A253}"/>
          </ac:spMkLst>
        </pc:spChg>
        <pc:spChg chg="mod">
          <ac:chgData name="Manuj Agrawal" userId="8275e378daeca5b2" providerId="LiveId" clId="{64F0AB06-4F15-42AD-A165-0D0DB89594B8}" dt="2021-12-08T16:55:30.066" v="396" actId="14100"/>
          <ac:spMkLst>
            <pc:docMk/>
            <pc:sldMk cId="4132242691" sldId="439"/>
            <ac:spMk id="20" creationId="{31474A7D-84AF-46FD-9927-EF534E8F4AC0}"/>
          </ac:spMkLst>
        </pc:spChg>
        <pc:spChg chg="mod">
          <ac:chgData name="Manuj Agrawal" userId="8275e378daeca5b2" providerId="LiveId" clId="{64F0AB06-4F15-42AD-A165-0D0DB89594B8}" dt="2021-12-08T16:55:52.092" v="405" actId="1076"/>
          <ac:spMkLst>
            <pc:docMk/>
            <pc:sldMk cId="4132242691" sldId="439"/>
            <ac:spMk id="21" creationId="{F7FD0578-A9D5-4093-8310-DF82763A12AC}"/>
          </ac:spMkLst>
        </pc:spChg>
        <pc:spChg chg="mod">
          <ac:chgData name="Manuj Agrawal" userId="8275e378daeca5b2" providerId="LiveId" clId="{64F0AB06-4F15-42AD-A165-0D0DB89594B8}" dt="2021-12-08T16:55:43.083" v="399" actId="1076"/>
          <ac:spMkLst>
            <pc:docMk/>
            <pc:sldMk cId="4132242691" sldId="439"/>
            <ac:spMk id="22" creationId="{CD35668E-8E0D-405C-8DD0-B008F582FF87}"/>
          </ac:spMkLst>
        </pc:spChg>
      </pc:sldChg>
      <pc:sldChg chg="modSp mod">
        <pc:chgData name="Manuj Agrawal" userId="8275e378daeca5b2" providerId="LiveId" clId="{64F0AB06-4F15-42AD-A165-0D0DB89594B8}" dt="2021-12-08T17:06:00.276" v="574" actId="1076"/>
        <pc:sldMkLst>
          <pc:docMk/>
          <pc:sldMk cId="2413752973" sldId="486"/>
        </pc:sldMkLst>
        <pc:spChg chg="mod">
          <ac:chgData name="Manuj Agrawal" userId="8275e378daeca5b2" providerId="LiveId" clId="{64F0AB06-4F15-42AD-A165-0D0DB89594B8}" dt="2021-12-08T17:05:05.327" v="559" actId="2711"/>
          <ac:spMkLst>
            <pc:docMk/>
            <pc:sldMk cId="2413752973" sldId="486"/>
            <ac:spMk id="17" creationId="{B5C1152F-7231-435A-B06E-64C56434D480}"/>
          </ac:spMkLst>
        </pc:spChg>
        <pc:spChg chg="mod">
          <ac:chgData name="Manuj Agrawal" userId="8275e378daeca5b2" providerId="LiveId" clId="{64F0AB06-4F15-42AD-A165-0D0DB89594B8}" dt="2021-12-08T17:05:15.931" v="562" actId="1076"/>
          <ac:spMkLst>
            <pc:docMk/>
            <pc:sldMk cId="2413752973" sldId="486"/>
            <ac:spMk id="29" creationId="{6C46D106-05B3-4330-B887-EA65161653D3}"/>
          </ac:spMkLst>
        </pc:spChg>
        <pc:spChg chg="mod">
          <ac:chgData name="Manuj Agrawal" userId="8275e378daeca5b2" providerId="LiveId" clId="{64F0AB06-4F15-42AD-A165-0D0DB89594B8}" dt="2021-12-08T17:05:19.249" v="563" actId="1076"/>
          <ac:spMkLst>
            <pc:docMk/>
            <pc:sldMk cId="2413752973" sldId="486"/>
            <ac:spMk id="46" creationId="{3123FE44-D10D-4CA1-A2AD-232055C2AA6A}"/>
          </ac:spMkLst>
        </pc:spChg>
        <pc:spChg chg="mod">
          <ac:chgData name="Manuj Agrawal" userId="8275e378daeca5b2" providerId="LiveId" clId="{64F0AB06-4F15-42AD-A165-0D0DB89594B8}" dt="2021-12-08T17:05:24.305" v="565" actId="1076"/>
          <ac:spMkLst>
            <pc:docMk/>
            <pc:sldMk cId="2413752973" sldId="486"/>
            <ac:spMk id="47" creationId="{18EDD0B6-D3CC-42FD-AADA-D0B98EEED4C1}"/>
          </ac:spMkLst>
        </pc:spChg>
        <pc:spChg chg="mod">
          <ac:chgData name="Manuj Agrawal" userId="8275e378daeca5b2" providerId="LiveId" clId="{64F0AB06-4F15-42AD-A165-0D0DB89594B8}" dt="2021-12-08T17:05:26.227" v="566" actId="108"/>
          <ac:spMkLst>
            <pc:docMk/>
            <pc:sldMk cId="2413752973" sldId="486"/>
            <ac:spMk id="48" creationId="{EFF30D0D-D1AB-4521-98C6-32436893A1F4}"/>
          </ac:spMkLst>
        </pc:spChg>
        <pc:spChg chg="mod">
          <ac:chgData name="Manuj Agrawal" userId="8275e378daeca5b2" providerId="LiveId" clId="{64F0AB06-4F15-42AD-A165-0D0DB89594B8}" dt="2021-12-08T17:05:32.976" v="567" actId="2711"/>
          <ac:spMkLst>
            <pc:docMk/>
            <pc:sldMk cId="2413752973" sldId="486"/>
            <ac:spMk id="49" creationId="{9CE07388-E382-4920-97B0-D1124EF8BC44}"/>
          </ac:spMkLst>
        </pc:spChg>
        <pc:spChg chg="mod">
          <ac:chgData name="Manuj Agrawal" userId="8275e378daeca5b2" providerId="LiveId" clId="{64F0AB06-4F15-42AD-A165-0D0DB89594B8}" dt="2021-12-08T17:05:44.534" v="571" actId="108"/>
          <ac:spMkLst>
            <pc:docMk/>
            <pc:sldMk cId="2413752973" sldId="486"/>
            <ac:spMk id="50" creationId="{91B00B65-E049-456F-83A1-17EAF570563B}"/>
          </ac:spMkLst>
        </pc:spChg>
        <pc:spChg chg="mod">
          <ac:chgData name="Manuj Agrawal" userId="8275e378daeca5b2" providerId="LiveId" clId="{64F0AB06-4F15-42AD-A165-0D0DB89594B8}" dt="2021-12-08T17:05:49.174" v="572" actId="108"/>
          <ac:spMkLst>
            <pc:docMk/>
            <pc:sldMk cId="2413752973" sldId="486"/>
            <ac:spMk id="51" creationId="{D87CECE4-DDF5-476A-8F0D-519A3DE95FA2}"/>
          </ac:spMkLst>
        </pc:spChg>
        <pc:spChg chg="mod">
          <ac:chgData name="Manuj Agrawal" userId="8275e378daeca5b2" providerId="LiveId" clId="{64F0AB06-4F15-42AD-A165-0D0DB89594B8}" dt="2021-12-08T17:05:42.403" v="570" actId="1076"/>
          <ac:spMkLst>
            <pc:docMk/>
            <pc:sldMk cId="2413752973" sldId="486"/>
            <ac:spMk id="52" creationId="{EA3E0325-FF03-43EC-A9B7-660F8090FAFD}"/>
          </ac:spMkLst>
        </pc:spChg>
        <pc:spChg chg="mod">
          <ac:chgData name="Manuj Agrawal" userId="8275e378daeca5b2" providerId="LiveId" clId="{64F0AB06-4F15-42AD-A165-0D0DB89594B8}" dt="2021-12-08T17:06:00.276" v="574" actId="1076"/>
          <ac:spMkLst>
            <pc:docMk/>
            <pc:sldMk cId="2413752973" sldId="486"/>
            <ac:spMk id="55" creationId="{9989DF12-25B1-4DA4-B4F3-D0186598CC39}"/>
          </ac:spMkLst>
        </pc:spChg>
      </pc:sldChg>
      <pc:sldChg chg="modSp mod">
        <pc:chgData name="Manuj Agrawal" userId="8275e378daeca5b2" providerId="LiveId" clId="{64F0AB06-4F15-42AD-A165-0D0DB89594B8}" dt="2021-12-08T16:53:31.526" v="374" actId="2711"/>
        <pc:sldMkLst>
          <pc:docMk/>
          <pc:sldMk cId="2332114638" sldId="503"/>
        </pc:sldMkLst>
        <pc:spChg chg="mod">
          <ac:chgData name="Manuj Agrawal" userId="8275e378daeca5b2" providerId="LiveId" clId="{64F0AB06-4F15-42AD-A165-0D0DB89594B8}" dt="2021-12-08T16:52:34.116" v="363" actId="20577"/>
          <ac:spMkLst>
            <pc:docMk/>
            <pc:sldMk cId="2332114638" sldId="503"/>
            <ac:spMk id="17" creationId="{00000000-0000-0000-0000-000000000000}"/>
          </ac:spMkLst>
        </pc:spChg>
        <pc:spChg chg="mod">
          <ac:chgData name="Manuj Agrawal" userId="8275e378daeca5b2" providerId="LiveId" clId="{64F0AB06-4F15-42AD-A165-0D0DB89594B8}" dt="2021-12-08T16:52:47.049" v="364" actId="2711"/>
          <ac:spMkLst>
            <pc:docMk/>
            <pc:sldMk cId="2332114638" sldId="503"/>
            <ac:spMk id="37" creationId="{42B42F82-AEC2-4464-889B-1A93FAE34CFE}"/>
          </ac:spMkLst>
        </pc:spChg>
        <pc:graphicFrameChg chg="modGraphic">
          <ac:chgData name="Manuj Agrawal" userId="8275e378daeca5b2" providerId="LiveId" clId="{64F0AB06-4F15-42AD-A165-0D0DB89594B8}" dt="2021-12-08T16:53:31.526" v="374" actId="2711"/>
          <ac:graphicFrameMkLst>
            <pc:docMk/>
            <pc:sldMk cId="2332114638" sldId="503"/>
            <ac:graphicFrameMk id="9" creationId="{26E5A1B9-A8D1-47DB-A261-8C73C3BA00CF}"/>
          </ac:graphicFrameMkLst>
        </pc:graphicFrameChg>
      </pc:sldChg>
      <pc:sldChg chg="modSp mod">
        <pc:chgData name="Manuj Agrawal" userId="8275e378daeca5b2" providerId="LiveId" clId="{64F0AB06-4F15-42AD-A165-0D0DB89594B8}" dt="2021-12-08T16:55:05.320" v="391" actId="113"/>
        <pc:sldMkLst>
          <pc:docMk/>
          <pc:sldMk cId="1614889212" sldId="505"/>
        </pc:sldMkLst>
        <pc:spChg chg="mod">
          <ac:chgData name="Manuj Agrawal" userId="8275e378daeca5b2" providerId="LiveId" clId="{64F0AB06-4F15-42AD-A165-0D0DB89594B8}" dt="2021-12-08T16:54:02.710" v="375" actId="2711"/>
          <ac:spMkLst>
            <pc:docMk/>
            <pc:sldMk cId="1614889212" sldId="505"/>
            <ac:spMk id="17" creationId="{B5C1152F-7231-435A-B06E-64C56434D480}"/>
          </ac:spMkLst>
        </pc:spChg>
        <pc:spChg chg="mod">
          <ac:chgData name="Manuj Agrawal" userId="8275e378daeca5b2" providerId="LiveId" clId="{64F0AB06-4F15-42AD-A165-0D0DB89594B8}" dt="2021-12-08T16:55:05.320" v="391" actId="113"/>
          <ac:spMkLst>
            <pc:docMk/>
            <pc:sldMk cId="1614889212" sldId="505"/>
            <ac:spMk id="25" creationId="{A3F3A4B3-FEAB-4F1E-B47B-1E44CFF94FAF}"/>
          </ac:spMkLst>
        </pc:spChg>
        <pc:spChg chg="mod">
          <ac:chgData name="Manuj Agrawal" userId="8275e378daeca5b2" providerId="LiveId" clId="{64F0AB06-4F15-42AD-A165-0D0DB89594B8}" dt="2021-12-08T16:54:55.911" v="388" actId="113"/>
          <ac:spMkLst>
            <pc:docMk/>
            <pc:sldMk cId="1614889212" sldId="505"/>
            <ac:spMk id="26" creationId="{20A74619-AD9A-4012-8DA5-BB46317214BC}"/>
          </ac:spMkLst>
        </pc:spChg>
        <pc:spChg chg="mod">
          <ac:chgData name="Manuj Agrawal" userId="8275e378daeca5b2" providerId="LiveId" clId="{64F0AB06-4F15-42AD-A165-0D0DB89594B8}" dt="2021-12-08T16:54:58.607" v="389" actId="113"/>
          <ac:spMkLst>
            <pc:docMk/>
            <pc:sldMk cId="1614889212" sldId="505"/>
            <ac:spMk id="28" creationId="{DAF93030-C30D-4420-B37A-55E33783817D}"/>
          </ac:spMkLst>
        </pc:spChg>
        <pc:spChg chg="mod">
          <ac:chgData name="Manuj Agrawal" userId="8275e378daeca5b2" providerId="LiveId" clId="{64F0AB06-4F15-42AD-A165-0D0DB89594B8}" dt="2021-12-08T16:54:23.580" v="380" actId="404"/>
          <ac:spMkLst>
            <pc:docMk/>
            <pc:sldMk cId="1614889212" sldId="505"/>
            <ac:spMk id="46" creationId="{3123FE44-D10D-4CA1-A2AD-232055C2AA6A}"/>
          </ac:spMkLst>
        </pc:spChg>
        <pc:spChg chg="mod">
          <ac:chgData name="Manuj Agrawal" userId="8275e378daeca5b2" providerId="LiveId" clId="{64F0AB06-4F15-42AD-A165-0D0DB89594B8}" dt="2021-12-08T16:54:20.251" v="379" actId="404"/>
          <ac:spMkLst>
            <pc:docMk/>
            <pc:sldMk cId="1614889212" sldId="505"/>
            <ac:spMk id="47" creationId="{18EDD0B6-D3CC-42FD-AADA-D0B98EEED4C1}"/>
          </ac:spMkLst>
        </pc:spChg>
        <pc:spChg chg="mod">
          <ac:chgData name="Manuj Agrawal" userId="8275e378daeca5b2" providerId="LiveId" clId="{64F0AB06-4F15-42AD-A165-0D0DB89594B8}" dt="2021-12-08T16:55:01.081" v="390" actId="113"/>
          <ac:spMkLst>
            <pc:docMk/>
            <pc:sldMk cId="1614889212" sldId="505"/>
            <ac:spMk id="49" creationId="{9CE07388-E382-4920-97B0-D1124EF8BC44}"/>
          </ac:spMkLst>
        </pc:spChg>
      </pc:sldChg>
      <pc:sldChg chg="modSp mod">
        <pc:chgData name="Manuj Agrawal" userId="8275e378daeca5b2" providerId="LiveId" clId="{64F0AB06-4F15-42AD-A165-0D0DB89594B8}" dt="2021-12-08T17:01:26.134" v="484" actId="108"/>
        <pc:sldMkLst>
          <pc:docMk/>
          <pc:sldMk cId="3922207980" sldId="506"/>
        </pc:sldMkLst>
        <pc:spChg chg="mod">
          <ac:chgData name="Manuj Agrawal" userId="8275e378daeca5b2" providerId="LiveId" clId="{64F0AB06-4F15-42AD-A165-0D0DB89594B8}" dt="2021-12-08T16:57:53.781" v="432" actId="108"/>
          <ac:spMkLst>
            <pc:docMk/>
            <pc:sldMk cId="3922207980" sldId="506"/>
            <ac:spMk id="48" creationId="{07A46A93-7AD0-4D68-B818-26632908A698}"/>
          </ac:spMkLst>
        </pc:spChg>
        <pc:spChg chg="mod">
          <ac:chgData name="Manuj Agrawal" userId="8275e378daeca5b2" providerId="LiveId" clId="{64F0AB06-4F15-42AD-A165-0D0DB89594B8}" dt="2021-12-08T17:01:26.134" v="484" actId="108"/>
          <ac:spMkLst>
            <pc:docMk/>
            <pc:sldMk cId="3922207980" sldId="506"/>
            <ac:spMk id="56" creationId="{00F44435-6633-4363-981D-E07255351B53}"/>
          </ac:spMkLst>
        </pc:spChg>
      </pc:sldChg>
      <pc:sldChg chg="addSp delSp modSp mod">
        <pc:chgData name="Manuj Agrawal" userId="8275e378daeca5b2" providerId="LiveId" clId="{64F0AB06-4F15-42AD-A165-0D0DB89594B8}" dt="2021-12-08T17:01:27.408" v="485" actId="108"/>
        <pc:sldMkLst>
          <pc:docMk/>
          <pc:sldMk cId="3558071778" sldId="508"/>
        </pc:sldMkLst>
        <pc:spChg chg="add mod">
          <ac:chgData name="Manuj Agrawal" userId="8275e378daeca5b2" providerId="LiveId" clId="{64F0AB06-4F15-42AD-A165-0D0DB89594B8}" dt="2021-12-08T17:01:27.408" v="485" actId="108"/>
          <ac:spMkLst>
            <pc:docMk/>
            <pc:sldMk cId="3558071778" sldId="508"/>
            <ac:spMk id="19" creationId="{CF12ABBA-FA1D-4D34-924E-2890D72F1A47}"/>
          </ac:spMkLst>
        </pc:spChg>
        <pc:spChg chg="mod">
          <ac:chgData name="Manuj Agrawal" userId="8275e378daeca5b2" providerId="LiveId" clId="{64F0AB06-4F15-42AD-A165-0D0DB89594B8}" dt="2021-12-08T16:58:34.299" v="439" actId="108"/>
          <ac:spMkLst>
            <pc:docMk/>
            <pc:sldMk cId="3558071778" sldId="508"/>
            <ac:spMk id="61" creationId="{DBBD8241-A32A-4542-A229-D19AE7CB6E29}"/>
          </ac:spMkLst>
        </pc:spChg>
        <pc:spChg chg="mod">
          <ac:chgData name="Manuj Agrawal" userId="8275e378daeca5b2" providerId="LiveId" clId="{64F0AB06-4F15-42AD-A165-0D0DB89594B8}" dt="2021-12-08T16:59:41.203" v="466" actId="255"/>
          <ac:spMkLst>
            <pc:docMk/>
            <pc:sldMk cId="3558071778" sldId="508"/>
            <ac:spMk id="67" creationId="{CB0486CF-73E8-4F3A-A2DF-81DA3E090F57}"/>
          </ac:spMkLst>
        </pc:spChg>
        <pc:spChg chg="mod">
          <ac:chgData name="Manuj Agrawal" userId="8275e378daeca5b2" providerId="LiveId" clId="{64F0AB06-4F15-42AD-A165-0D0DB89594B8}" dt="2021-12-08T16:59:55.587" v="469" actId="1076"/>
          <ac:spMkLst>
            <pc:docMk/>
            <pc:sldMk cId="3558071778" sldId="508"/>
            <ac:spMk id="69" creationId="{998E259F-B6CF-432C-8A69-96230A7E6C67}"/>
          </ac:spMkLst>
        </pc:spChg>
        <pc:spChg chg="del">
          <ac:chgData name="Manuj Agrawal" userId="8275e378daeca5b2" providerId="LiveId" clId="{64F0AB06-4F15-42AD-A165-0D0DB89594B8}" dt="2021-12-08T16:58:02.670" v="433" actId="478"/>
          <ac:spMkLst>
            <pc:docMk/>
            <pc:sldMk cId="3558071778" sldId="508"/>
            <ac:spMk id="86" creationId="{E6D78FE2-115E-4B44-B160-9E460360C0E5}"/>
          </ac:spMkLst>
        </pc:spChg>
      </pc:sldChg>
      <pc:sldChg chg="modSp mod">
        <pc:chgData name="Manuj Agrawal" userId="8275e378daeca5b2" providerId="LiveId" clId="{64F0AB06-4F15-42AD-A165-0D0DB89594B8}" dt="2021-12-08T17:03:35.745" v="540" actId="20577"/>
        <pc:sldMkLst>
          <pc:docMk/>
          <pc:sldMk cId="779782093" sldId="509"/>
        </pc:sldMkLst>
        <pc:spChg chg="mod">
          <ac:chgData name="Manuj Agrawal" userId="8275e378daeca5b2" providerId="LiveId" clId="{64F0AB06-4F15-42AD-A165-0D0DB89594B8}" dt="2021-12-08T17:03:11.902" v="528" actId="20577"/>
          <ac:spMkLst>
            <pc:docMk/>
            <pc:sldMk cId="779782093" sldId="509"/>
            <ac:spMk id="12" creationId="{77BB407C-3743-4F18-91B5-B05E45CC47F0}"/>
          </ac:spMkLst>
        </pc:spChg>
        <pc:spChg chg="mod">
          <ac:chgData name="Manuj Agrawal" userId="8275e378daeca5b2" providerId="LiveId" clId="{64F0AB06-4F15-42AD-A165-0D0DB89594B8}" dt="2021-12-08T17:03:22.134" v="531" actId="14100"/>
          <ac:spMkLst>
            <pc:docMk/>
            <pc:sldMk cId="779782093" sldId="509"/>
            <ac:spMk id="13" creationId="{3B06627D-B71F-420B-814C-D88D7DA54208}"/>
          </ac:spMkLst>
        </pc:spChg>
        <pc:spChg chg="mod">
          <ac:chgData name="Manuj Agrawal" userId="8275e378daeca5b2" providerId="LiveId" clId="{64F0AB06-4F15-42AD-A165-0D0DB89594B8}" dt="2021-12-08T17:02:23.295" v="517" actId="108"/>
          <ac:spMkLst>
            <pc:docMk/>
            <pc:sldMk cId="779782093" sldId="509"/>
            <ac:spMk id="16" creationId="{CCBF5BF0-3B8A-436E-99D6-A56580D2A253}"/>
          </ac:spMkLst>
        </pc:spChg>
        <pc:spChg chg="mod">
          <ac:chgData name="Manuj Agrawal" userId="8275e378daeca5b2" providerId="LiveId" clId="{64F0AB06-4F15-42AD-A165-0D0DB89594B8}" dt="2021-12-08T17:03:35.745" v="540" actId="20577"/>
          <ac:spMkLst>
            <pc:docMk/>
            <pc:sldMk cId="779782093" sldId="509"/>
            <ac:spMk id="17" creationId="{7CB4278A-0FCB-48D5-A981-FAA2F5D21932}"/>
          </ac:spMkLst>
        </pc:spChg>
        <pc:spChg chg="mod">
          <ac:chgData name="Manuj Agrawal" userId="8275e378daeca5b2" providerId="LiveId" clId="{64F0AB06-4F15-42AD-A165-0D0DB89594B8}" dt="2021-12-08T17:02:51.868" v="523" actId="14100"/>
          <ac:spMkLst>
            <pc:docMk/>
            <pc:sldMk cId="779782093" sldId="509"/>
            <ac:spMk id="20" creationId="{31474A7D-84AF-46FD-9927-EF534E8F4AC0}"/>
          </ac:spMkLst>
        </pc:spChg>
        <pc:spChg chg="mod">
          <ac:chgData name="Manuj Agrawal" userId="8275e378daeca5b2" providerId="LiveId" clId="{64F0AB06-4F15-42AD-A165-0D0DB89594B8}" dt="2021-12-08T17:03:02.102" v="526" actId="108"/>
          <ac:spMkLst>
            <pc:docMk/>
            <pc:sldMk cId="779782093" sldId="509"/>
            <ac:spMk id="21" creationId="{F7FD0578-A9D5-4093-8310-DF82763A12AC}"/>
          </ac:spMkLst>
        </pc:spChg>
        <pc:spChg chg="mod">
          <ac:chgData name="Manuj Agrawal" userId="8275e378daeca5b2" providerId="LiveId" clId="{64F0AB06-4F15-42AD-A165-0D0DB89594B8}" dt="2021-12-08T17:02:54.542" v="524" actId="108"/>
          <ac:spMkLst>
            <pc:docMk/>
            <pc:sldMk cId="779782093" sldId="509"/>
            <ac:spMk id="22" creationId="{CD35668E-8E0D-405C-8DD0-B008F582FF87}"/>
          </ac:spMkLst>
        </pc:spChg>
      </pc:sldChg>
      <pc:sldChg chg="addSp delSp modSp mod">
        <pc:chgData name="Manuj Agrawal" userId="8275e378daeca5b2" providerId="LiveId" clId="{64F0AB06-4F15-42AD-A165-0D0DB89594B8}" dt="2021-12-08T17:01:28.551" v="486" actId="108"/>
        <pc:sldMkLst>
          <pc:docMk/>
          <pc:sldMk cId="2864755014" sldId="510"/>
        </pc:sldMkLst>
        <pc:spChg chg="mod">
          <ac:chgData name="Manuj Agrawal" userId="8275e378daeca5b2" providerId="LiveId" clId="{64F0AB06-4F15-42AD-A165-0D0DB89594B8}" dt="2021-12-08T16:58:40.914" v="440" actId="108"/>
          <ac:spMkLst>
            <pc:docMk/>
            <pc:sldMk cId="2864755014" sldId="510"/>
            <ac:spMk id="9" creationId="{64680144-4EFE-4746-83A0-DFE661C34D68}"/>
          </ac:spMkLst>
        </pc:spChg>
        <pc:spChg chg="add mod">
          <ac:chgData name="Manuj Agrawal" userId="8275e378daeca5b2" providerId="LiveId" clId="{64F0AB06-4F15-42AD-A165-0D0DB89594B8}" dt="2021-12-08T17:01:28.551" v="486" actId="108"/>
          <ac:spMkLst>
            <pc:docMk/>
            <pc:sldMk cId="2864755014" sldId="510"/>
            <ac:spMk id="22" creationId="{001F4B64-E0C8-4C5C-90C6-A663F340837A}"/>
          </ac:spMkLst>
        </pc:spChg>
        <pc:spChg chg="del">
          <ac:chgData name="Manuj Agrawal" userId="8275e378daeca5b2" providerId="LiveId" clId="{64F0AB06-4F15-42AD-A165-0D0DB89594B8}" dt="2021-12-08T16:58:04.773" v="434" actId="478"/>
          <ac:spMkLst>
            <pc:docMk/>
            <pc:sldMk cId="2864755014" sldId="510"/>
            <ac:spMk id="36" creationId="{10DF6018-7C7A-4A46-BC50-F0FEF5D2E94B}"/>
          </ac:spMkLst>
        </pc:spChg>
        <pc:spChg chg="mod">
          <ac:chgData name="Manuj Agrawal" userId="8275e378daeca5b2" providerId="LiveId" clId="{64F0AB06-4F15-42AD-A165-0D0DB89594B8}" dt="2021-12-08T16:58:57.029" v="457" actId="20577"/>
          <ac:spMkLst>
            <pc:docMk/>
            <pc:sldMk cId="2864755014" sldId="510"/>
            <ac:spMk id="37" creationId="{D70E8A0A-8F2B-45F3-947C-44C635396423}"/>
          </ac:spMkLst>
        </pc:spChg>
        <pc:spChg chg="mod">
          <ac:chgData name="Manuj Agrawal" userId="8275e378daeca5b2" providerId="LiveId" clId="{64F0AB06-4F15-42AD-A165-0D0DB89594B8}" dt="2021-12-08T16:59:11.133" v="462" actId="1076"/>
          <ac:spMkLst>
            <pc:docMk/>
            <pc:sldMk cId="2864755014" sldId="510"/>
            <ac:spMk id="38" creationId="{3A02E685-E39A-4C44-83D4-1A43A5289682}"/>
          </ac:spMkLst>
        </pc:spChg>
      </pc:sldChg>
      <pc:sldChg chg="addSp delSp modSp mod">
        <pc:chgData name="Manuj Agrawal" userId="8275e378daeca5b2" providerId="LiveId" clId="{64F0AB06-4F15-42AD-A165-0D0DB89594B8}" dt="2021-12-08T16:52:02.193" v="348" actId="20577"/>
        <pc:sldMkLst>
          <pc:docMk/>
          <pc:sldMk cId="3900484488" sldId="514"/>
        </pc:sldMkLst>
        <pc:spChg chg="mod">
          <ac:chgData name="Manuj Agrawal" userId="8275e378daeca5b2" providerId="LiveId" clId="{64F0AB06-4F15-42AD-A165-0D0DB89594B8}" dt="2021-12-08T16:52:02.193" v="348" actId="20577"/>
          <ac:spMkLst>
            <pc:docMk/>
            <pc:sldMk cId="3900484488" sldId="514"/>
            <ac:spMk id="17" creationId="{B5C1152F-7231-435A-B06E-64C56434D480}"/>
          </ac:spMkLst>
        </pc:spChg>
        <pc:spChg chg="mod">
          <ac:chgData name="Manuj Agrawal" userId="8275e378daeca5b2" providerId="LiveId" clId="{64F0AB06-4F15-42AD-A165-0D0DB89594B8}" dt="2021-12-08T16:43:53.945" v="252" actId="1076"/>
          <ac:spMkLst>
            <pc:docMk/>
            <pc:sldMk cId="3900484488" sldId="514"/>
            <ac:spMk id="30" creationId="{0041922B-D8BC-4909-8268-8E71FB5871CD}"/>
          </ac:spMkLst>
        </pc:spChg>
        <pc:spChg chg="mod">
          <ac:chgData name="Manuj Agrawal" userId="8275e378daeca5b2" providerId="LiveId" clId="{64F0AB06-4F15-42AD-A165-0D0DB89594B8}" dt="2021-12-08T16:43:47.064" v="251" actId="1076"/>
          <ac:spMkLst>
            <pc:docMk/>
            <pc:sldMk cId="3900484488" sldId="514"/>
            <ac:spMk id="34" creationId="{EEEBEB41-016A-45FA-972D-4AA3EB89D0D7}"/>
          </ac:spMkLst>
        </pc:spChg>
        <pc:picChg chg="add mod">
          <ac:chgData name="Manuj Agrawal" userId="8275e378daeca5b2" providerId="LiveId" clId="{64F0AB06-4F15-42AD-A165-0D0DB89594B8}" dt="2021-12-08T16:04:44.942" v="222" actId="1076"/>
          <ac:picMkLst>
            <pc:docMk/>
            <pc:sldMk cId="3900484488" sldId="514"/>
            <ac:picMk id="4" creationId="{14526E70-EB34-4F13-9E8F-5ACE52700B91}"/>
          </ac:picMkLst>
        </pc:picChg>
        <pc:picChg chg="mod">
          <ac:chgData name="Manuj Agrawal" userId="8275e378daeca5b2" providerId="LiveId" clId="{64F0AB06-4F15-42AD-A165-0D0DB89594B8}" dt="2021-12-08T16:01:45.374" v="198" actId="1076"/>
          <ac:picMkLst>
            <pc:docMk/>
            <pc:sldMk cId="3900484488" sldId="514"/>
            <ac:picMk id="6" creationId="{476C085C-C45D-4E1A-BF5F-C1827B208E3F}"/>
          </ac:picMkLst>
        </pc:picChg>
        <pc:picChg chg="add mod">
          <ac:chgData name="Manuj Agrawal" userId="8275e378daeca5b2" providerId="LiveId" clId="{64F0AB06-4F15-42AD-A165-0D0DB89594B8}" dt="2021-12-08T16:43:31.214" v="238" actId="1076"/>
          <ac:picMkLst>
            <pc:docMk/>
            <pc:sldMk cId="3900484488" sldId="514"/>
            <ac:picMk id="27" creationId="{230C35A5-0F6C-433C-8965-8B42399E271F}"/>
          </ac:picMkLst>
        </pc:picChg>
        <pc:picChg chg="add mod">
          <ac:chgData name="Manuj Agrawal" userId="8275e378daeca5b2" providerId="LiveId" clId="{64F0AB06-4F15-42AD-A165-0D0DB89594B8}" dt="2021-12-08T16:43:30.062" v="237" actId="1076"/>
          <ac:picMkLst>
            <pc:docMk/>
            <pc:sldMk cId="3900484488" sldId="514"/>
            <ac:picMk id="28" creationId="{4C414D31-A2AF-49FB-BA1B-5E245C39511A}"/>
          </ac:picMkLst>
        </pc:picChg>
        <pc:picChg chg="mod">
          <ac:chgData name="Manuj Agrawal" userId="8275e378daeca5b2" providerId="LiveId" clId="{64F0AB06-4F15-42AD-A165-0D0DB89594B8}" dt="2021-12-08T16:43:28.430" v="236" actId="1076"/>
          <ac:picMkLst>
            <pc:docMk/>
            <pc:sldMk cId="3900484488" sldId="514"/>
            <ac:picMk id="33" creationId="{53B6B3BA-34E2-4CB3-A1BA-CFE3C7599B2D}"/>
          </ac:picMkLst>
        </pc:picChg>
        <pc:picChg chg="add mod">
          <ac:chgData name="Manuj Agrawal" userId="8275e378daeca5b2" providerId="LiveId" clId="{64F0AB06-4F15-42AD-A165-0D0DB89594B8}" dt="2021-12-08T16:01:38.422" v="195" actId="1076"/>
          <ac:picMkLst>
            <pc:docMk/>
            <pc:sldMk cId="3900484488" sldId="514"/>
            <ac:picMk id="2050" creationId="{0384BFFA-9AAF-4F81-B26C-661141B6FD36}"/>
          </ac:picMkLst>
        </pc:picChg>
        <pc:picChg chg="add del mod">
          <ac:chgData name="Manuj Agrawal" userId="8275e378daeca5b2" providerId="LiveId" clId="{64F0AB06-4F15-42AD-A165-0D0DB89594B8}" dt="2021-12-08T16:02:41.342" v="210" actId="478"/>
          <ac:picMkLst>
            <pc:docMk/>
            <pc:sldMk cId="3900484488" sldId="514"/>
            <ac:picMk id="2052" creationId="{90471E61-765E-4913-B4D1-DF9E04570D72}"/>
          </ac:picMkLst>
        </pc:picChg>
        <pc:picChg chg="add del">
          <ac:chgData name="Manuj Agrawal" userId="8275e378daeca5b2" providerId="LiveId" clId="{64F0AB06-4F15-42AD-A165-0D0DB89594B8}" dt="2021-12-08T16:02:51.927" v="212"/>
          <ac:picMkLst>
            <pc:docMk/>
            <pc:sldMk cId="3900484488" sldId="514"/>
            <ac:picMk id="2054" creationId="{5E9749A9-FD63-4785-845C-2BCC6B92F219}"/>
          </ac:picMkLst>
        </pc:picChg>
      </pc:sldChg>
      <pc:sldChg chg="addSp delSp modSp mod">
        <pc:chgData name="Manuj Agrawal" userId="8275e378daeca5b2" providerId="LiveId" clId="{64F0AB06-4F15-42AD-A165-0D0DB89594B8}" dt="2021-12-08T17:01:29.634" v="487" actId="113"/>
        <pc:sldMkLst>
          <pc:docMk/>
          <pc:sldMk cId="3398521564" sldId="516"/>
        </pc:sldMkLst>
        <pc:spChg chg="del">
          <ac:chgData name="Manuj Agrawal" userId="8275e378daeca5b2" providerId="LiveId" clId="{64F0AB06-4F15-42AD-A165-0D0DB89594B8}" dt="2021-12-08T16:58:07.358" v="435" actId="478"/>
          <ac:spMkLst>
            <pc:docMk/>
            <pc:sldMk cId="3398521564" sldId="516"/>
            <ac:spMk id="12" creationId="{9809EA00-F0A4-4A26-9EE8-BA24FCFB6614}"/>
          </ac:spMkLst>
        </pc:spChg>
        <pc:spChg chg="mod">
          <ac:chgData name="Manuj Agrawal" userId="8275e378daeca5b2" providerId="LiveId" clId="{64F0AB06-4F15-42AD-A165-0D0DB89594B8}" dt="2021-12-08T16:59:27.775" v="465" actId="1076"/>
          <ac:spMkLst>
            <pc:docMk/>
            <pc:sldMk cId="3398521564" sldId="516"/>
            <ac:spMk id="15" creationId="{CB98A306-8FD7-4ED2-893D-F2DFD77AEB79}"/>
          </ac:spMkLst>
        </pc:spChg>
        <pc:spChg chg="add mod">
          <ac:chgData name="Manuj Agrawal" userId="8275e378daeca5b2" providerId="LiveId" clId="{64F0AB06-4F15-42AD-A165-0D0DB89594B8}" dt="2021-12-08T17:01:29.634" v="487" actId="113"/>
          <ac:spMkLst>
            <pc:docMk/>
            <pc:sldMk cId="3398521564" sldId="516"/>
            <ac:spMk id="21" creationId="{C3CAEA53-8F58-4346-ACCB-5E952FD909BC}"/>
          </ac:spMkLst>
        </pc:spChg>
      </pc:sldChg>
      <pc:sldChg chg="modSp del mod">
        <pc:chgData name="Manuj Agrawal" userId="8275e378daeca5b2" providerId="LiveId" clId="{64F0AB06-4F15-42AD-A165-0D0DB89594B8}" dt="2021-12-08T16:00:26.022" v="184" actId="2696"/>
        <pc:sldMkLst>
          <pc:docMk/>
          <pc:sldMk cId="1872303264" sldId="521"/>
        </pc:sldMkLst>
        <pc:grpChg chg="mod">
          <ac:chgData name="Manuj Agrawal" userId="8275e378daeca5b2" providerId="LiveId" clId="{64F0AB06-4F15-42AD-A165-0D0DB89594B8}" dt="2021-12-08T15:47:29.586" v="13" actId="1076"/>
          <ac:grpSpMkLst>
            <pc:docMk/>
            <pc:sldMk cId="1872303264" sldId="521"/>
            <ac:grpSpMk id="5" creationId="{4BE8B746-BB28-4173-8D8E-01CB45BDAE3D}"/>
          </ac:grpSpMkLst>
        </pc:grpChg>
      </pc:sldChg>
      <pc:sldChg chg="modSp mod">
        <pc:chgData name="Manuj Agrawal" userId="8275e378daeca5b2" providerId="LiveId" clId="{64F0AB06-4F15-42AD-A165-0D0DB89594B8}" dt="2021-12-08T17:01:06.764" v="479" actId="113"/>
        <pc:sldMkLst>
          <pc:docMk/>
          <pc:sldMk cId="4275699470" sldId="522"/>
        </pc:sldMkLst>
        <pc:spChg chg="mod">
          <ac:chgData name="Manuj Agrawal" userId="8275e378daeca5b2" providerId="LiveId" clId="{64F0AB06-4F15-42AD-A165-0D0DB89594B8}" dt="2021-12-08T17:01:06.764" v="479" actId="113"/>
          <ac:spMkLst>
            <pc:docMk/>
            <pc:sldMk cId="4275699470" sldId="522"/>
            <ac:spMk id="12" creationId="{9809EA00-F0A4-4A26-9EE8-BA24FCFB6614}"/>
          </ac:spMkLst>
        </pc:spChg>
        <pc:spChg chg="mod">
          <ac:chgData name="Manuj Agrawal" userId="8275e378daeca5b2" providerId="LiveId" clId="{64F0AB06-4F15-42AD-A165-0D0DB89594B8}" dt="2021-12-08T17:01:01.617" v="478" actId="1076"/>
          <ac:spMkLst>
            <pc:docMk/>
            <pc:sldMk cId="4275699470" sldId="522"/>
            <ac:spMk id="19" creationId="{4CEE0472-5909-441F-947B-C412AF8974B0}"/>
          </ac:spMkLst>
        </pc:spChg>
        <pc:spChg chg="mod">
          <ac:chgData name="Manuj Agrawal" userId="8275e378daeca5b2" providerId="LiveId" clId="{64F0AB06-4F15-42AD-A165-0D0DB89594B8}" dt="2021-12-08T17:00:57.393" v="477" actId="1076"/>
          <ac:spMkLst>
            <pc:docMk/>
            <pc:sldMk cId="4275699470" sldId="522"/>
            <ac:spMk id="20" creationId="{0972D5D1-D5AC-4B3E-B842-95444435580C}"/>
          </ac:spMkLst>
        </pc:spChg>
        <pc:cxnChg chg="mod">
          <ac:chgData name="Manuj Agrawal" userId="8275e378daeca5b2" providerId="LiveId" clId="{64F0AB06-4F15-42AD-A165-0D0DB89594B8}" dt="2021-12-08T17:00:47.521" v="476" actId="14100"/>
          <ac:cxnSpMkLst>
            <pc:docMk/>
            <pc:sldMk cId="4275699470" sldId="522"/>
            <ac:cxnSpMk id="4" creationId="{62977FF3-1BD9-43C1-9BF9-622EE356311E}"/>
          </ac:cxnSpMkLst>
        </pc:cxnChg>
      </pc:sldChg>
      <pc:sldChg chg="addSp delSp modSp mod">
        <pc:chgData name="Manuj Agrawal" userId="8275e378daeca5b2" providerId="LiveId" clId="{64F0AB06-4F15-42AD-A165-0D0DB89594B8}" dt="2021-12-08T16:57:30.489" v="429" actId="1076"/>
        <pc:sldMkLst>
          <pc:docMk/>
          <pc:sldMk cId="497741117" sldId="523"/>
        </pc:sldMkLst>
        <pc:spChg chg="mod">
          <ac:chgData name="Manuj Agrawal" userId="8275e378daeca5b2" providerId="LiveId" clId="{64F0AB06-4F15-42AD-A165-0D0DB89594B8}" dt="2021-12-08T16:57:30.489" v="429" actId="1076"/>
          <ac:spMkLst>
            <pc:docMk/>
            <pc:sldMk cId="497741117" sldId="523"/>
            <ac:spMk id="16" creationId="{CCBF5BF0-3B8A-436E-99D6-A56580D2A253}"/>
          </ac:spMkLst>
        </pc:spChg>
        <pc:spChg chg="mod">
          <ac:chgData name="Manuj Agrawal" userId="8275e378daeca5b2" providerId="LiveId" clId="{64F0AB06-4F15-42AD-A165-0D0DB89594B8}" dt="2021-12-08T16:56:11.689" v="408" actId="2711"/>
          <ac:spMkLst>
            <pc:docMk/>
            <pc:sldMk cId="497741117" sldId="523"/>
            <ac:spMk id="21" creationId="{5711A07C-45F2-4E9D-8599-06C7BEB688EF}"/>
          </ac:spMkLst>
        </pc:spChg>
        <pc:spChg chg="mod">
          <ac:chgData name="Manuj Agrawal" userId="8275e378daeca5b2" providerId="LiveId" clId="{64F0AB06-4F15-42AD-A165-0D0DB89594B8}" dt="2021-12-08T16:56:18.896" v="410" actId="1076"/>
          <ac:spMkLst>
            <pc:docMk/>
            <pc:sldMk cId="497741117" sldId="523"/>
            <ac:spMk id="22" creationId="{2C61D466-33EA-4C99-95BB-F6DC922B494A}"/>
          </ac:spMkLst>
        </pc:spChg>
        <pc:spChg chg="mod">
          <ac:chgData name="Manuj Agrawal" userId="8275e378daeca5b2" providerId="LiveId" clId="{64F0AB06-4F15-42AD-A165-0D0DB89594B8}" dt="2021-12-08T16:56:40.916" v="417" actId="113"/>
          <ac:spMkLst>
            <pc:docMk/>
            <pc:sldMk cId="497741117" sldId="523"/>
            <ac:spMk id="27" creationId="{B9555D76-08FB-4B30-B72C-025717279641}"/>
          </ac:spMkLst>
        </pc:spChg>
        <pc:spChg chg="mod">
          <ac:chgData name="Manuj Agrawal" userId="8275e378daeca5b2" providerId="LiveId" clId="{64F0AB06-4F15-42AD-A165-0D0DB89594B8}" dt="2021-12-08T16:57:15.255" v="427" actId="1076"/>
          <ac:spMkLst>
            <pc:docMk/>
            <pc:sldMk cId="497741117" sldId="523"/>
            <ac:spMk id="33" creationId="{2BA0DE9B-92FA-4DDE-86C8-53B7E2F230E7}"/>
          </ac:spMkLst>
        </pc:spChg>
        <pc:picChg chg="add mod">
          <ac:chgData name="Manuj Agrawal" userId="8275e378daeca5b2" providerId="LiveId" clId="{64F0AB06-4F15-42AD-A165-0D0DB89594B8}" dt="2021-12-08T16:57:00.773" v="422" actId="1076"/>
          <ac:picMkLst>
            <pc:docMk/>
            <pc:sldMk cId="497741117" sldId="523"/>
            <ac:picMk id="29" creationId="{65A20F03-94E7-4C64-834D-0133731E559C}"/>
          </ac:picMkLst>
        </pc:picChg>
        <pc:picChg chg="del">
          <ac:chgData name="Manuj Agrawal" userId="8275e378daeca5b2" providerId="LiveId" clId="{64F0AB06-4F15-42AD-A165-0D0DB89594B8}" dt="2021-12-08T16:56:51.603" v="418" actId="478"/>
          <ac:picMkLst>
            <pc:docMk/>
            <pc:sldMk cId="497741117" sldId="523"/>
            <ac:picMk id="32" creationId="{E29E4E56-B2AC-4DAB-82AB-E3283D9E1A79}"/>
          </ac:picMkLst>
        </pc:picChg>
        <pc:picChg chg="add mod">
          <ac:chgData name="Manuj Agrawal" userId="8275e378daeca5b2" providerId="LiveId" clId="{64F0AB06-4F15-42AD-A165-0D0DB89594B8}" dt="2021-12-08T16:57:00.773" v="422" actId="1076"/>
          <ac:picMkLst>
            <pc:docMk/>
            <pc:sldMk cId="497741117" sldId="523"/>
            <ac:picMk id="35" creationId="{A585C097-10CE-4232-B61C-B7105B4473DB}"/>
          </ac:picMkLst>
        </pc:picChg>
        <pc:picChg chg="add mod">
          <ac:chgData name="Manuj Agrawal" userId="8275e378daeca5b2" providerId="LiveId" clId="{64F0AB06-4F15-42AD-A165-0D0DB89594B8}" dt="2021-12-08T16:57:00.773" v="422" actId="1076"/>
          <ac:picMkLst>
            <pc:docMk/>
            <pc:sldMk cId="497741117" sldId="523"/>
            <ac:picMk id="37" creationId="{6A44788F-31EB-4628-9909-9198C83F8672}"/>
          </ac:picMkLst>
        </pc:picChg>
      </pc:sldChg>
      <pc:sldChg chg="modSp mod">
        <pc:chgData name="Manuj Agrawal" userId="8275e378daeca5b2" providerId="LiveId" clId="{64F0AB06-4F15-42AD-A165-0D0DB89594B8}" dt="2021-12-08T17:02:14.080" v="516" actId="1076"/>
        <pc:sldMkLst>
          <pc:docMk/>
          <pc:sldMk cId="1786916546" sldId="524"/>
        </pc:sldMkLst>
        <pc:spChg chg="mod">
          <ac:chgData name="Manuj Agrawal" userId="8275e378daeca5b2" providerId="LiveId" clId="{64F0AB06-4F15-42AD-A165-0D0DB89594B8}" dt="2021-12-08T17:02:04.287" v="507" actId="1076"/>
          <ac:spMkLst>
            <pc:docMk/>
            <pc:sldMk cId="1786916546" sldId="524"/>
            <ac:spMk id="16" creationId="{CCBF5BF0-3B8A-436E-99D6-A56580D2A253}"/>
          </ac:spMkLst>
        </pc:spChg>
        <pc:picChg chg="mod">
          <ac:chgData name="Manuj Agrawal" userId="8275e378daeca5b2" providerId="LiveId" clId="{64F0AB06-4F15-42AD-A165-0D0DB89594B8}" dt="2021-12-08T17:02:14.080" v="516" actId="1076"/>
          <ac:picMkLst>
            <pc:docMk/>
            <pc:sldMk cId="1786916546" sldId="524"/>
            <ac:picMk id="4" creationId="{DA14A035-DF67-4380-9D90-8A8021F2DBAC}"/>
          </ac:picMkLst>
        </pc:picChg>
        <pc:picChg chg="mod">
          <ac:chgData name="Manuj Agrawal" userId="8275e378daeca5b2" providerId="LiveId" clId="{64F0AB06-4F15-42AD-A165-0D0DB89594B8}" dt="2021-12-08T17:02:12.816" v="515" actId="1076"/>
          <ac:picMkLst>
            <pc:docMk/>
            <pc:sldMk cId="1786916546" sldId="524"/>
            <ac:picMk id="8" creationId="{CF075508-6EDD-4C7D-BED6-8369E75044AA}"/>
          </ac:picMkLst>
        </pc:picChg>
        <pc:picChg chg="mod">
          <ac:chgData name="Manuj Agrawal" userId="8275e378daeca5b2" providerId="LiveId" clId="{64F0AB06-4F15-42AD-A165-0D0DB89594B8}" dt="2021-12-08T17:02:05.751" v="508" actId="1076"/>
          <ac:picMkLst>
            <pc:docMk/>
            <pc:sldMk cId="1786916546" sldId="524"/>
            <ac:picMk id="10" creationId="{7222BB76-8602-40D2-B067-C7246CE7C3E6}"/>
          </ac:picMkLst>
        </pc:picChg>
        <pc:picChg chg="mod">
          <ac:chgData name="Manuj Agrawal" userId="8275e378daeca5b2" providerId="LiveId" clId="{64F0AB06-4F15-42AD-A165-0D0DB89594B8}" dt="2021-12-08T17:02:08.240" v="510" actId="1076"/>
          <ac:picMkLst>
            <pc:docMk/>
            <pc:sldMk cId="1786916546" sldId="524"/>
            <ac:picMk id="12" creationId="{5E801A0D-6905-4BA8-B87A-9B7D3B10F3E7}"/>
          </ac:picMkLst>
        </pc:picChg>
        <pc:picChg chg="mod">
          <ac:chgData name="Manuj Agrawal" userId="8275e378daeca5b2" providerId="LiveId" clId="{64F0AB06-4F15-42AD-A165-0D0DB89594B8}" dt="2021-12-08T17:02:11.983" v="514" actId="1076"/>
          <ac:picMkLst>
            <pc:docMk/>
            <pc:sldMk cId="1786916546" sldId="524"/>
            <ac:picMk id="14" creationId="{5CA43DAD-C336-428B-B87A-00CD4BB54C84}"/>
          </ac:picMkLst>
        </pc:picChg>
        <pc:picChg chg="mod">
          <ac:chgData name="Manuj Agrawal" userId="8275e378daeca5b2" providerId="LiveId" clId="{64F0AB06-4F15-42AD-A165-0D0DB89594B8}" dt="2021-12-08T17:02:10.391" v="513" actId="1076"/>
          <ac:picMkLst>
            <pc:docMk/>
            <pc:sldMk cId="1786916546" sldId="524"/>
            <ac:picMk id="17" creationId="{7AFD80E5-9164-4B91-B99C-298E01EA709D}"/>
          </ac:picMkLst>
        </pc:picChg>
        <pc:picChg chg="mod">
          <ac:chgData name="Manuj Agrawal" userId="8275e378daeca5b2" providerId="LiveId" clId="{64F0AB06-4F15-42AD-A165-0D0DB89594B8}" dt="2021-12-08T17:02:09.031" v="511" actId="1076"/>
          <ac:picMkLst>
            <pc:docMk/>
            <pc:sldMk cId="1786916546" sldId="524"/>
            <ac:picMk id="25" creationId="{2F6AC052-285F-43BE-9678-3E8A8A629C75}"/>
          </ac:picMkLst>
        </pc:picChg>
      </pc:sldChg>
      <pc:sldChg chg="modSp mod">
        <pc:chgData name="Manuj Agrawal" userId="8275e378daeca5b2" providerId="LiveId" clId="{64F0AB06-4F15-42AD-A165-0D0DB89594B8}" dt="2021-12-08T17:04:54.238" v="558" actId="404"/>
        <pc:sldMkLst>
          <pc:docMk/>
          <pc:sldMk cId="4219030133" sldId="526"/>
        </pc:sldMkLst>
        <pc:spChg chg="mod">
          <ac:chgData name="Manuj Agrawal" userId="8275e378daeca5b2" providerId="LiveId" clId="{64F0AB06-4F15-42AD-A165-0D0DB89594B8}" dt="2021-12-08T17:04:11.244" v="549" actId="20577"/>
          <ac:spMkLst>
            <pc:docMk/>
            <pc:sldMk cId="4219030133" sldId="526"/>
            <ac:spMk id="24" creationId="{05579C17-573E-4692-B80B-3F9CF87CECC1}"/>
          </ac:spMkLst>
        </pc:spChg>
        <pc:spChg chg="mod">
          <ac:chgData name="Manuj Agrawal" userId="8275e378daeca5b2" providerId="LiveId" clId="{64F0AB06-4F15-42AD-A165-0D0DB89594B8}" dt="2021-12-08T17:04:54.238" v="558" actId="404"/>
          <ac:spMkLst>
            <pc:docMk/>
            <pc:sldMk cId="4219030133" sldId="526"/>
            <ac:spMk id="65" creationId="{8E393A79-A444-4546-B5E9-4CF502C3AFF3}"/>
          </ac:spMkLst>
        </pc:spChg>
        <pc:spChg chg="mod">
          <ac:chgData name="Manuj Agrawal" userId="8275e378daeca5b2" providerId="LiveId" clId="{64F0AB06-4F15-42AD-A165-0D0DB89594B8}" dt="2021-12-08T17:04:24.826" v="550" actId="2711"/>
          <ac:spMkLst>
            <pc:docMk/>
            <pc:sldMk cId="4219030133" sldId="526"/>
            <ac:spMk id="67" creationId="{CB0486CF-73E8-4F3A-A2DF-81DA3E090F57}"/>
          </ac:spMkLst>
        </pc:spChg>
        <pc:spChg chg="mod">
          <ac:chgData name="Manuj Agrawal" userId="8275e378daeca5b2" providerId="LiveId" clId="{64F0AB06-4F15-42AD-A165-0D0DB89594B8}" dt="2021-12-08T17:04:43.382" v="555" actId="1076"/>
          <ac:spMkLst>
            <pc:docMk/>
            <pc:sldMk cId="4219030133" sldId="526"/>
            <ac:spMk id="69" creationId="{998E259F-B6CF-432C-8A69-96230A7E6C67}"/>
          </ac:spMkLst>
        </pc:spChg>
        <pc:spChg chg="mod">
          <ac:chgData name="Manuj Agrawal" userId="8275e378daeca5b2" providerId="LiveId" clId="{64F0AB06-4F15-42AD-A165-0D0DB89594B8}" dt="2021-12-08T17:04:35.396" v="553" actId="2711"/>
          <ac:spMkLst>
            <pc:docMk/>
            <pc:sldMk cId="4219030133" sldId="526"/>
            <ac:spMk id="85" creationId="{D066F3B6-7A3E-4D8A-B624-3C92398D50E2}"/>
          </ac:spMkLst>
        </pc:spChg>
      </pc:sldChg>
      <pc:sldChg chg="addSp delSp modSp add del mod">
        <pc:chgData name="Manuj Agrawal" userId="8275e378daeca5b2" providerId="LiveId" clId="{64F0AB06-4F15-42AD-A165-0D0DB89594B8}" dt="2021-12-08T17:32:37.847" v="856" actId="2696"/>
        <pc:sldMkLst>
          <pc:docMk/>
          <pc:sldMk cId="2647899511" sldId="527"/>
        </pc:sldMkLst>
        <pc:spChg chg="del">
          <ac:chgData name="Manuj Agrawal" userId="8275e378daeca5b2" providerId="LiveId" clId="{64F0AB06-4F15-42AD-A165-0D0DB89594B8}" dt="2021-12-08T15:46:40.848" v="3" actId="478"/>
          <ac:spMkLst>
            <pc:docMk/>
            <pc:sldMk cId="2647899511" sldId="527"/>
            <ac:spMk id="5" creationId="{ECB80E3C-5C83-402F-B200-2DC8E42710D0}"/>
          </ac:spMkLst>
        </pc:spChg>
        <pc:spChg chg="del">
          <ac:chgData name="Manuj Agrawal" userId="8275e378daeca5b2" providerId="LiveId" clId="{64F0AB06-4F15-42AD-A165-0D0DB89594B8}" dt="2021-12-08T15:46:39.503" v="2" actId="478"/>
          <ac:spMkLst>
            <pc:docMk/>
            <pc:sldMk cId="2647899511" sldId="527"/>
            <ac:spMk id="6" creationId="{E917B306-6E23-4930-AC1B-52367C994FB4}"/>
          </ac:spMkLst>
        </pc:spChg>
        <pc:spChg chg="add mod">
          <ac:chgData name="Manuj Agrawal" userId="8275e378daeca5b2" providerId="LiveId" clId="{64F0AB06-4F15-42AD-A165-0D0DB89594B8}" dt="2021-12-08T15:49:54.914" v="75" actId="20577"/>
          <ac:spMkLst>
            <pc:docMk/>
            <pc:sldMk cId="2647899511" sldId="527"/>
            <ac:spMk id="7" creationId="{74445B89-F8F4-419E-96FD-33D20D13205E}"/>
          </ac:spMkLst>
        </pc:spChg>
        <pc:spChg chg="add mod">
          <ac:chgData name="Manuj Agrawal" userId="8275e378daeca5b2" providerId="LiveId" clId="{64F0AB06-4F15-42AD-A165-0D0DB89594B8}" dt="2021-12-08T16:00:17.335" v="183" actId="207"/>
          <ac:spMkLst>
            <pc:docMk/>
            <pc:sldMk cId="2647899511" sldId="527"/>
            <ac:spMk id="8" creationId="{56493E9D-E4F8-48D2-8839-125ADC65E8E3}"/>
          </ac:spMkLst>
        </pc:spChg>
        <pc:spChg chg="mod ord topLvl">
          <ac:chgData name="Manuj Agrawal" userId="8275e378daeca5b2" providerId="LiveId" clId="{64F0AB06-4F15-42AD-A165-0D0DB89594B8}" dt="2021-12-08T17:23:39.918" v="761" actId="165"/>
          <ac:spMkLst>
            <pc:docMk/>
            <pc:sldMk cId="2647899511" sldId="527"/>
            <ac:spMk id="10" creationId="{3C681E58-DA86-43A3-95D7-86C423B5BC26}"/>
          </ac:spMkLst>
        </pc:spChg>
        <pc:spChg chg="mod topLvl">
          <ac:chgData name="Manuj Agrawal" userId="8275e378daeca5b2" providerId="LiveId" clId="{64F0AB06-4F15-42AD-A165-0D0DB89594B8}" dt="2021-12-08T17:23:46.972" v="762" actId="165"/>
          <ac:spMkLst>
            <pc:docMk/>
            <pc:sldMk cId="2647899511" sldId="527"/>
            <ac:spMk id="13" creationId="{36411E52-4BB8-4A1B-B4AE-EC382ECE1F14}"/>
          </ac:spMkLst>
        </pc:spChg>
        <pc:spChg chg="mod topLvl">
          <ac:chgData name="Manuj Agrawal" userId="8275e378daeca5b2" providerId="LiveId" clId="{64F0AB06-4F15-42AD-A165-0D0DB89594B8}" dt="2021-12-08T17:23:46.972" v="762" actId="165"/>
          <ac:spMkLst>
            <pc:docMk/>
            <pc:sldMk cId="2647899511" sldId="527"/>
            <ac:spMk id="14" creationId="{AE23752E-BDA8-4C0B-97EB-4A432CB5121C}"/>
          </ac:spMkLst>
        </pc:spChg>
        <pc:spChg chg="mod topLvl">
          <ac:chgData name="Manuj Agrawal" userId="8275e378daeca5b2" providerId="LiveId" clId="{64F0AB06-4F15-42AD-A165-0D0DB89594B8}" dt="2021-12-08T17:23:46.972" v="762" actId="165"/>
          <ac:spMkLst>
            <pc:docMk/>
            <pc:sldMk cId="2647899511" sldId="527"/>
            <ac:spMk id="17" creationId="{293D8AFF-3586-4088-A4FC-899E72090542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27" creationId="{3BD9E019-C540-4124-ABE3-515EC84B6571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28" creationId="{FF760111-6967-4F8C-B9D5-0561683CF56F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29" creationId="{E84F2882-7829-46C9-9A4C-8C4337D93E04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30" creationId="{000801E2-5103-4ECE-8C1A-2E5F9494F134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31" creationId="{14A83728-A239-4D76-8A5D-C1B030D78F8C}"/>
          </ac:spMkLst>
        </pc:spChg>
        <pc:spChg chg="del mod">
          <ac:chgData name="Manuj Agrawal" userId="8275e378daeca5b2" providerId="LiveId" clId="{64F0AB06-4F15-42AD-A165-0D0DB89594B8}" dt="2021-12-08T17:26:05.612" v="783" actId="478"/>
          <ac:spMkLst>
            <pc:docMk/>
            <pc:sldMk cId="2647899511" sldId="527"/>
            <ac:spMk id="32" creationId="{FF376DFC-7849-4BAC-9327-86D318534B33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33" creationId="{9A7B24B3-26AA-48A7-A6C6-FB580584BA9E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34" creationId="{BBC8D837-3355-491B-873A-EC8D909D5FCF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35" creationId="{8CF5DFF8-022D-4E98-9B72-06BAE714B384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36" creationId="{344FED96-3C5D-4686-B75B-A071E29DBB88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37" creationId="{16934BFF-F6A0-486B-AE1A-890B42F4875B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38" creationId="{10C21CAF-5192-4873-9581-8B9116968788}"/>
          </ac:spMkLst>
        </pc:spChg>
        <pc:spChg chg="add mod">
          <ac:chgData name="Manuj Agrawal" userId="8275e378daeca5b2" providerId="LiveId" clId="{64F0AB06-4F15-42AD-A165-0D0DB89594B8}" dt="2021-12-08T16:51:08.440" v="267" actId="1076"/>
          <ac:spMkLst>
            <pc:docMk/>
            <pc:sldMk cId="2647899511" sldId="527"/>
            <ac:spMk id="39" creationId="{4727F207-6617-4F1D-9255-9959B498C6D7}"/>
          </ac:spMkLst>
        </pc:spChg>
        <pc:spChg chg="add mod">
          <ac:chgData name="Manuj Agrawal" userId="8275e378daeca5b2" providerId="LiveId" clId="{64F0AB06-4F15-42AD-A165-0D0DB89594B8}" dt="2021-12-08T15:59:55.207" v="182" actId="1076"/>
          <ac:spMkLst>
            <pc:docMk/>
            <pc:sldMk cId="2647899511" sldId="527"/>
            <ac:spMk id="40" creationId="{AB307C08-854E-4207-BA0C-31498E716CED}"/>
          </ac:spMkLst>
        </pc:spChg>
        <pc:grpChg chg="add del mod">
          <ac:chgData name="Manuj Agrawal" userId="8275e378daeca5b2" providerId="LiveId" clId="{64F0AB06-4F15-42AD-A165-0D0DB89594B8}" dt="2021-12-08T17:23:39.918" v="761" actId="165"/>
          <ac:grpSpMkLst>
            <pc:docMk/>
            <pc:sldMk cId="2647899511" sldId="527"/>
            <ac:grpSpMk id="9" creationId="{3FA0F49F-60BE-4507-BC78-7C6A49AE47F8}"/>
          </ac:grpSpMkLst>
        </pc:grpChg>
        <pc:grpChg chg="del mod topLvl">
          <ac:chgData name="Manuj Agrawal" userId="8275e378daeca5b2" providerId="LiveId" clId="{64F0AB06-4F15-42AD-A165-0D0DB89594B8}" dt="2021-12-08T17:23:46.972" v="762" actId="165"/>
          <ac:grpSpMkLst>
            <pc:docMk/>
            <pc:sldMk cId="2647899511" sldId="527"/>
            <ac:grpSpMk id="11" creationId="{71744BBD-4AF9-49B5-AB6B-55BEB73630F7}"/>
          </ac:grpSpMkLst>
        </pc:grpChg>
        <pc:grpChg chg="mod topLvl">
          <ac:chgData name="Manuj Agrawal" userId="8275e378daeca5b2" providerId="LiveId" clId="{64F0AB06-4F15-42AD-A165-0D0DB89594B8}" dt="2021-12-08T17:26:03.553" v="782" actId="207"/>
          <ac:grpSpMkLst>
            <pc:docMk/>
            <pc:sldMk cId="2647899511" sldId="527"/>
            <ac:grpSpMk id="18" creationId="{453E5137-9930-4167-98D7-EE146A030323}"/>
          </ac:grpSpMkLst>
        </pc:grpChg>
        <pc:grpChg chg="mod">
          <ac:chgData name="Manuj Agrawal" userId="8275e378daeca5b2" providerId="LiveId" clId="{64F0AB06-4F15-42AD-A165-0D0DB89594B8}" dt="2021-12-08T17:26:03.553" v="782" actId="207"/>
          <ac:grpSpMkLst>
            <pc:docMk/>
            <pc:sldMk cId="2647899511" sldId="527"/>
            <ac:grpSpMk id="24" creationId="{7E0E706A-E210-48E7-99B3-2D14145D1790}"/>
          </ac:grpSpMkLst>
        </pc:grpChg>
        <pc:grpChg chg="mod">
          <ac:chgData name="Manuj Agrawal" userId="8275e378daeca5b2" providerId="LiveId" clId="{64F0AB06-4F15-42AD-A165-0D0DB89594B8}" dt="2021-12-08T17:26:03.553" v="782" actId="207"/>
          <ac:grpSpMkLst>
            <pc:docMk/>
            <pc:sldMk cId="2647899511" sldId="527"/>
            <ac:grpSpMk id="25" creationId="{780F0224-3670-4505-91BB-51C91E9BA335}"/>
          </ac:grpSpMkLst>
        </pc:grpChg>
        <pc:grpChg chg="mod">
          <ac:chgData name="Manuj Agrawal" userId="8275e378daeca5b2" providerId="LiveId" clId="{64F0AB06-4F15-42AD-A165-0D0DB89594B8}" dt="2021-12-08T17:26:03.553" v="782" actId="207"/>
          <ac:grpSpMkLst>
            <pc:docMk/>
            <pc:sldMk cId="2647899511" sldId="527"/>
            <ac:grpSpMk id="26" creationId="{83106131-5FF8-430C-9E6E-8DF859C4AD2E}"/>
          </ac:grpSpMkLst>
        </pc:grpChg>
        <pc:picChg chg="add mod">
          <ac:chgData name="Manuj Agrawal" userId="8275e378daeca5b2" providerId="LiveId" clId="{64F0AB06-4F15-42AD-A165-0D0DB89594B8}" dt="2021-12-08T17:12:52.265" v="598" actId="1076"/>
          <ac:picMkLst>
            <pc:docMk/>
            <pc:sldMk cId="2647899511" sldId="527"/>
            <ac:picMk id="3" creationId="{7271AAF0-6AF2-4F5B-8352-A4586F12F058}"/>
          </ac:picMkLst>
        </pc:picChg>
        <pc:picChg chg="del">
          <ac:chgData name="Manuj Agrawal" userId="8275e378daeca5b2" providerId="LiveId" clId="{64F0AB06-4F15-42AD-A165-0D0DB89594B8}" dt="2021-12-08T15:46:35.956" v="1" actId="478"/>
          <ac:picMkLst>
            <pc:docMk/>
            <pc:sldMk cId="2647899511" sldId="527"/>
            <ac:picMk id="4" creationId="{C887159A-1CA4-4E39-A370-A82A5829D274}"/>
          </ac:picMkLst>
        </pc:picChg>
        <pc:picChg chg="mod ord topLvl">
          <ac:chgData name="Manuj Agrawal" userId="8275e378daeca5b2" providerId="LiveId" clId="{64F0AB06-4F15-42AD-A165-0D0DB89594B8}" dt="2021-12-08T17:23:46.972" v="762" actId="165"/>
          <ac:picMkLst>
            <pc:docMk/>
            <pc:sldMk cId="2647899511" sldId="527"/>
            <ac:picMk id="12" creationId="{609CE123-B458-4164-90ED-2D8FB4050DCB}"/>
          </ac:picMkLst>
        </pc:picChg>
        <pc:picChg chg="mod topLvl">
          <ac:chgData name="Manuj Agrawal" userId="8275e378daeca5b2" providerId="LiveId" clId="{64F0AB06-4F15-42AD-A165-0D0DB89594B8}" dt="2021-12-08T17:23:46.972" v="762" actId="165"/>
          <ac:picMkLst>
            <pc:docMk/>
            <pc:sldMk cId="2647899511" sldId="527"/>
            <ac:picMk id="15" creationId="{8EAFFA67-DB82-4F31-B112-5E61F4510E21}"/>
          </ac:picMkLst>
        </pc:picChg>
        <pc:picChg chg="mod topLvl">
          <ac:chgData name="Manuj Agrawal" userId="8275e378daeca5b2" providerId="LiveId" clId="{64F0AB06-4F15-42AD-A165-0D0DB89594B8}" dt="2021-12-08T17:23:46.972" v="762" actId="165"/>
          <ac:picMkLst>
            <pc:docMk/>
            <pc:sldMk cId="2647899511" sldId="527"/>
            <ac:picMk id="21" creationId="{1C58BC52-BD36-4CBF-AAAF-53E80D1E4667}"/>
          </ac:picMkLst>
        </pc:picChg>
        <pc:picChg chg="mod topLvl">
          <ac:chgData name="Manuj Agrawal" userId="8275e378daeca5b2" providerId="LiveId" clId="{64F0AB06-4F15-42AD-A165-0D0DB89594B8}" dt="2021-12-08T17:23:46.972" v="762" actId="165"/>
          <ac:picMkLst>
            <pc:docMk/>
            <pc:sldMk cId="2647899511" sldId="527"/>
            <ac:picMk id="23" creationId="{8E751F13-0A3A-4C72-A12F-565B23B7ACFD}"/>
          </ac:picMkLst>
        </pc:picChg>
        <pc:picChg chg="add mod">
          <ac:chgData name="Manuj Agrawal" userId="8275e378daeca5b2" providerId="LiveId" clId="{64F0AB06-4F15-42AD-A165-0D0DB89594B8}" dt="2021-12-08T17:14:42.483" v="607" actId="1076"/>
          <ac:picMkLst>
            <pc:docMk/>
            <pc:sldMk cId="2647899511" sldId="527"/>
            <ac:picMk id="42" creationId="{E43F824C-C340-4B6B-AC80-FC9C971C7F7B}"/>
          </ac:picMkLst>
        </pc:picChg>
        <pc:picChg chg="add del mod">
          <ac:chgData name="Manuj Agrawal" userId="8275e378daeca5b2" providerId="LiveId" clId="{64F0AB06-4F15-42AD-A165-0D0DB89594B8}" dt="2021-12-08T15:56:37.370" v="104"/>
          <ac:picMkLst>
            <pc:docMk/>
            <pc:sldMk cId="2647899511" sldId="527"/>
            <ac:picMk id="1026" creationId="{6A5BB6AA-5EEB-4570-848E-AD0EFF67B40E}"/>
          </ac:picMkLst>
        </pc:picChg>
        <pc:picChg chg="add del mod">
          <ac:chgData name="Manuj Agrawal" userId="8275e378daeca5b2" providerId="LiveId" clId="{64F0AB06-4F15-42AD-A165-0D0DB89594B8}" dt="2021-12-08T15:56:46.085" v="107" actId="478"/>
          <ac:picMkLst>
            <pc:docMk/>
            <pc:sldMk cId="2647899511" sldId="527"/>
            <ac:picMk id="1028" creationId="{6CCF6BB4-A67A-49FF-918C-7DDFC90EB1FD}"/>
          </ac:picMkLst>
        </pc:picChg>
        <pc:picChg chg="add del mod">
          <ac:chgData name="Manuj Agrawal" userId="8275e378daeca5b2" providerId="LiveId" clId="{64F0AB06-4F15-42AD-A165-0D0DB89594B8}" dt="2021-12-08T17:16:53.822" v="658" actId="478"/>
          <ac:picMkLst>
            <pc:docMk/>
            <pc:sldMk cId="2647899511" sldId="527"/>
            <ac:picMk id="1030" creationId="{7C397163-CD0C-4A2E-973F-42F8EE30740C}"/>
          </ac:picMkLst>
        </pc:picChg>
        <pc:picChg chg="add del mod">
          <ac:chgData name="Manuj Agrawal" userId="8275e378daeca5b2" providerId="LiveId" clId="{64F0AB06-4F15-42AD-A165-0D0DB89594B8}" dt="2021-12-08T17:18:47.655" v="685" actId="478"/>
          <ac:picMkLst>
            <pc:docMk/>
            <pc:sldMk cId="2647899511" sldId="527"/>
            <ac:picMk id="1032" creationId="{7212CAEB-202E-45BF-9257-011E45569BB2}"/>
          </ac:picMkLst>
        </pc:picChg>
        <pc:picChg chg="add mod">
          <ac:chgData name="Manuj Agrawal" userId="8275e378daeca5b2" providerId="LiveId" clId="{64F0AB06-4F15-42AD-A165-0D0DB89594B8}" dt="2021-12-08T17:19:14.433" v="694" actId="1076"/>
          <ac:picMkLst>
            <pc:docMk/>
            <pc:sldMk cId="2647899511" sldId="527"/>
            <ac:picMk id="1034" creationId="{3295B978-BE42-45F5-9718-8213E0ACCD38}"/>
          </ac:picMkLst>
        </pc:picChg>
        <pc:cxnChg chg="mod topLvl">
          <ac:chgData name="Manuj Agrawal" userId="8275e378daeca5b2" providerId="LiveId" clId="{64F0AB06-4F15-42AD-A165-0D0DB89594B8}" dt="2021-12-08T17:23:46.972" v="762" actId="165"/>
          <ac:cxnSpMkLst>
            <pc:docMk/>
            <pc:sldMk cId="2647899511" sldId="527"/>
            <ac:cxnSpMk id="16" creationId="{FD485B5C-204C-4266-9FDA-547FDE99D51F}"/>
          </ac:cxnSpMkLst>
        </pc:cxnChg>
        <pc:cxnChg chg="mod topLvl">
          <ac:chgData name="Manuj Agrawal" userId="8275e378daeca5b2" providerId="LiveId" clId="{64F0AB06-4F15-42AD-A165-0D0DB89594B8}" dt="2021-12-08T17:23:46.972" v="762" actId="165"/>
          <ac:cxnSpMkLst>
            <pc:docMk/>
            <pc:sldMk cId="2647899511" sldId="527"/>
            <ac:cxnSpMk id="19" creationId="{B6DB79E7-11D6-49BF-92BF-489D2EEBF295}"/>
          </ac:cxnSpMkLst>
        </pc:cxnChg>
        <pc:cxnChg chg="mod topLvl">
          <ac:chgData name="Manuj Agrawal" userId="8275e378daeca5b2" providerId="LiveId" clId="{64F0AB06-4F15-42AD-A165-0D0DB89594B8}" dt="2021-12-08T17:23:46.972" v="762" actId="165"/>
          <ac:cxnSpMkLst>
            <pc:docMk/>
            <pc:sldMk cId="2647899511" sldId="527"/>
            <ac:cxnSpMk id="20" creationId="{BF418ED6-7FBE-4FF4-A66A-1FA6A5548C09}"/>
          </ac:cxnSpMkLst>
        </pc:cxnChg>
        <pc:cxnChg chg="mod topLvl">
          <ac:chgData name="Manuj Agrawal" userId="8275e378daeca5b2" providerId="LiveId" clId="{64F0AB06-4F15-42AD-A165-0D0DB89594B8}" dt="2021-12-08T17:23:46.972" v="762" actId="165"/>
          <ac:cxnSpMkLst>
            <pc:docMk/>
            <pc:sldMk cId="2647899511" sldId="527"/>
            <ac:cxnSpMk id="22" creationId="{379770C6-AAAE-4FE4-B4DC-E0D24E48FBE6}"/>
          </ac:cxnSpMkLst>
        </pc:cxnChg>
      </pc:sldChg>
      <pc:sldChg chg="addSp delSp modSp add mod">
        <pc:chgData name="Manuj Agrawal" userId="8275e378daeca5b2" providerId="LiveId" clId="{64F0AB06-4F15-42AD-A165-0D0DB89594B8}" dt="2021-12-08T17:33:08.572" v="858"/>
        <pc:sldMkLst>
          <pc:docMk/>
          <pc:sldMk cId="1977399299" sldId="528"/>
        </pc:sldMkLst>
        <pc:spChg chg="add mod">
          <ac:chgData name="Manuj Agrawal" userId="8275e378daeca5b2" providerId="LiveId" clId="{64F0AB06-4F15-42AD-A165-0D0DB89594B8}" dt="2021-12-08T17:23:17.448" v="760" actId="1076"/>
          <ac:spMkLst>
            <pc:docMk/>
            <pc:sldMk cId="1977399299" sldId="528"/>
            <ac:spMk id="2" creationId="{3BFF7D06-C014-44E3-B8D3-0DA7B893CE81}"/>
          </ac:spMkLst>
        </pc:spChg>
        <pc:spChg chg="mod topLvl">
          <ac:chgData name="Manuj Agrawal" userId="8275e378daeca5b2" providerId="LiveId" clId="{64F0AB06-4F15-42AD-A165-0D0DB89594B8}" dt="2021-12-08T17:26:54.987" v="795" actId="165"/>
          <ac:spMkLst>
            <pc:docMk/>
            <pc:sldMk cId="1977399299" sldId="528"/>
            <ac:spMk id="10" creationId="{3C681E58-DA86-43A3-95D7-86C423B5BC26}"/>
          </ac:spMkLst>
        </pc:spChg>
        <pc:spChg chg="mod">
          <ac:chgData name="Manuj Agrawal" userId="8275e378daeca5b2" providerId="LiveId" clId="{64F0AB06-4F15-42AD-A165-0D0DB89594B8}" dt="2021-12-08T17:26:54.987" v="795" actId="165"/>
          <ac:spMkLst>
            <pc:docMk/>
            <pc:sldMk cId="1977399299" sldId="528"/>
            <ac:spMk id="13" creationId="{36411E52-4BB8-4A1B-B4AE-EC382ECE1F14}"/>
          </ac:spMkLst>
        </pc:spChg>
        <pc:spChg chg="mod">
          <ac:chgData name="Manuj Agrawal" userId="8275e378daeca5b2" providerId="LiveId" clId="{64F0AB06-4F15-42AD-A165-0D0DB89594B8}" dt="2021-12-08T17:28:02.290" v="814" actId="1076"/>
          <ac:spMkLst>
            <pc:docMk/>
            <pc:sldMk cId="1977399299" sldId="528"/>
            <ac:spMk id="14" creationId="{AE23752E-BDA8-4C0B-97EB-4A432CB5121C}"/>
          </ac:spMkLst>
        </pc:spChg>
        <pc:spChg chg="mod">
          <ac:chgData name="Manuj Agrawal" userId="8275e378daeca5b2" providerId="LiveId" clId="{64F0AB06-4F15-42AD-A165-0D0DB89594B8}" dt="2021-12-08T17:26:54.987" v="795" actId="165"/>
          <ac:spMkLst>
            <pc:docMk/>
            <pc:sldMk cId="1977399299" sldId="528"/>
            <ac:spMk id="17" creationId="{293D8AFF-3586-4088-A4FC-899E72090542}"/>
          </ac:spMkLst>
        </pc:spChg>
        <pc:spChg chg="del">
          <ac:chgData name="Manuj Agrawal" userId="8275e378daeca5b2" providerId="LiveId" clId="{64F0AB06-4F15-42AD-A165-0D0DB89594B8}" dt="2021-12-08T17:26:36.238" v="785" actId="478"/>
          <ac:spMkLst>
            <pc:docMk/>
            <pc:sldMk cId="1977399299" sldId="528"/>
            <ac:spMk id="27" creationId="{3BD9E019-C540-4124-ABE3-515EC84B6571}"/>
          </ac:spMkLst>
        </pc:spChg>
        <pc:spChg chg="del">
          <ac:chgData name="Manuj Agrawal" userId="8275e378daeca5b2" providerId="LiveId" clId="{64F0AB06-4F15-42AD-A165-0D0DB89594B8}" dt="2021-12-08T17:26:39.838" v="787" actId="478"/>
          <ac:spMkLst>
            <pc:docMk/>
            <pc:sldMk cId="1977399299" sldId="528"/>
            <ac:spMk id="28" creationId="{FF760111-6967-4F8C-B9D5-0561683CF56F}"/>
          </ac:spMkLst>
        </pc:spChg>
        <pc:spChg chg="del">
          <ac:chgData name="Manuj Agrawal" userId="8275e378daeca5b2" providerId="LiveId" clId="{64F0AB06-4F15-42AD-A165-0D0DB89594B8}" dt="2021-12-08T17:26:38.510" v="786" actId="478"/>
          <ac:spMkLst>
            <pc:docMk/>
            <pc:sldMk cId="1977399299" sldId="528"/>
            <ac:spMk id="29" creationId="{E84F2882-7829-46C9-9A4C-8C4337D93E04}"/>
          </ac:spMkLst>
        </pc:spChg>
        <pc:spChg chg="del mod">
          <ac:chgData name="Manuj Agrawal" userId="8275e378daeca5b2" providerId="LiveId" clId="{64F0AB06-4F15-42AD-A165-0D0DB89594B8}" dt="2021-12-08T17:27:03.096" v="798" actId="478"/>
          <ac:spMkLst>
            <pc:docMk/>
            <pc:sldMk cId="1977399299" sldId="528"/>
            <ac:spMk id="30" creationId="{000801E2-5103-4ECE-8C1A-2E5F9494F134}"/>
          </ac:spMkLst>
        </pc:spChg>
        <pc:spChg chg="del">
          <ac:chgData name="Manuj Agrawal" userId="8275e378daeca5b2" providerId="LiveId" clId="{64F0AB06-4F15-42AD-A165-0D0DB89594B8}" dt="2021-12-08T17:26:41.830" v="788" actId="478"/>
          <ac:spMkLst>
            <pc:docMk/>
            <pc:sldMk cId="1977399299" sldId="528"/>
            <ac:spMk id="31" creationId="{14A83728-A239-4D76-8A5D-C1B030D78F8C}"/>
          </ac:spMkLst>
        </pc:spChg>
        <pc:spChg chg="del mod">
          <ac:chgData name="Manuj Agrawal" userId="8275e378daeca5b2" providerId="LiveId" clId="{64F0AB06-4F15-42AD-A165-0D0DB89594B8}" dt="2021-12-08T17:27:16.128" v="803" actId="478"/>
          <ac:spMkLst>
            <pc:docMk/>
            <pc:sldMk cId="1977399299" sldId="528"/>
            <ac:spMk id="32" creationId="{FF376DFC-7849-4BAC-9327-86D318534B33}"/>
          </ac:spMkLst>
        </pc:spChg>
        <pc:spChg chg="add del mod">
          <ac:chgData name="Manuj Agrawal" userId="8275e378daeca5b2" providerId="LiveId" clId="{64F0AB06-4F15-42AD-A165-0D0DB89594B8}" dt="2021-12-08T17:27:01.681" v="797" actId="478"/>
          <ac:spMkLst>
            <pc:docMk/>
            <pc:sldMk cId="1977399299" sldId="528"/>
            <ac:spMk id="33" creationId="{9A7B24B3-26AA-48A7-A6C6-FB580584BA9E}"/>
          </ac:spMkLst>
        </pc:spChg>
        <pc:spChg chg="del mod">
          <ac:chgData name="Manuj Agrawal" userId="8275e378daeca5b2" providerId="LiveId" clId="{64F0AB06-4F15-42AD-A165-0D0DB89594B8}" dt="2021-12-08T17:27:10.152" v="802" actId="478"/>
          <ac:spMkLst>
            <pc:docMk/>
            <pc:sldMk cId="1977399299" sldId="528"/>
            <ac:spMk id="34" creationId="{BBC8D837-3355-491B-873A-EC8D909D5FCF}"/>
          </ac:spMkLst>
        </pc:spChg>
        <pc:spChg chg="add del mod">
          <ac:chgData name="Manuj Agrawal" userId="8275e378daeca5b2" providerId="LiveId" clId="{64F0AB06-4F15-42AD-A165-0D0DB89594B8}" dt="2021-12-08T17:27:04.912" v="799" actId="478"/>
          <ac:spMkLst>
            <pc:docMk/>
            <pc:sldMk cId="1977399299" sldId="528"/>
            <ac:spMk id="35" creationId="{8CF5DFF8-022D-4E98-9B72-06BAE714B384}"/>
          </ac:spMkLst>
        </pc:spChg>
        <pc:spChg chg="del mod">
          <ac:chgData name="Manuj Agrawal" userId="8275e378daeca5b2" providerId="LiveId" clId="{64F0AB06-4F15-42AD-A165-0D0DB89594B8}" dt="2021-12-08T17:27:46.537" v="812" actId="478"/>
          <ac:spMkLst>
            <pc:docMk/>
            <pc:sldMk cId="1977399299" sldId="528"/>
            <ac:spMk id="36" creationId="{344FED96-3C5D-4686-B75B-A071E29DBB88}"/>
          </ac:spMkLst>
        </pc:spChg>
        <pc:spChg chg="del mod">
          <ac:chgData name="Manuj Agrawal" userId="8275e378daeca5b2" providerId="LiveId" clId="{64F0AB06-4F15-42AD-A165-0D0DB89594B8}" dt="2021-12-08T17:27:18.209" v="804" actId="478"/>
          <ac:spMkLst>
            <pc:docMk/>
            <pc:sldMk cId="1977399299" sldId="528"/>
            <ac:spMk id="37" creationId="{16934BFF-F6A0-486B-AE1A-890B42F4875B}"/>
          </ac:spMkLst>
        </pc:spChg>
        <pc:spChg chg="del mod">
          <ac:chgData name="Manuj Agrawal" userId="8275e378daeca5b2" providerId="LiveId" clId="{64F0AB06-4F15-42AD-A165-0D0DB89594B8}" dt="2021-12-08T17:27:23.081" v="805" actId="478"/>
          <ac:spMkLst>
            <pc:docMk/>
            <pc:sldMk cId="1977399299" sldId="528"/>
            <ac:spMk id="38" creationId="{10C21CAF-5192-4873-9581-8B9116968788}"/>
          </ac:spMkLst>
        </pc:spChg>
        <pc:spChg chg="mod">
          <ac:chgData name="Manuj Agrawal" userId="8275e378daeca5b2" providerId="LiveId" clId="{64F0AB06-4F15-42AD-A165-0D0DB89594B8}" dt="2021-12-08T17:24:52.383" v="778" actId="20577"/>
          <ac:spMkLst>
            <pc:docMk/>
            <pc:sldMk cId="1977399299" sldId="528"/>
            <ac:spMk id="40" creationId="{AB307C08-854E-4207-BA0C-31498E716CED}"/>
          </ac:spMkLst>
        </pc:spChg>
        <pc:spChg chg="add mod">
          <ac:chgData name="Manuj Agrawal" userId="8275e378daeca5b2" providerId="LiveId" clId="{64F0AB06-4F15-42AD-A165-0D0DB89594B8}" dt="2021-12-08T17:23:17.448" v="760" actId="1076"/>
          <ac:spMkLst>
            <pc:docMk/>
            <pc:sldMk cId="1977399299" sldId="528"/>
            <ac:spMk id="41" creationId="{1312EB93-F27D-452D-90AC-F1EAB8B938E9}"/>
          </ac:spMkLst>
        </pc:spChg>
        <pc:spChg chg="add mod">
          <ac:chgData name="Manuj Agrawal" userId="8275e378daeca5b2" providerId="LiveId" clId="{64F0AB06-4F15-42AD-A165-0D0DB89594B8}" dt="2021-12-08T17:23:17.448" v="760" actId="1076"/>
          <ac:spMkLst>
            <pc:docMk/>
            <pc:sldMk cId="1977399299" sldId="528"/>
            <ac:spMk id="43" creationId="{4164C52C-6A8E-47DD-A699-DADA1A0BB1F5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48" creationId="{ADDD6276-B595-4C9B-BA7F-5CE97C488B43}"/>
          </ac:spMkLst>
        </pc:spChg>
        <pc:spChg chg="mod">
          <ac:chgData name="Manuj Agrawal" userId="8275e378daeca5b2" providerId="LiveId" clId="{64F0AB06-4F15-42AD-A165-0D0DB89594B8}" dt="2021-12-08T17:28:17.103" v="820" actId="1076"/>
          <ac:spMkLst>
            <pc:docMk/>
            <pc:sldMk cId="1977399299" sldId="528"/>
            <ac:spMk id="49" creationId="{BFFFBDA3-5477-4BF0-88D7-35384CB6EF55}"/>
          </ac:spMkLst>
        </pc:spChg>
        <pc:spChg chg="mod">
          <ac:chgData name="Manuj Agrawal" userId="8275e378daeca5b2" providerId="LiveId" clId="{64F0AB06-4F15-42AD-A165-0D0DB89594B8}" dt="2021-12-08T17:28:16.638" v="819" actId="1076"/>
          <ac:spMkLst>
            <pc:docMk/>
            <pc:sldMk cId="1977399299" sldId="528"/>
            <ac:spMk id="50" creationId="{A32ACF55-CBFC-40F1-98C5-86A9B64BD854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51" creationId="{E8285C59-9E51-4FD2-A836-EAA9807E5E44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52" creationId="{36AED8BD-6944-4AF0-BA14-38DBF6EC8859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53" creationId="{52BD7154-F8B1-4E9B-9E8B-0767F5657D9D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54" creationId="{030D8D00-8DA0-45E1-BE6B-8203034E288B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55" creationId="{594D0BB2-0B01-44FF-AD4C-8B4CDEEF4F81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56" creationId="{D8F8B399-8791-4656-BBA7-7E12E9DAAB7C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57" creationId="{4634C8BE-34E6-46D7-A827-3749EF642941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58" creationId="{C78C4F46-3952-402E-B3E2-34EDCD892561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63" creationId="{59D8DBB9-FA78-459F-B9C5-A18D9B8C10B6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64" creationId="{AB84F5A3-51D1-467A-8C24-F8726DEC919F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65" creationId="{57026DE9-4884-43B2-B6ED-4BA720E14FA6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66" creationId="{2BAE80D0-3FF1-47E3-9CC1-5AE01D9CC2D0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67" creationId="{8BEACF92-1FDE-4079-877C-91A011A82941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68" creationId="{1FB081C2-7A68-4714-B188-726F85C5FA4E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69" creationId="{E8D6138A-0CC1-4D16-AC82-B228FC8C3917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70" creationId="{4003D5CA-A384-4A61-B1A2-C9C7BEAD2FC2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71" creationId="{E7AC6242-7F09-47C9-94EE-AC73433F7B6C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72" creationId="{2FDAA135-BF4E-4F7D-A65B-35DA8F49795F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73" creationId="{F8756C8D-5EB9-45BB-AEFA-C09A4BF06364}"/>
          </ac:spMkLst>
        </pc:spChg>
        <pc:spChg chg="add mod">
          <ac:chgData name="Manuj Agrawal" userId="8275e378daeca5b2" providerId="LiveId" clId="{64F0AB06-4F15-42AD-A165-0D0DB89594B8}" dt="2021-12-08T17:28:42.807" v="826" actId="164"/>
          <ac:spMkLst>
            <pc:docMk/>
            <pc:sldMk cId="1977399299" sldId="528"/>
            <ac:spMk id="74" creationId="{AB0BC3F2-7DA9-43C2-8244-1AF249B5E711}"/>
          </ac:spMkLst>
        </pc:spChg>
        <pc:grpChg chg="add mod">
          <ac:chgData name="Manuj Agrawal" userId="8275e378daeca5b2" providerId="LiveId" clId="{64F0AB06-4F15-42AD-A165-0D0DB89594B8}" dt="2021-12-08T17:23:17.448" v="760" actId="1076"/>
          <ac:grpSpMkLst>
            <pc:docMk/>
            <pc:sldMk cId="1977399299" sldId="528"/>
            <ac:grpSpMk id="4" creationId="{D8C44FA0-95CA-4F41-8D7E-9EE3A992B140}"/>
          </ac:grpSpMkLst>
        </pc:grpChg>
        <pc:grpChg chg="add mod">
          <ac:chgData name="Manuj Agrawal" userId="8275e378daeca5b2" providerId="LiveId" clId="{64F0AB06-4F15-42AD-A165-0D0DB89594B8}" dt="2021-12-08T17:29:01.830" v="832" actId="1076"/>
          <ac:grpSpMkLst>
            <pc:docMk/>
            <pc:sldMk cId="1977399299" sldId="528"/>
            <ac:grpSpMk id="5" creationId="{4CCD67C4-7CF8-4D92-AB26-0D0B2D15F33C}"/>
          </ac:grpSpMkLst>
        </pc:grpChg>
        <pc:grpChg chg="add del mod">
          <ac:chgData name="Manuj Agrawal" userId="8275e378daeca5b2" providerId="LiveId" clId="{64F0AB06-4F15-42AD-A165-0D0DB89594B8}" dt="2021-12-08T17:28:56.225" v="831" actId="1076"/>
          <ac:grpSpMkLst>
            <pc:docMk/>
            <pc:sldMk cId="1977399299" sldId="528"/>
            <ac:grpSpMk id="9" creationId="{3FA0F49F-60BE-4507-BC78-7C6A49AE47F8}"/>
          </ac:grpSpMkLst>
        </pc:grpChg>
        <pc:grpChg chg="mod topLvl">
          <ac:chgData name="Manuj Agrawal" userId="8275e378daeca5b2" providerId="LiveId" clId="{64F0AB06-4F15-42AD-A165-0D0DB89594B8}" dt="2021-12-08T17:26:54.987" v="795" actId="165"/>
          <ac:grpSpMkLst>
            <pc:docMk/>
            <pc:sldMk cId="1977399299" sldId="528"/>
            <ac:grpSpMk id="11" creationId="{71744BBD-4AF9-49B5-AB6B-55BEB73630F7}"/>
          </ac:grpSpMkLst>
        </pc:grpChg>
        <pc:grpChg chg="del mod">
          <ac:chgData name="Manuj Agrawal" userId="8275e378daeca5b2" providerId="LiveId" clId="{64F0AB06-4F15-42AD-A165-0D0DB89594B8}" dt="2021-12-08T17:27:23.081" v="805" actId="478"/>
          <ac:grpSpMkLst>
            <pc:docMk/>
            <pc:sldMk cId="1977399299" sldId="528"/>
            <ac:grpSpMk id="18" creationId="{453E5137-9930-4167-98D7-EE146A030323}"/>
          </ac:grpSpMkLst>
        </pc:grpChg>
        <pc:grpChg chg="del mod">
          <ac:chgData name="Manuj Agrawal" userId="8275e378daeca5b2" providerId="LiveId" clId="{64F0AB06-4F15-42AD-A165-0D0DB89594B8}" dt="2021-12-08T17:27:18.209" v="804" actId="478"/>
          <ac:grpSpMkLst>
            <pc:docMk/>
            <pc:sldMk cId="1977399299" sldId="528"/>
            <ac:grpSpMk id="24" creationId="{7E0E706A-E210-48E7-99B3-2D14145D1790}"/>
          </ac:grpSpMkLst>
        </pc:grpChg>
        <pc:grpChg chg="add del mod">
          <ac:chgData name="Manuj Agrawal" userId="8275e378daeca5b2" providerId="LiveId" clId="{64F0AB06-4F15-42AD-A165-0D0DB89594B8}" dt="2021-12-08T17:27:04.912" v="799" actId="478"/>
          <ac:grpSpMkLst>
            <pc:docMk/>
            <pc:sldMk cId="1977399299" sldId="528"/>
            <ac:grpSpMk id="25" creationId="{780F0224-3670-4505-91BB-51C91E9BA335}"/>
          </ac:grpSpMkLst>
        </pc:grpChg>
        <pc:grpChg chg="add del">
          <ac:chgData name="Manuj Agrawal" userId="8275e378daeca5b2" providerId="LiveId" clId="{64F0AB06-4F15-42AD-A165-0D0DB89594B8}" dt="2021-12-08T17:27:01.681" v="797" actId="478"/>
          <ac:grpSpMkLst>
            <pc:docMk/>
            <pc:sldMk cId="1977399299" sldId="528"/>
            <ac:grpSpMk id="26" creationId="{83106131-5FF8-430C-9E6E-8DF859C4AD2E}"/>
          </ac:grpSpMkLst>
        </pc:grpChg>
        <pc:grpChg chg="add mod">
          <ac:chgData name="Manuj Agrawal" userId="8275e378daeca5b2" providerId="LiveId" clId="{64F0AB06-4F15-42AD-A165-0D0DB89594B8}" dt="2021-12-08T17:28:42.807" v="826" actId="164"/>
          <ac:grpSpMkLst>
            <pc:docMk/>
            <pc:sldMk cId="1977399299" sldId="528"/>
            <ac:grpSpMk id="44" creationId="{824F7447-2EA6-49C8-8F99-B47B8EA82D02}"/>
          </ac:grpSpMkLst>
        </pc:grpChg>
        <pc:grpChg chg="mod">
          <ac:chgData name="Manuj Agrawal" userId="8275e378daeca5b2" providerId="LiveId" clId="{64F0AB06-4F15-42AD-A165-0D0DB89594B8}" dt="2021-12-08T17:26:25.051" v="784"/>
          <ac:grpSpMkLst>
            <pc:docMk/>
            <pc:sldMk cId="1977399299" sldId="528"/>
            <ac:grpSpMk id="45" creationId="{365F8D65-1817-49D7-9F1E-D61CF5A7D76B}"/>
          </ac:grpSpMkLst>
        </pc:grpChg>
        <pc:grpChg chg="mod">
          <ac:chgData name="Manuj Agrawal" userId="8275e378daeca5b2" providerId="LiveId" clId="{64F0AB06-4F15-42AD-A165-0D0DB89594B8}" dt="2021-12-08T17:26:25.051" v="784"/>
          <ac:grpSpMkLst>
            <pc:docMk/>
            <pc:sldMk cId="1977399299" sldId="528"/>
            <ac:grpSpMk id="46" creationId="{6ACF7BC2-431E-4ED4-A6DD-5326C9BB98EB}"/>
          </ac:grpSpMkLst>
        </pc:grpChg>
        <pc:grpChg chg="mod">
          <ac:chgData name="Manuj Agrawal" userId="8275e378daeca5b2" providerId="LiveId" clId="{64F0AB06-4F15-42AD-A165-0D0DB89594B8}" dt="2021-12-08T17:26:25.051" v="784"/>
          <ac:grpSpMkLst>
            <pc:docMk/>
            <pc:sldMk cId="1977399299" sldId="528"/>
            <ac:grpSpMk id="47" creationId="{E10DD02D-0931-4B67-A30C-3AACBA8D2858}"/>
          </ac:grpSpMkLst>
        </pc:grpChg>
        <pc:grpChg chg="add del mod">
          <ac:chgData name="Manuj Agrawal" userId="8275e378daeca5b2" providerId="LiveId" clId="{64F0AB06-4F15-42AD-A165-0D0DB89594B8}" dt="2021-12-08T17:28:23.767" v="822"/>
          <ac:grpSpMkLst>
            <pc:docMk/>
            <pc:sldMk cId="1977399299" sldId="528"/>
            <ac:grpSpMk id="59" creationId="{DB1362B9-FED4-417F-AC37-15E470BE3325}"/>
          </ac:grpSpMkLst>
        </pc:grpChg>
        <pc:grpChg chg="mod">
          <ac:chgData name="Manuj Agrawal" userId="8275e378daeca5b2" providerId="LiveId" clId="{64F0AB06-4F15-42AD-A165-0D0DB89594B8}" dt="2021-12-08T17:28:22.352" v="821"/>
          <ac:grpSpMkLst>
            <pc:docMk/>
            <pc:sldMk cId="1977399299" sldId="528"/>
            <ac:grpSpMk id="60" creationId="{1F9C3FDC-262B-423E-B393-DA22EFA6478C}"/>
          </ac:grpSpMkLst>
        </pc:grpChg>
        <pc:grpChg chg="mod">
          <ac:chgData name="Manuj Agrawal" userId="8275e378daeca5b2" providerId="LiveId" clId="{64F0AB06-4F15-42AD-A165-0D0DB89594B8}" dt="2021-12-08T17:28:22.352" v="821"/>
          <ac:grpSpMkLst>
            <pc:docMk/>
            <pc:sldMk cId="1977399299" sldId="528"/>
            <ac:grpSpMk id="61" creationId="{D6B546FC-C7DC-4EE9-AB1E-F033FCF7A5F9}"/>
          </ac:grpSpMkLst>
        </pc:grpChg>
        <pc:grpChg chg="mod">
          <ac:chgData name="Manuj Agrawal" userId="8275e378daeca5b2" providerId="LiveId" clId="{64F0AB06-4F15-42AD-A165-0D0DB89594B8}" dt="2021-12-08T17:28:22.352" v="821"/>
          <ac:grpSpMkLst>
            <pc:docMk/>
            <pc:sldMk cId="1977399299" sldId="528"/>
            <ac:grpSpMk id="62" creationId="{878AFFEB-99BD-4468-BCC2-44936DC00E9B}"/>
          </ac:grpSpMkLst>
        </pc:grpChg>
        <pc:picChg chg="mod modCrop">
          <ac:chgData name="Manuj Agrawal" userId="8275e378daeca5b2" providerId="LiveId" clId="{64F0AB06-4F15-42AD-A165-0D0DB89594B8}" dt="2021-12-08T17:27:43.505" v="811" actId="1076"/>
          <ac:picMkLst>
            <pc:docMk/>
            <pc:sldMk cId="1977399299" sldId="528"/>
            <ac:picMk id="3" creationId="{7271AAF0-6AF2-4F5B-8352-A4586F12F058}"/>
          </ac:picMkLst>
        </pc:picChg>
        <pc:picChg chg="add del mod">
          <ac:chgData name="Manuj Agrawal" userId="8275e378daeca5b2" providerId="LiveId" clId="{64F0AB06-4F15-42AD-A165-0D0DB89594B8}" dt="2021-12-08T17:27:08.427" v="801" actId="478"/>
          <ac:picMkLst>
            <pc:docMk/>
            <pc:sldMk cId="1977399299" sldId="528"/>
            <ac:picMk id="12" creationId="{609CE123-B458-4164-90ED-2D8FB4050DCB}"/>
          </ac:picMkLst>
        </pc:picChg>
        <pc:picChg chg="del">
          <ac:chgData name="Manuj Agrawal" userId="8275e378daeca5b2" providerId="LiveId" clId="{64F0AB06-4F15-42AD-A165-0D0DB89594B8}" dt="2021-12-08T17:22:33.814" v="750" actId="478"/>
          <ac:picMkLst>
            <pc:docMk/>
            <pc:sldMk cId="1977399299" sldId="528"/>
            <ac:picMk id="15" creationId="{8EAFFA67-DB82-4F31-B112-5E61F4510E21}"/>
          </ac:picMkLst>
        </pc:picChg>
        <pc:picChg chg="mod">
          <ac:chgData name="Manuj Agrawal" userId="8275e378daeca5b2" providerId="LiveId" clId="{64F0AB06-4F15-42AD-A165-0D0DB89594B8}" dt="2021-12-08T17:33:08.572" v="858"/>
          <ac:picMkLst>
            <pc:docMk/>
            <pc:sldMk cId="1977399299" sldId="528"/>
            <ac:picMk id="21" creationId="{1C58BC52-BD36-4CBF-AAAF-53E80D1E4667}"/>
          </ac:picMkLst>
        </pc:picChg>
        <pc:picChg chg="del mod">
          <ac:chgData name="Manuj Agrawal" userId="8275e378daeca5b2" providerId="LiveId" clId="{64F0AB06-4F15-42AD-A165-0D0DB89594B8}" dt="2021-12-08T17:23:01.240" v="757" actId="478"/>
          <ac:picMkLst>
            <pc:docMk/>
            <pc:sldMk cId="1977399299" sldId="528"/>
            <ac:picMk id="23" creationId="{8E751F13-0A3A-4C72-A12F-565B23B7ACFD}"/>
          </ac:picMkLst>
        </pc:picChg>
        <pc:picChg chg="del mod">
          <ac:chgData name="Manuj Agrawal" userId="8275e378daeca5b2" providerId="LiveId" clId="{64F0AB06-4F15-42AD-A165-0D0DB89594B8}" dt="2021-12-08T17:32:23.740" v="855" actId="478"/>
          <ac:picMkLst>
            <pc:docMk/>
            <pc:sldMk cId="1977399299" sldId="528"/>
            <ac:picMk id="42" creationId="{E43F824C-C340-4B6B-AC80-FC9C971C7F7B}"/>
          </ac:picMkLst>
        </pc:picChg>
        <pc:picChg chg="add del mod">
          <ac:chgData name="Manuj Agrawal" userId="8275e378daeca5b2" providerId="LiveId" clId="{64F0AB06-4F15-42AD-A165-0D0DB89594B8}" dt="2021-12-08T17:31:32.653" v="842" actId="478"/>
          <ac:picMkLst>
            <pc:docMk/>
            <pc:sldMk cId="1977399299" sldId="528"/>
            <ac:picMk id="75" creationId="{0B00BB2A-6220-4EAC-B7AC-3F0F2E4F591B}"/>
          </ac:picMkLst>
        </pc:picChg>
        <pc:picChg chg="add mod">
          <ac:chgData name="Manuj Agrawal" userId="8275e378daeca5b2" providerId="LiveId" clId="{64F0AB06-4F15-42AD-A165-0D0DB89594B8}" dt="2021-12-08T17:32:22.531" v="854" actId="1076"/>
          <ac:picMkLst>
            <pc:docMk/>
            <pc:sldMk cId="1977399299" sldId="528"/>
            <ac:picMk id="77" creationId="{0782EE3F-6B0E-421F-B910-06ECF4475E0A}"/>
          </ac:picMkLst>
        </pc:picChg>
        <pc:picChg chg="mod">
          <ac:chgData name="Manuj Agrawal" userId="8275e378daeca5b2" providerId="LiveId" clId="{64F0AB06-4F15-42AD-A165-0D0DB89594B8}" dt="2021-12-08T17:23:17.448" v="760" actId="1076"/>
          <ac:picMkLst>
            <pc:docMk/>
            <pc:sldMk cId="1977399299" sldId="528"/>
            <ac:picMk id="1034" creationId="{3295B978-BE42-45F5-9718-8213E0ACCD38}"/>
          </ac:picMkLst>
        </pc:picChg>
        <pc:picChg chg="add del mod">
          <ac:chgData name="Manuj Agrawal" userId="8275e378daeca5b2" providerId="LiveId" clId="{64F0AB06-4F15-42AD-A165-0D0DB89594B8}" dt="2021-12-08T17:30:59.237" v="838" actId="478"/>
          <ac:picMkLst>
            <pc:docMk/>
            <pc:sldMk cId="1977399299" sldId="528"/>
            <ac:picMk id="4098" creationId="{6615CD0D-0F86-4E63-AFCD-9667920274FF}"/>
          </ac:picMkLst>
        </pc:picChg>
        <pc:cxnChg chg="mod">
          <ac:chgData name="Manuj Agrawal" userId="8275e378daeca5b2" providerId="LiveId" clId="{64F0AB06-4F15-42AD-A165-0D0DB89594B8}" dt="2021-12-08T17:26:54.987" v="795" actId="165"/>
          <ac:cxnSpMkLst>
            <pc:docMk/>
            <pc:sldMk cId="1977399299" sldId="528"/>
            <ac:cxnSpMk id="16" creationId="{FD485B5C-204C-4266-9FDA-547FDE99D51F}"/>
          </ac:cxnSpMkLst>
        </pc:cxnChg>
        <pc:cxnChg chg="mod">
          <ac:chgData name="Manuj Agrawal" userId="8275e378daeca5b2" providerId="LiveId" clId="{64F0AB06-4F15-42AD-A165-0D0DB89594B8}" dt="2021-12-08T17:26:54.987" v="795" actId="165"/>
          <ac:cxnSpMkLst>
            <pc:docMk/>
            <pc:sldMk cId="1977399299" sldId="528"/>
            <ac:cxnSpMk id="19" creationId="{B6DB79E7-11D6-49BF-92BF-489D2EEBF295}"/>
          </ac:cxnSpMkLst>
        </pc:cxnChg>
        <pc:cxnChg chg="mod">
          <ac:chgData name="Manuj Agrawal" userId="8275e378daeca5b2" providerId="LiveId" clId="{64F0AB06-4F15-42AD-A165-0D0DB89594B8}" dt="2021-12-08T17:26:54.987" v="795" actId="165"/>
          <ac:cxnSpMkLst>
            <pc:docMk/>
            <pc:sldMk cId="1977399299" sldId="528"/>
            <ac:cxnSpMk id="20" creationId="{BF418ED6-7FBE-4FF4-A66A-1FA6A5548C09}"/>
          </ac:cxnSpMkLst>
        </pc:cxnChg>
        <pc:cxnChg chg="mod">
          <ac:chgData name="Manuj Agrawal" userId="8275e378daeca5b2" providerId="LiveId" clId="{64F0AB06-4F15-42AD-A165-0D0DB89594B8}" dt="2021-12-08T17:26:54.987" v="795" actId="165"/>
          <ac:cxnSpMkLst>
            <pc:docMk/>
            <pc:sldMk cId="1977399299" sldId="528"/>
            <ac:cxnSpMk id="22" creationId="{379770C6-AAAE-4FE4-B4DC-E0D24E48FBE6}"/>
          </ac:cxnSpMkLst>
        </pc:cxnChg>
      </pc:sldChg>
    </pc:docChg>
  </pc:docChgLst>
  <pc:docChgLst>
    <pc:chgData name="Manuj Agrawal" userId="8275e378daeca5b2" providerId="LiveId" clId="{2CDBD468-9682-4E8E-A0E9-8A4D067D4745}"/>
    <pc:docChg chg="undo custSel addSld delSld modSld sldOrd">
      <pc:chgData name="Manuj Agrawal" userId="8275e378daeca5b2" providerId="LiveId" clId="{2CDBD468-9682-4E8E-A0E9-8A4D067D4745}" dt="2021-12-21T12:42:59.084" v="1567" actId="20577"/>
      <pc:docMkLst>
        <pc:docMk/>
      </pc:docMkLst>
      <pc:sldChg chg="modSp mod">
        <pc:chgData name="Manuj Agrawal" userId="8275e378daeca5b2" providerId="LiveId" clId="{2CDBD468-9682-4E8E-A0E9-8A4D067D4745}" dt="2021-12-21T12:32:54.895" v="1373" actId="1076"/>
        <pc:sldMkLst>
          <pc:docMk/>
          <pc:sldMk cId="2654572283" sldId="456"/>
        </pc:sldMkLst>
        <pc:spChg chg="mod">
          <ac:chgData name="Manuj Agrawal" userId="8275e378daeca5b2" providerId="LiveId" clId="{2CDBD468-9682-4E8E-A0E9-8A4D067D4745}" dt="2021-12-21T12:32:54.895" v="1373" actId="1076"/>
          <ac:spMkLst>
            <pc:docMk/>
            <pc:sldMk cId="2654572283" sldId="456"/>
            <ac:spMk id="4" creationId="{5F8197BA-A7A5-47AE-963D-56CA14DDF98A}"/>
          </ac:spMkLst>
        </pc:spChg>
      </pc:sldChg>
      <pc:sldChg chg="modSp mod">
        <pc:chgData name="Manuj Agrawal" userId="8275e378daeca5b2" providerId="LiveId" clId="{2CDBD468-9682-4E8E-A0E9-8A4D067D4745}" dt="2021-12-18T09:56:50.741" v="523" actId="1076"/>
        <pc:sldMkLst>
          <pc:docMk/>
          <pc:sldMk cId="722639226" sldId="481"/>
        </pc:sldMkLst>
        <pc:spChg chg="mod">
          <ac:chgData name="Manuj Agrawal" userId="8275e378daeca5b2" providerId="LiveId" clId="{2CDBD468-9682-4E8E-A0E9-8A4D067D4745}" dt="2021-12-18T09:53:42.095" v="409" actId="14100"/>
          <ac:spMkLst>
            <pc:docMk/>
            <pc:sldMk cId="722639226" sldId="481"/>
            <ac:spMk id="11" creationId="{FF1098FB-68F5-4566-8FF9-44B8794DE334}"/>
          </ac:spMkLst>
        </pc:spChg>
        <pc:spChg chg="mod">
          <ac:chgData name="Manuj Agrawal" userId="8275e378daeca5b2" providerId="LiveId" clId="{2CDBD468-9682-4E8E-A0E9-8A4D067D4745}" dt="2021-12-18T09:54:03.807" v="414" actId="1076"/>
          <ac:spMkLst>
            <pc:docMk/>
            <pc:sldMk cId="722639226" sldId="481"/>
            <ac:spMk id="13" creationId="{5FEA3B4D-CFF3-467B-BE94-65D1F327CFBB}"/>
          </ac:spMkLst>
        </pc:spChg>
        <pc:spChg chg="mod">
          <ac:chgData name="Manuj Agrawal" userId="8275e378daeca5b2" providerId="LiveId" clId="{2CDBD468-9682-4E8E-A0E9-8A4D067D4745}" dt="2021-12-18T09:55:19.634" v="441" actId="20577"/>
          <ac:spMkLst>
            <pc:docMk/>
            <pc:sldMk cId="722639226" sldId="481"/>
            <ac:spMk id="25" creationId="{598E7E5D-77D6-412D-BF90-00A6C9E02C53}"/>
          </ac:spMkLst>
        </pc:spChg>
        <pc:spChg chg="mod">
          <ac:chgData name="Manuj Agrawal" userId="8275e378daeca5b2" providerId="LiveId" clId="{2CDBD468-9682-4E8E-A0E9-8A4D067D4745}" dt="2021-12-18T09:55:40.034" v="466" actId="1076"/>
          <ac:spMkLst>
            <pc:docMk/>
            <pc:sldMk cId="722639226" sldId="481"/>
            <ac:spMk id="26" creationId="{6EE233B6-0766-435E-B842-75EE62710DDC}"/>
          </ac:spMkLst>
        </pc:spChg>
        <pc:spChg chg="mod">
          <ac:chgData name="Manuj Agrawal" userId="8275e378daeca5b2" providerId="LiveId" clId="{2CDBD468-9682-4E8E-A0E9-8A4D067D4745}" dt="2021-12-18T09:56:14.116" v="490" actId="1076"/>
          <ac:spMkLst>
            <pc:docMk/>
            <pc:sldMk cId="722639226" sldId="481"/>
            <ac:spMk id="27" creationId="{3A7FAB8C-8C8F-4169-A3E5-42DDA9E9C224}"/>
          </ac:spMkLst>
        </pc:spChg>
        <pc:spChg chg="mod">
          <ac:chgData name="Manuj Agrawal" userId="8275e378daeca5b2" providerId="LiveId" clId="{2CDBD468-9682-4E8E-A0E9-8A4D067D4745}" dt="2021-12-18T09:56:30.957" v="507" actId="1076"/>
          <ac:spMkLst>
            <pc:docMk/>
            <pc:sldMk cId="722639226" sldId="481"/>
            <ac:spMk id="28" creationId="{D0542C2E-722C-431B-A750-6361BEC08239}"/>
          </ac:spMkLst>
        </pc:spChg>
        <pc:spChg chg="mod">
          <ac:chgData name="Manuj Agrawal" userId="8275e378daeca5b2" providerId="LiveId" clId="{2CDBD468-9682-4E8E-A0E9-8A4D067D4745}" dt="2021-12-18T09:56:50.741" v="523" actId="1076"/>
          <ac:spMkLst>
            <pc:docMk/>
            <pc:sldMk cId="722639226" sldId="481"/>
            <ac:spMk id="29" creationId="{09796431-D8B0-43E4-9151-7DD26BE9DAEE}"/>
          </ac:spMkLst>
        </pc:spChg>
        <pc:picChg chg="mod">
          <ac:chgData name="Manuj Agrawal" userId="8275e378daeca5b2" providerId="LiveId" clId="{2CDBD468-9682-4E8E-A0E9-8A4D067D4745}" dt="2021-12-18T09:53:46.319" v="410" actId="1076"/>
          <ac:picMkLst>
            <pc:docMk/>
            <pc:sldMk cId="722639226" sldId="481"/>
            <ac:picMk id="7" creationId="{DB5E5094-0C4E-4CCA-8FCE-165D8E0350DB}"/>
          </ac:picMkLst>
        </pc:picChg>
        <pc:picChg chg="mod">
          <ac:chgData name="Manuj Agrawal" userId="8275e378daeca5b2" providerId="LiveId" clId="{2CDBD468-9682-4E8E-A0E9-8A4D067D4745}" dt="2021-12-18T09:54:08.959" v="415" actId="1076"/>
          <ac:picMkLst>
            <pc:docMk/>
            <pc:sldMk cId="722639226" sldId="481"/>
            <ac:picMk id="12" creationId="{F948B5F2-4398-4CFD-8153-00FB625D5D91}"/>
          </ac:picMkLst>
        </pc:picChg>
        <pc:picChg chg="mod">
          <ac:chgData name="Manuj Agrawal" userId="8275e378daeca5b2" providerId="LiveId" clId="{2CDBD468-9682-4E8E-A0E9-8A4D067D4745}" dt="2021-12-18T09:54:18.759" v="417" actId="1076"/>
          <ac:picMkLst>
            <pc:docMk/>
            <pc:sldMk cId="722639226" sldId="481"/>
            <ac:picMk id="15" creationId="{54BFD0A6-D0B6-499A-BD77-FA7248A0FB05}"/>
          </ac:picMkLst>
        </pc:picChg>
        <pc:picChg chg="mod">
          <ac:chgData name="Manuj Agrawal" userId="8275e378daeca5b2" providerId="LiveId" clId="{2CDBD468-9682-4E8E-A0E9-8A4D067D4745}" dt="2021-12-18T09:54:24.424" v="420" actId="1076"/>
          <ac:picMkLst>
            <pc:docMk/>
            <pc:sldMk cId="722639226" sldId="481"/>
            <ac:picMk id="18" creationId="{8A155FA7-BFEC-4B68-A200-A83482DE40A8}"/>
          </ac:picMkLst>
        </pc:picChg>
        <pc:picChg chg="mod">
          <ac:chgData name="Manuj Agrawal" userId="8275e378daeca5b2" providerId="LiveId" clId="{2CDBD468-9682-4E8E-A0E9-8A4D067D4745}" dt="2021-12-18T09:54:39.704" v="425" actId="1076"/>
          <ac:picMkLst>
            <pc:docMk/>
            <pc:sldMk cId="722639226" sldId="481"/>
            <ac:picMk id="20" creationId="{0CC089B3-A984-4D0E-862B-D775FD098C95}"/>
          </ac:picMkLst>
        </pc:picChg>
        <pc:picChg chg="mod">
          <ac:chgData name="Manuj Agrawal" userId="8275e378daeca5b2" providerId="LiveId" clId="{2CDBD468-9682-4E8E-A0E9-8A4D067D4745}" dt="2021-12-18T09:54:49.376" v="428" actId="1076"/>
          <ac:picMkLst>
            <pc:docMk/>
            <pc:sldMk cId="722639226" sldId="481"/>
            <ac:picMk id="22" creationId="{B8915330-9A6F-42ED-AE82-59A174199605}"/>
          </ac:picMkLst>
        </pc:picChg>
        <pc:picChg chg="mod">
          <ac:chgData name="Manuj Agrawal" userId="8275e378daeca5b2" providerId="LiveId" clId="{2CDBD468-9682-4E8E-A0E9-8A4D067D4745}" dt="2021-12-18T09:54:29.256" v="422" actId="1076"/>
          <ac:picMkLst>
            <pc:docMk/>
            <pc:sldMk cId="722639226" sldId="481"/>
            <ac:picMk id="24" creationId="{C4160B7B-D653-4EEF-B661-39978444B35A}"/>
          </ac:picMkLst>
        </pc:picChg>
      </pc:sldChg>
      <pc:sldChg chg="addSp delSp modSp mod">
        <pc:chgData name="Manuj Agrawal" userId="8275e378daeca5b2" providerId="LiveId" clId="{2CDBD468-9682-4E8E-A0E9-8A4D067D4745}" dt="2021-12-18T10:57:45.774" v="812" actId="1076"/>
        <pc:sldMkLst>
          <pc:docMk/>
          <pc:sldMk cId="3922207980" sldId="506"/>
        </pc:sldMkLst>
        <pc:spChg chg="add del mod">
          <ac:chgData name="Manuj Agrawal" userId="8275e378daeca5b2" providerId="LiveId" clId="{2CDBD468-9682-4E8E-A0E9-8A4D067D4745}" dt="2021-12-17T14:54:19.772" v="8" actId="478"/>
          <ac:spMkLst>
            <pc:docMk/>
            <pc:sldMk cId="3922207980" sldId="506"/>
            <ac:spMk id="3" creationId="{B672BAF0-BAA8-4D70-9630-AF8F2629E3AB}"/>
          </ac:spMkLst>
        </pc:spChg>
        <pc:spChg chg="add del mod">
          <ac:chgData name="Manuj Agrawal" userId="8275e378daeca5b2" providerId="LiveId" clId="{2CDBD468-9682-4E8E-A0E9-8A4D067D4745}" dt="2021-12-17T14:54:21.307" v="9" actId="478"/>
          <ac:spMkLst>
            <pc:docMk/>
            <pc:sldMk cId="3922207980" sldId="506"/>
            <ac:spMk id="39" creationId="{797B0B41-CDA3-4D3E-84AD-3D16855B665A}"/>
          </ac:spMkLst>
        </pc:spChg>
        <pc:spChg chg="mod">
          <ac:chgData name="Manuj Agrawal" userId="8275e378daeca5b2" providerId="LiveId" clId="{2CDBD468-9682-4E8E-A0E9-8A4D067D4745}" dt="2021-12-17T14:52:23.995" v="1" actId="1076"/>
          <ac:spMkLst>
            <pc:docMk/>
            <pc:sldMk cId="3922207980" sldId="506"/>
            <ac:spMk id="56" creationId="{00F44435-6633-4363-981D-E07255351B53}"/>
          </ac:spMkLst>
        </pc:spChg>
        <pc:spChg chg="mod">
          <ac:chgData name="Manuj Agrawal" userId="8275e378daeca5b2" providerId="LiveId" clId="{2CDBD468-9682-4E8E-A0E9-8A4D067D4745}" dt="2021-12-18T10:57:45.774" v="812" actId="1076"/>
          <ac:spMkLst>
            <pc:docMk/>
            <pc:sldMk cId="3922207980" sldId="506"/>
            <ac:spMk id="70" creationId="{4E2ED473-7EC3-400B-B8F3-848D7908ED7D}"/>
          </ac:spMkLst>
        </pc:spChg>
      </pc:sldChg>
      <pc:sldChg chg="addSp delSp modSp add mod">
        <pc:chgData name="Manuj Agrawal" userId="8275e378daeca5b2" providerId="LiveId" clId="{2CDBD468-9682-4E8E-A0E9-8A4D067D4745}" dt="2021-12-18T12:44:50.852" v="1278" actId="14100"/>
        <pc:sldMkLst>
          <pc:docMk/>
          <pc:sldMk cId="3154999266" sldId="517"/>
        </pc:sldMkLst>
        <pc:spChg chg="add mod">
          <ac:chgData name="Manuj Agrawal" userId="8275e378daeca5b2" providerId="LiveId" clId="{2CDBD468-9682-4E8E-A0E9-8A4D067D4745}" dt="2021-12-18T12:44:25.729" v="1270"/>
          <ac:spMkLst>
            <pc:docMk/>
            <pc:sldMk cId="3154999266" sldId="517"/>
            <ac:spMk id="8" creationId="{C90964D1-B23A-4F03-81FD-D5E58387A7CF}"/>
          </ac:spMkLst>
        </pc:spChg>
        <pc:spChg chg="del">
          <ac:chgData name="Manuj Agrawal" userId="8275e378daeca5b2" providerId="LiveId" clId="{2CDBD468-9682-4E8E-A0E9-8A4D067D4745}" dt="2021-12-18T12:44:22.363" v="1269" actId="478"/>
          <ac:spMkLst>
            <pc:docMk/>
            <pc:sldMk cId="3154999266" sldId="517"/>
            <ac:spMk id="9" creationId="{3B66B379-819C-416C-B135-5B41F8EF93E5}"/>
          </ac:spMkLst>
        </pc:spChg>
        <pc:graphicFrameChg chg="mod">
          <ac:chgData name="Manuj Agrawal" userId="8275e378daeca5b2" providerId="LiveId" clId="{2CDBD468-9682-4E8E-A0E9-8A4D067D4745}" dt="2021-12-18T12:44:28.004" v="1271" actId="1076"/>
          <ac:graphicFrameMkLst>
            <pc:docMk/>
            <pc:sldMk cId="3154999266" sldId="517"/>
            <ac:graphicFrameMk id="3" creationId="{347BC466-C3EC-4C67-B692-312C74ABC436}"/>
          </ac:graphicFrameMkLst>
        </pc:graphicFrameChg>
        <pc:graphicFrameChg chg="mod modGraphic">
          <ac:chgData name="Manuj Agrawal" userId="8275e378daeca5b2" providerId="LiveId" clId="{2CDBD468-9682-4E8E-A0E9-8A4D067D4745}" dt="2021-12-18T12:44:50.852" v="1278" actId="14100"/>
          <ac:graphicFrameMkLst>
            <pc:docMk/>
            <pc:sldMk cId="3154999266" sldId="517"/>
            <ac:graphicFrameMk id="5" creationId="{A01D1AF0-98FC-41C0-9F63-4A92FCD09B0C}"/>
          </ac:graphicFrameMkLst>
        </pc:graphicFrameChg>
      </pc:sldChg>
      <pc:sldChg chg="del">
        <pc:chgData name="Manuj Agrawal" userId="8275e378daeca5b2" providerId="LiveId" clId="{2CDBD468-9682-4E8E-A0E9-8A4D067D4745}" dt="2021-12-18T12:01:57.864" v="902" actId="47"/>
        <pc:sldMkLst>
          <pc:docMk/>
          <pc:sldMk cId="4219030133" sldId="526"/>
        </pc:sldMkLst>
      </pc:sldChg>
      <pc:sldChg chg="modSp mod">
        <pc:chgData name="Manuj Agrawal" userId="8275e378daeca5b2" providerId="LiveId" clId="{2CDBD468-9682-4E8E-A0E9-8A4D067D4745}" dt="2021-12-21T11:42:31.800" v="1357" actId="1076"/>
        <pc:sldMkLst>
          <pc:docMk/>
          <pc:sldMk cId="2701607129" sldId="532"/>
        </pc:sldMkLst>
        <pc:spChg chg="mod">
          <ac:chgData name="Manuj Agrawal" userId="8275e378daeca5b2" providerId="LiveId" clId="{2CDBD468-9682-4E8E-A0E9-8A4D067D4745}" dt="2021-12-21T11:42:31.800" v="1357" actId="1076"/>
          <ac:spMkLst>
            <pc:docMk/>
            <pc:sldMk cId="2701607129" sldId="532"/>
            <ac:spMk id="143" creationId="{0730F525-FF3D-46B5-8A33-EBE17783189A}"/>
          </ac:spMkLst>
        </pc:spChg>
      </pc:sldChg>
      <pc:sldChg chg="del">
        <pc:chgData name="Manuj Agrawal" userId="8275e378daeca5b2" providerId="LiveId" clId="{2CDBD468-9682-4E8E-A0E9-8A4D067D4745}" dt="2021-12-18T09:47:05.826" v="229" actId="47"/>
        <pc:sldMkLst>
          <pc:docMk/>
          <pc:sldMk cId="1475965068" sldId="535"/>
        </pc:sldMkLst>
      </pc:sldChg>
      <pc:sldChg chg="modSp mod">
        <pc:chgData name="Manuj Agrawal" userId="8275e378daeca5b2" providerId="LiveId" clId="{2CDBD468-9682-4E8E-A0E9-8A4D067D4745}" dt="2021-12-18T09:59:09.500" v="552" actId="20577"/>
        <pc:sldMkLst>
          <pc:docMk/>
          <pc:sldMk cId="958035667" sldId="537"/>
        </pc:sldMkLst>
        <pc:spChg chg="mod">
          <ac:chgData name="Manuj Agrawal" userId="8275e378daeca5b2" providerId="LiveId" clId="{2CDBD468-9682-4E8E-A0E9-8A4D067D4745}" dt="2021-12-18T09:59:09.500" v="552" actId="20577"/>
          <ac:spMkLst>
            <pc:docMk/>
            <pc:sldMk cId="958035667" sldId="537"/>
            <ac:spMk id="7" creationId="{964AF775-7BD1-4261-B095-0BBC8FB51428}"/>
          </ac:spMkLst>
        </pc:spChg>
      </pc:sldChg>
      <pc:sldChg chg="modSp mod">
        <pc:chgData name="Manuj Agrawal" userId="8275e378daeca5b2" providerId="LiveId" clId="{2CDBD468-9682-4E8E-A0E9-8A4D067D4745}" dt="2021-12-18T09:50:43.358" v="336" actId="20577"/>
        <pc:sldMkLst>
          <pc:docMk/>
          <pc:sldMk cId="1146830387" sldId="541"/>
        </pc:sldMkLst>
        <pc:graphicFrameChg chg="mod modGraphic">
          <ac:chgData name="Manuj Agrawal" userId="8275e378daeca5b2" providerId="LiveId" clId="{2CDBD468-9682-4E8E-A0E9-8A4D067D4745}" dt="2021-12-18T09:50:43.358" v="336" actId="20577"/>
          <ac:graphicFrameMkLst>
            <pc:docMk/>
            <pc:sldMk cId="1146830387" sldId="541"/>
            <ac:graphicFrameMk id="9" creationId="{26E5A1B9-A8D1-47DB-A261-8C73C3BA00CF}"/>
          </ac:graphicFrameMkLst>
        </pc:graphicFrameChg>
      </pc:sldChg>
      <pc:sldChg chg="addSp delSp modSp mod">
        <pc:chgData name="Manuj Agrawal" userId="8275e378daeca5b2" providerId="LiveId" clId="{2CDBD468-9682-4E8E-A0E9-8A4D067D4745}" dt="2021-12-18T12:08:18.618" v="971" actId="1076"/>
        <pc:sldMkLst>
          <pc:docMk/>
          <pc:sldMk cId="1316161972" sldId="542"/>
        </pc:sldMkLst>
        <pc:spChg chg="mod">
          <ac:chgData name="Manuj Agrawal" userId="8275e378daeca5b2" providerId="LiveId" clId="{2CDBD468-9682-4E8E-A0E9-8A4D067D4745}" dt="2021-12-18T12:04:07.172" v="923" actId="338"/>
          <ac:spMkLst>
            <pc:docMk/>
            <pc:sldMk cId="1316161972" sldId="542"/>
            <ac:spMk id="46" creationId="{24BB6A65-A7A1-4208-8A63-7D295ADC25C5}"/>
          </ac:spMkLst>
        </pc:spChg>
        <pc:spChg chg="mod topLvl">
          <ac:chgData name="Manuj Agrawal" userId="8275e378daeca5b2" providerId="LiveId" clId="{2CDBD468-9682-4E8E-A0E9-8A4D067D4745}" dt="2021-12-18T12:07:57.970" v="968" actId="164"/>
          <ac:spMkLst>
            <pc:docMk/>
            <pc:sldMk cId="1316161972" sldId="542"/>
            <ac:spMk id="48" creationId="{07A46A93-7AD0-4D68-B818-26632908A698}"/>
          </ac:spMkLst>
        </pc:spChg>
        <pc:spChg chg="mod topLvl">
          <ac:chgData name="Manuj Agrawal" userId="8275e378daeca5b2" providerId="LiveId" clId="{2CDBD468-9682-4E8E-A0E9-8A4D067D4745}" dt="2021-12-18T12:04:27.138" v="927" actId="164"/>
          <ac:spMkLst>
            <pc:docMk/>
            <pc:sldMk cId="1316161972" sldId="542"/>
            <ac:spMk id="53" creationId="{5DF48541-2872-4431-9E18-448881EAB458}"/>
          </ac:spMkLst>
        </pc:spChg>
        <pc:spChg chg="mod topLvl">
          <ac:chgData name="Manuj Agrawal" userId="8275e378daeca5b2" providerId="LiveId" clId="{2CDBD468-9682-4E8E-A0E9-8A4D067D4745}" dt="2021-12-18T12:07:57.970" v="968" actId="164"/>
          <ac:spMkLst>
            <pc:docMk/>
            <pc:sldMk cId="1316161972" sldId="542"/>
            <ac:spMk id="54" creationId="{560FB32C-3B60-4F89-8FE1-B0E9999FA560}"/>
          </ac:spMkLst>
        </pc:spChg>
        <pc:spChg chg="mod topLvl">
          <ac:chgData name="Manuj Agrawal" userId="8275e378daeca5b2" providerId="LiveId" clId="{2CDBD468-9682-4E8E-A0E9-8A4D067D4745}" dt="2021-12-18T12:07:57.970" v="968" actId="164"/>
          <ac:spMkLst>
            <pc:docMk/>
            <pc:sldMk cId="1316161972" sldId="542"/>
            <ac:spMk id="59" creationId="{0CB50AB1-ED75-406B-BE0B-B6F99F0727EF}"/>
          </ac:spMkLst>
        </pc:spChg>
        <pc:spChg chg="mod">
          <ac:chgData name="Manuj Agrawal" userId="8275e378daeca5b2" providerId="LiveId" clId="{2CDBD468-9682-4E8E-A0E9-8A4D067D4745}" dt="2021-12-18T12:04:07.172" v="923" actId="338"/>
          <ac:spMkLst>
            <pc:docMk/>
            <pc:sldMk cId="1316161972" sldId="542"/>
            <ac:spMk id="60" creationId="{91303CD3-62FD-4D70-9375-3611F9F11ECC}"/>
          </ac:spMkLst>
        </pc:spChg>
        <pc:spChg chg="mod topLvl">
          <ac:chgData name="Manuj Agrawal" userId="8275e378daeca5b2" providerId="LiveId" clId="{2CDBD468-9682-4E8E-A0E9-8A4D067D4745}" dt="2021-12-18T12:07:57.970" v="968" actId="164"/>
          <ac:spMkLst>
            <pc:docMk/>
            <pc:sldMk cId="1316161972" sldId="542"/>
            <ac:spMk id="64" creationId="{8FDBB07F-92FE-4874-A085-2862B65B52DA}"/>
          </ac:spMkLst>
        </pc:spChg>
        <pc:spChg chg="mod topLvl">
          <ac:chgData name="Manuj Agrawal" userId="8275e378daeca5b2" providerId="LiveId" clId="{2CDBD468-9682-4E8E-A0E9-8A4D067D4745}" dt="2021-12-18T12:04:10.279" v="924" actId="164"/>
          <ac:spMkLst>
            <pc:docMk/>
            <pc:sldMk cId="1316161972" sldId="542"/>
            <ac:spMk id="65" creationId="{B4F605A6-CA08-47F2-B0A6-8FEA14B15CF5}"/>
          </ac:spMkLst>
        </pc:spChg>
        <pc:spChg chg="mod topLvl">
          <ac:chgData name="Manuj Agrawal" userId="8275e378daeca5b2" providerId="LiveId" clId="{2CDBD468-9682-4E8E-A0E9-8A4D067D4745}" dt="2021-12-18T12:07:57.970" v="968" actId="164"/>
          <ac:spMkLst>
            <pc:docMk/>
            <pc:sldMk cId="1316161972" sldId="542"/>
            <ac:spMk id="67" creationId="{94E64F28-29E4-4A49-BA01-D3717058AA3E}"/>
          </ac:spMkLst>
        </pc:spChg>
        <pc:spChg chg="mod topLvl">
          <ac:chgData name="Manuj Agrawal" userId="8275e378daeca5b2" providerId="LiveId" clId="{2CDBD468-9682-4E8E-A0E9-8A4D067D4745}" dt="2021-12-18T12:07:57.970" v="968" actId="164"/>
          <ac:spMkLst>
            <pc:docMk/>
            <pc:sldMk cId="1316161972" sldId="542"/>
            <ac:spMk id="68" creationId="{5BE7B6A3-79F6-470F-89AC-7BA31B7B6379}"/>
          </ac:spMkLst>
        </pc:spChg>
        <pc:spChg chg="mod topLvl">
          <ac:chgData name="Manuj Agrawal" userId="8275e378daeca5b2" providerId="LiveId" clId="{2CDBD468-9682-4E8E-A0E9-8A4D067D4745}" dt="2021-12-18T12:07:57.970" v="968" actId="164"/>
          <ac:spMkLst>
            <pc:docMk/>
            <pc:sldMk cId="1316161972" sldId="542"/>
            <ac:spMk id="69" creationId="{A7E7E804-C497-43D7-88C6-AE98C0F3B89C}"/>
          </ac:spMkLst>
        </pc:spChg>
        <pc:spChg chg="mod topLvl">
          <ac:chgData name="Manuj Agrawal" userId="8275e378daeca5b2" providerId="LiveId" clId="{2CDBD468-9682-4E8E-A0E9-8A4D067D4745}" dt="2021-12-18T12:07:57.970" v="968" actId="164"/>
          <ac:spMkLst>
            <pc:docMk/>
            <pc:sldMk cId="1316161972" sldId="542"/>
            <ac:spMk id="70" creationId="{4E2ED473-7EC3-400B-B8F3-848D7908ED7D}"/>
          </ac:spMkLst>
        </pc:spChg>
        <pc:grpChg chg="del mod topLvl">
          <ac:chgData name="Manuj Agrawal" userId="8275e378daeca5b2" providerId="LiveId" clId="{2CDBD468-9682-4E8E-A0E9-8A4D067D4745}" dt="2021-12-18T12:03:00.171" v="907" actId="165"/>
          <ac:grpSpMkLst>
            <pc:docMk/>
            <pc:sldMk cId="1316161972" sldId="542"/>
            <ac:grpSpMk id="2" creationId="{1ECD27B0-C4CE-4378-A7C5-BC9BF19E0590}"/>
          </ac:grpSpMkLst>
        </pc:grpChg>
        <pc:grpChg chg="add mod">
          <ac:chgData name="Manuj Agrawal" userId="8275e378daeca5b2" providerId="LiveId" clId="{2CDBD468-9682-4E8E-A0E9-8A4D067D4745}" dt="2021-12-18T12:04:07.172" v="923" actId="338"/>
          <ac:grpSpMkLst>
            <pc:docMk/>
            <pc:sldMk cId="1316161972" sldId="542"/>
            <ac:grpSpMk id="3" creationId="{7CFF780C-78E1-4ADB-837E-D3DCE14EDB6E}"/>
          </ac:grpSpMkLst>
        </pc:grpChg>
        <pc:grpChg chg="mod">
          <ac:chgData name="Manuj Agrawal" userId="8275e378daeca5b2" providerId="LiveId" clId="{2CDBD468-9682-4E8E-A0E9-8A4D067D4745}" dt="2021-12-18T12:04:07.172" v="923" actId="338"/>
          <ac:grpSpMkLst>
            <pc:docMk/>
            <pc:sldMk cId="1316161972" sldId="542"/>
            <ac:grpSpMk id="4" creationId="{D7C81A69-5EB6-43CD-B4A4-97343C416588}"/>
          </ac:grpSpMkLst>
        </pc:grpChg>
        <pc:grpChg chg="del mod topLvl">
          <ac:chgData name="Manuj Agrawal" userId="8275e378daeca5b2" providerId="LiveId" clId="{2CDBD468-9682-4E8E-A0E9-8A4D067D4745}" dt="2021-12-18T12:02:52.718" v="904" actId="165"/>
          <ac:grpSpMkLst>
            <pc:docMk/>
            <pc:sldMk cId="1316161972" sldId="542"/>
            <ac:grpSpMk id="5" creationId="{EC02E145-2E12-48A2-8669-BF6459833626}"/>
          </ac:grpSpMkLst>
        </pc:grpChg>
        <pc:grpChg chg="mod">
          <ac:chgData name="Manuj Agrawal" userId="8275e378daeca5b2" providerId="LiveId" clId="{2CDBD468-9682-4E8E-A0E9-8A4D067D4745}" dt="2021-12-18T12:04:07.172" v="923" actId="338"/>
          <ac:grpSpMkLst>
            <pc:docMk/>
            <pc:sldMk cId="1316161972" sldId="542"/>
            <ac:grpSpMk id="6" creationId="{BDC5CFA6-90D6-4AEA-8EBF-DE9437B973CE}"/>
          </ac:grpSpMkLst>
        </pc:grpChg>
        <pc:grpChg chg="del mod topLvl">
          <ac:chgData name="Manuj Agrawal" userId="8275e378daeca5b2" providerId="LiveId" clId="{2CDBD468-9682-4E8E-A0E9-8A4D067D4745}" dt="2021-12-18T12:03:14.138" v="910" actId="165"/>
          <ac:grpSpMkLst>
            <pc:docMk/>
            <pc:sldMk cId="1316161972" sldId="542"/>
            <ac:grpSpMk id="8" creationId="{DE19F8ED-9058-485F-8470-A59F86347A05}"/>
          </ac:grpSpMkLst>
        </pc:grpChg>
        <pc:grpChg chg="del mod topLvl">
          <ac:chgData name="Manuj Agrawal" userId="8275e378daeca5b2" providerId="LiveId" clId="{2CDBD468-9682-4E8E-A0E9-8A4D067D4745}" dt="2021-12-18T12:03:23.240" v="912" actId="165"/>
          <ac:grpSpMkLst>
            <pc:docMk/>
            <pc:sldMk cId="1316161972" sldId="542"/>
            <ac:grpSpMk id="9" creationId="{A541A540-3811-4889-A84E-F36AAC11011C}"/>
          </ac:grpSpMkLst>
        </pc:grpChg>
        <pc:grpChg chg="del mod topLvl">
          <ac:chgData name="Manuj Agrawal" userId="8275e378daeca5b2" providerId="LiveId" clId="{2CDBD468-9682-4E8E-A0E9-8A4D067D4745}" dt="2021-12-18T12:03:05.160" v="908" actId="165"/>
          <ac:grpSpMkLst>
            <pc:docMk/>
            <pc:sldMk cId="1316161972" sldId="542"/>
            <ac:grpSpMk id="10" creationId="{B1A8A54C-4F2A-4320-8BE5-679417688481}"/>
          </ac:grpSpMkLst>
        </pc:grpChg>
        <pc:grpChg chg="mod">
          <ac:chgData name="Manuj Agrawal" userId="8275e378daeca5b2" providerId="LiveId" clId="{2CDBD468-9682-4E8E-A0E9-8A4D067D4745}" dt="2021-12-18T12:04:07.172" v="923" actId="338"/>
          <ac:grpSpMkLst>
            <pc:docMk/>
            <pc:sldMk cId="1316161972" sldId="542"/>
            <ac:grpSpMk id="11" creationId="{05F5CE85-53D3-48EC-A4F8-3EE3B6C58CA1}"/>
          </ac:grpSpMkLst>
        </pc:grpChg>
        <pc:grpChg chg="mod">
          <ac:chgData name="Manuj Agrawal" userId="8275e378daeca5b2" providerId="LiveId" clId="{2CDBD468-9682-4E8E-A0E9-8A4D067D4745}" dt="2021-12-18T12:04:07.172" v="923" actId="338"/>
          <ac:grpSpMkLst>
            <pc:docMk/>
            <pc:sldMk cId="1316161972" sldId="542"/>
            <ac:grpSpMk id="12" creationId="{D566ADC6-F76B-4D8D-87EB-CD98EE87602F}"/>
          </ac:grpSpMkLst>
        </pc:grpChg>
        <pc:grpChg chg="mod">
          <ac:chgData name="Manuj Agrawal" userId="8275e378daeca5b2" providerId="LiveId" clId="{2CDBD468-9682-4E8E-A0E9-8A4D067D4745}" dt="2021-12-18T12:04:07.172" v="923" actId="338"/>
          <ac:grpSpMkLst>
            <pc:docMk/>
            <pc:sldMk cId="1316161972" sldId="542"/>
            <ac:grpSpMk id="13" creationId="{DA734193-B2D6-4442-9618-0123F69107DC}"/>
          </ac:grpSpMkLst>
        </pc:grpChg>
        <pc:grpChg chg="del">
          <ac:chgData name="Manuj Agrawal" userId="8275e378daeca5b2" providerId="LiveId" clId="{2CDBD468-9682-4E8E-A0E9-8A4D067D4745}" dt="2021-12-18T12:02:48.513" v="903" actId="165"/>
          <ac:grpSpMkLst>
            <pc:docMk/>
            <pc:sldMk cId="1316161972" sldId="542"/>
            <ac:grpSpMk id="14" creationId="{402639CC-E24B-49FF-A578-B6C932B4E871}"/>
          </ac:grpSpMkLst>
        </pc:grpChg>
        <pc:grpChg chg="mod">
          <ac:chgData name="Manuj Agrawal" userId="8275e378daeca5b2" providerId="LiveId" clId="{2CDBD468-9682-4E8E-A0E9-8A4D067D4745}" dt="2021-12-18T12:04:07.172" v="923" actId="338"/>
          <ac:grpSpMkLst>
            <pc:docMk/>
            <pc:sldMk cId="1316161972" sldId="542"/>
            <ac:grpSpMk id="15" creationId="{D080491E-1AA4-4ADC-AC05-98599B833F69}"/>
          </ac:grpSpMkLst>
        </pc:grpChg>
        <pc:grpChg chg="add mod">
          <ac:chgData name="Manuj Agrawal" userId="8275e378daeca5b2" providerId="LiveId" clId="{2CDBD468-9682-4E8E-A0E9-8A4D067D4745}" dt="2021-12-18T12:04:07.172" v="923" actId="338"/>
          <ac:grpSpMkLst>
            <pc:docMk/>
            <pc:sldMk cId="1316161972" sldId="542"/>
            <ac:grpSpMk id="16" creationId="{CF546D9A-F7BD-42D3-92CC-C690A0BB9DBE}"/>
          </ac:grpSpMkLst>
        </pc:grpChg>
        <pc:grpChg chg="add mod">
          <ac:chgData name="Manuj Agrawal" userId="8275e378daeca5b2" providerId="LiveId" clId="{2CDBD468-9682-4E8E-A0E9-8A4D067D4745}" dt="2021-12-18T12:08:12.292" v="970" actId="164"/>
          <ac:grpSpMkLst>
            <pc:docMk/>
            <pc:sldMk cId="1316161972" sldId="542"/>
            <ac:grpSpMk id="17" creationId="{0684C6F7-A1C9-4CBA-848D-8B2BE5976375}"/>
          </ac:grpSpMkLst>
        </pc:grpChg>
        <pc:grpChg chg="add mod">
          <ac:chgData name="Manuj Agrawal" userId="8275e378daeca5b2" providerId="LiveId" clId="{2CDBD468-9682-4E8E-A0E9-8A4D067D4745}" dt="2021-12-18T12:08:12.292" v="970" actId="164"/>
          <ac:grpSpMkLst>
            <pc:docMk/>
            <pc:sldMk cId="1316161972" sldId="542"/>
            <ac:grpSpMk id="18" creationId="{55F81264-890E-4C9A-9314-273C5236FE7F}"/>
          </ac:grpSpMkLst>
        </pc:grpChg>
        <pc:grpChg chg="add mod">
          <ac:chgData name="Manuj Agrawal" userId="8275e378daeca5b2" providerId="LiveId" clId="{2CDBD468-9682-4E8E-A0E9-8A4D067D4745}" dt="2021-12-18T12:08:06.154" v="969" actId="1076"/>
          <ac:grpSpMkLst>
            <pc:docMk/>
            <pc:sldMk cId="1316161972" sldId="542"/>
            <ac:grpSpMk id="21" creationId="{89EA864D-0EEF-499D-9E15-34F0142F430C}"/>
          </ac:grpSpMkLst>
        </pc:grpChg>
        <pc:grpChg chg="add mod">
          <ac:chgData name="Manuj Agrawal" userId="8275e378daeca5b2" providerId="LiveId" clId="{2CDBD468-9682-4E8E-A0E9-8A4D067D4745}" dt="2021-12-18T12:08:18.618" v="971" actId="1076"/>
          <ac:grpSpMkLst>
            <pc:docMk/>
            <pc:sldMk cId="1316161972" sldId="542"/>
            <ac:grpSpMk id="22" creationId="{7F954F0B-BE3A-49AB-9C63-88B5CEFAE670}"/>
          </ac:grpSpMkLst>
        </pc:grpChg>
        <pc:grpChg chg="mod topLvl">
          <ac:chgData name="Manuj Agrawal" userId="8275e378daeca5b2" providerId="LiveId" clId="{2CDBD468-9682-4E8E-A0E9-8A4D067D4745}" dt="2021-12-18T12:08:12.292" v="970" actId="164"/>
          <ac:grpSpMkLst>
            <pc:docMk/>
            <pc:sldMk cId="1316161972" sldId="542"/>
            <ac:grpSpMk id="45" creationId="{C8461DAF-B6E6-42FE-B17C-87440967E7AE}"/>
          </ac:grpSpMkLst>
        </pc:grpChg>
        <pc:grpChg chg="del mod topLvl">
          <ac:chgData name="Manuj Agrawal" userId="8275e378daeca5b2" providerId="LiveId" clId="{2CDBD468-9682-4E8E-A0E9-8A4D067D4745}" dt="2021-12-18T12:03:17.727" v="911" actId="165"/>
          <ac:grpSpMkLst>
            <pc:docMk/>
            <pc:sldMk cId="1316161972" sldId="542"/>
            <ac:grpSpMk id="52" creationId="{6C1AD37B-CC96-46B8-B8F5-BA22307D5E6D}"/>
          </ac:grpSpMkLst>
        </pc:grpChg>
        <pc:grpChg chg="del mod topLvl">
          <ac:chgData name="Manuj Agrawal" userId="8275e378daeca5b2" providerId="LiveId" clId="{2CDBD468-9682-4E8E-A0E9-8A4D067D4745}" dt="2021-12-18T12:03:26.767" v="913" actId="165"/>
          <ac:grpSpMkLst>
            <pc:docMk/>
            <pc:sldMk cId="1316161972" sldId="542"/>
            <ac:grpSpMk id="57" creationId="{36ED72E9-4256-48C4-8705-82158A3C8BD4}"/>
          </ac:grpSpMkLst>
        </pc:grpChg>
        <pc:grpChg chg="mod topLvl">
          <ac:chgData name="Manuj Agrawal" userId="8275e378daeca5b2" providerId="LiveId" clId="{2CDBD468-9682-4E8E-A0E9-8A4D067D4745}" dt="2021-12-18T12:08:12.292" v="970" actId="164"/>
          <ac:grpSpMkLst>
            <pc:docMk/>
            <pc:sldMk cId="1316161972" sldId="542"/>
            <ac:grpSpMk id="58" creationId="{1E169A29-D66E-4ADE-8B5E-2F2CE31B6589}"/>
          </ac:grpSpMkLst>
        </pc:grpChg>
        <pc:grpChg chg="del mod topLvl">
          <ac:chgData name="Manuj Agrawal" userId="8275e378daeca5b2" providerId="LiveId" clId="{2CDBD468-9682-4E8E-A0E9-8A4D067D4745}" dt="2021-12-18T12:03:10.285" v="909" actId="165"/>
          <ac:grpSpMkLst>
            <pc:docMk/>
            <pc:sldMk cId="1316161972" sldId="542"/>
            <ac:grpSpMk id="62" creationId="{7765AF18-60DE-46C9-AB3A-0EF8FD0542B4}"/>
          </ac:grpSpMkLst>
        </pc:grpChg>
        <pc:picChg chg="mod topLvl">
          <ac:chgData name="Manuj Agrawal" userId="8275e378daeca5b2" providerId="LiveId" clId="{2CDBD468-9682-4E8E-A0E9-8A4D067D4745}" dt="2021-12-18T12:04:10.279" v="924" actId="164"/>
          <ac:picMkLst>
            <pc:docMk/>
            <pc:sldMk cId="1316161972" sldId="542"/>
            <ac:picMk id="7" creationId="{D0334C73-2D5E-459A-946D-A572A1481B63}"/>
          </ac:picMkLst>
        </pc:picChg>
        <pc:picChg chg="mod">
          <ac:chgData name="Manuj Agrawal" userId="8275e378daeca5b2" providerId="LiveId" clId="{2CDBD468-9682-4E8E-A0E9-8A4D067D4745}" dt="2021-12-18T12:04:07.172" v="923" actId="338"/>
          <ac:picMkLst>
            <pc:docMk/>
            <pc:sldMk cId="1316161972" sldId="542"/>
            <ac:picMk id="47" creationId="{48693A62-9C39-47AE-AEE0-8DA693BDAE19}"/>
          </ac:picMkLst>
        </pc:picChg>
        <pc:picChg chg="mod topLvl">
          <ac:chgData name="Manuj Agrawal" userId="8275e378daeca5b2" providerId="LiveId" clId="{2CDBD468-9682-4E8E-A0E9-8A4D067D4745}" dt="2021-12-18T12:04:27.138" v="927" actId="164"/>
          <ac:picMkLst>
            <pc:docMk/>
            <pc:sldMk cId="1316161972" sldId="542"/>
            <ac:picMk id="55" creationId="{30023E46-B853-4995-9E0B-98ADBB370F7A}"/>
          </ac:picMkLst>
        </pc:picChg>
        <pc:picChg chg="mod">
          <ac:chgData name="Manuj Agrawal" userId="8275e378daeca5b2" providerId="LiveId" clId="{2CDBD468-9682-4E8E-A0E9-8A4D067D4745}" dt="2021-12-18T12:04:07.172" v="923" actId="338"/>
          <ac:picMkLst>
            <pc:docMk/>
            <pc:sldMk cId="1316161972" sldId="542"/>
            <ac:picMk id="61" creationId="{B0513404-43B9-43D7-8153-973AD2A1B52C}"/>
          </ac:picMkLst>
        </pc:picChg>
        <pc:cxnChg chg="add del mod">
          <ac:chgData name="Manuj Agrawal" userId="8275e378daeca5b2" providerId="LiveId" clId="{2CDBD468-9682-4E8E-A0E9-8A4D067D4745}" dt="2021-12-18T12:07:38.749" v="967" actId="478"/>
          <ac:cxnSpMkLst>
            <pc:docMk/>
            <pc:sldMk cId="1316161972" sldId="542"/>
            <ac:cxnSpMk id="20" creationId="{E15FB49A-2F5D-46D5-87FB-657D072D0018}"/>
          </ac:cxnSpMkLst>
        </pc:cxnChg>
      </pc:sldChg>
      <pc:sldChg chg="addSp delSp modSp mod">
        <pc:chgData name="Manuj Agrawal" userId="8275e378daeca5b2" providerId="LiveId" clId="{2CDBD468-9682-4E8E-A0E9-8A4D067D4745}" dt="2021-12-21T11:48:32.560" v="1368" actId="478"/>
        <pc:sldMkLst>
          <pc:docMk/>
          <pc:sldMk cId="477807685" sldId="544"/>
        </pc:sldMkLst>
        <pc:picChg chg="add del mod">
          <ac:chgData name="Manuj Agrawal" userId="8275e378daeca5b2" providerId="LiveId" clId="{2CDBD468-9682-4E8E-A0E9-8A4D067D4745}" dt="2021-12-21T11:48:32.560" v="1368" actId="478"/>
          <ac:picMkLst>
            <pc:docMk/>
            <pc:sldMk cId="477807685" sldId="544"/>
            <ac:picMk id="9" creationId="{0DC23A3A-7D3D-4100-98A9-EE27B02AD08A}"/>
          </ac:picMkLst>
        </pc:picChg>
      </pc:sldChg>
      <pc:sldChg chg="addSp modSp mod">
        <pc:chgData name="Manuj Agrawal" userId="8275e378daeca5b2" providerId="LiveId" clId="{2CDBD468-9682-4E8E-A0E9-8A4D067D4745}" dt="2021-12-21T11:24:11.791" v="1355" actId="1076"/>
        <pc:sldMkLst>
          <pc:docMk/>
          <pc:sldMk cId="1213225221" sldId="546"/>
        </pc:sldMkLst>
        <pc:spChg chg="mod">
          <ac:chgData name="Manuj Agrawal" userId="8275e378daeca5b2" providerId="LiveId" clId="{2CDBD468-9682-4E8E-A0E9-8A4D067D4745}" dt="2021-12-21T11:23:34.080" v="1347" actId="1076"/>
          <ac:spMkLst>
            <pc:docMk/>
            <pc:sldMk cId="1213225221" sldId="546"/>
            <ac:spMk id="12" creationId="{77BB407C-3743-4F18-91B5-B05E45CC47F0}"/>
          </ac:spMkLst>
        </pc:spChg>
        <pc:spChg chg="mod">
          <ac:chgData name="Manuj Agrawal" userId="8275e378daeca5b2" providerId="LiveId" clId="{2CDBD468-9682-4E8E-A0E9-8A4D067D4745}" dt="2021-12-18T12:01:39.521" v="899" actId="1076"/>
          <ac:spMkLst>
            <pc:docMk/>
            <pc:sldMk cId="1213225221" sldId="546"/>
            <ac:spMk id="13" creationId="{3B06627D-B71F-420B-814C-D88D7DA54208}"/>
          </ac:spMkLst>
        </pc:spChg>
        <pc:spChg chg="mod">
          <ac:chgData name="Manuj Agrawal" userId="8275e378daeca5b2" providerId="LiveId" clId="{2CDBD468-9682-4E8E-A0E9-8A4D067D4745}" dt="2021-12-21T11:23:39.295" v="1348" actId="14100"/>
          <ac:spMkLst>
            <pc:docMk/>
            <pc:sldMk cId="1213225221" sldId="546"/>
            <ac:spMk id="17" creationId="{7CB4278A-0FCB-48D5-A981-FAA2F5D21932}"/>
          </ac:spMkLst>
        </pc:spChg>
        <pc:spChg chg="add mod">
          <ac:chgData name="Manuj Agrawal" userId="8275e378daeca5b2" providerId="LiveId" clId="{2CDBD468-9682-4E8E-A0E9-8A4D067D4745}" dt="2021-12-21T11:24:11.791" v="1355" actId="1076"/>
          <ac:spMkLst>
            <pc:docMk/>
            <pc:sldMk cId="1213225221" sldId="546"/>
            <ac:spMk id="23" creationId="{E49E67DB-7E75-40A9-8A71-9AA3176077A1}"/>
          </ac:spMkLst>
        </pc:spChg>
        <pc:picChg chg="mod">
          <ac:chgData name="Manuj Agrawal" userId="8275e378daeca5b2" providerId="LiveId" clId="{2CDBD468-9682-4E8E-A0E9-8A4D067D4745}" dt="2021-12-18T12:01:34.828" v="898" actId="1076"/>
          <ac:picMkLst>
            <pc:docMk/>
            <pc:sldMk cId="1213225221" sldId="546"/>
            <ac:picMk id="7" creationId="{B93FA52B-A39C-41E8-9974-2C8D3CF98C39}"/>
          </ac:picMkLst>
        </pc:picChg>
        <pc:picChg chg="mod">
          <ac:chgData name="Manuj Agrawal" userId="8275e378daeca5b2" providerId="LiveId" clId="{2CDBD468-9682-4E8E-A0E9-8A4D067D4745}" dt="2021-12-21T11:23:09.505" v="1309" actId="1076"/>
          <ac:picMkLst>
            <pc:docMk/>
            <pc:sldMk cId="1213225221" sldId="546"/>
            <ac:picMk id="18" creationId="{E19E244E-9AE3-4E1A-9DF4-7C94B14C1F21}"/>
          </ac:picMkLst>
        </pc:picChg>
      </pc:sldChg>
      <pc:sldChg chg="addSp delSp modSp add del mod">
        <pc:chgData name="Manuj Agrawal" userId="8275e378daeca5b2" providerId="LiveId" clId="{2CDBD468-9682-4E8E-A0E9-8A4D067D4745}" dt="2021-12-18T12:18:40.775" v="1094" actId="47"/>
        <pc:sldMkLst>
          <pc:docMk/>
          <pc:sldMk cId="930509588" sldId="547"/>
        </pc:sldMkLst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2" creationId="{DCE10E9D-7ED0-4E0A-B6DB-B4FB95559EB8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10" creationId="{69AFB34B-4609-4CCB-A053-89F6818C6EB1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11" creationId="{DC9EAA29-BA8F-4D8A-A4B0-7EE13A647F8D}"/>
          </ac:spMkLst>
        </pc:spChg>
        <pc:spChg chg="mod">
          <ac:chgData name="Manuj Agrawal" userId="8275e378daeca5b2" providerId="LiveId" clId="{2CDBD468-9682-4E8E-A0E9-8A4D067D4745}" dt="2021-12-18T09:25:04.301" v="40" actId="14100"/>
          <ac:spMkLst>
            <pc:docMk/>
            <pc:sldMk cId="930509588" sldId="547"/>
            <ac:spMk id="15" creationId="{A031F14A-3CF1-47D5-A774-25EF10AF8BC6}"/>
          </ac:spMkLst>
        </pc:spChg>
        <pc:spChg chg="mod">
          <ac:chgData name="Manuj Agrawal" userId="8275e378daeca5b2" providerId="LiveId" clId="{2CDBD468-9682-4E8E-A0E9-8A4D067D4745}" dt="2021-12-18T09:28:51.516" v="90" actId="14100"/>
          <ac:spMkLst>
            <pc:docMk/>
            <pc:sldMk cId="930509588" sldId="547"/>
            <ac:spMk id="16" creationId="{A5873D64-51DD-4B2F-9B73-DFED3489ABC7}"/>
          </ac:spMkLst>
        </pc:spChg>
        <pc:spChg chg="mod">
          <ac:chgData name="Manuj Agrawal" userId="8275e378daeca5b2" providerId="LiveId" clId="{2CDBD468-9682-4E8E-A0E9-8A4D067D4745}" dt="2021-12-18T10:42:17.986" v="718" actId="1076"/>
          <ac:spMkLst>
            <pc:docMk/>
            <pc:sldMk cId="930509588" sldId="547"/>
            <ac:spMk id="17" creationId="{B5C1152F-7231-435A-B06E-64C56434D480}"/>
          </ac:spMkLst>
        </pc:spChg>
        <pc:spChg chg="mod">
          <ac:chgData name="Manuj Agrawal" userId="8275e378daeca5b2" providerId="LiveId" clId="{2CDBD468-9682-4E8E-A0E9-8A4D067D4745}" dt="2021-12-18T09:25:14.933" v="43" actId="14100"/>
          <ac:spMkLst>
            <pc:docMk/>
            <pc:sldMk cId="930509588" sldId="547"/>
            <ac:spMk id="18" creationId="{4404F841-ABDF-496C-89FD-82282A536C7D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19" creationId="{96B4E7E2-1305-4A9F-B103-AA815DDFEB96}"/>
          </ac:spMkLst>
        </pc:spChg>
        <pc:spChg chg="mod">
          <ac:chgData name="Manuj Agrawal" userId="8275e378daeca5b2" providerId="LiveId" clId="{2CDBD468-9682-4E8E-A0E9-8A4D067D4745}" dt="2021-12-18T09:27:07.886" v="69" actId="1076"/>
          <ac:spMkLst>
            <pc:docMk/>
            <pc:sldMk cId="930509588" sldId="547"/>
            <ac:spMk id="20" creationId="{9163CE2E-4075-43F6-B3C8-6D888F74F0EC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21" creationId="{05EFDBB0-AD6F-4EF8-BD3B-3FA65C0E1323}"/>
          </ac:spMkLst>
        </pc:spChg>
        <pc:spChg chg="mod">
          <ac:chgData name="Manuj Agrawal" userId="8275e378daeca5b2" providerId="LiveId" clId="{2CDBD468-9682-4E8E-A0E9-8A4D067D4745}" dt="2021-12-18T09:25:29.309" v="45" actId="14100"/>
          <ac:spMkLst>
            <pc:docMk/>
            <pc:sldMk cId="930509588" sldId="547"/>
            <ac:spMk id="22" creationId="{CA1D4342-C308-4551-92F4-FDC5E83207C7}"/>
          </ac:spMkLst>
        </pc:spChg>
        <pc:spChg chg="mod">
          <ac:chgData name="Manuj Agrawal" userId="8275e378daeca5b2" providerId="LiveId" clId="{2CDBD468-9682-4E8E-A0E9-8A4D067D4745}" dt="2021-12-18T09:25:37.621" v="47" actId="14100"/>
          <ac:spMkLst>
            <pc:docMk/>
            <pc:sldMk cId="930509588" sldId="547"/>
            <ac:spMk id="26" creationId="{0C072908-626F-4034-9DF6-AB9BDF604F8C}"/>
          </ac:spMkLst>
        </pc:spChg>
        <pc:spChg chg="mod">
          <ac:chgData name="Manuj Agrawal" userId="8275e378daeca5b2" providerId="LiveId" clId="{2CDBD468-9682-4E8E-A0E9-8A4D067D4745}" dt="2021-12-18T09:28:55.972" v="91" actId="14100"/>
          <ac:spMkLst>
            <pc:docMk/>
            <pc:sldMk cId="930509588" sldId="547"/>
            <ac:spMk id="27" creationId="{729A1C33-B914-4645-85C4-3EC88F9F6915}"/>
          </ac:spMkLst>
        </pc:spChg>
        <pc:spChg chg="mod">
          <ac:chgData name="Manuj Agrawal" userId="8275e378daeca5b2" providerId="LiveId" clId="{2CDBD468-9682-4E8E-A0E9-8A4D067D4745}" dt="2021-12-18T10:28:26.568" v="615" actId="14100"/>
          <ac:spMkLst>
            <pc:docMk/>
            <pc:sldMk cId="930509588" sldId="547"/>
            <ac:spMk id="28" creationId="{933DE2C3-D398-4C68-9DD0-3252C1B64626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29" creationId="{4AE5FD80-6163-4A16-AC0B-F20111A1D8A7}"/>
          </ac:spMkLst>
        </pc:spChg>
        <pc:spChg chg="mod">
          <ac:chgData name="Manuj Agrawal" userId="8275e378daeca5b2" providerId="LiveId" clId="{2CDBD468-9682-4E8E-A0E9-8A4D067D4745}" dt="2021-12-18T10:34:18.735" v="662" actId="20577"/>
          <ac:spMkLst>
            <pc:docMk/>
            <pc:sldMk cId="930509588" sldId="547"/>
            <ac:spMk id="30" creationId="{80AA8F74-7FB5-4323-89E0-D7E0027C3B31}"/>
          </ac:spMkLst>
        </pc:spChg>
        <pc:spChg chg="mod">
          <ac:chgData name="Manuj Agrawal" userId="8275e378daeca5b2" providerId="LiveId" clId="{2CDBD468-9682-4E8E-A0E9-8A4D067D4745}" dt="2021-12-18T10:32:38.068" v="642" actId="1076"/>
          <ac:spMkLst>
            <pc:docMk/>
            <pc:sldMk cId="930509588" sldId="547"/>
            <ac:spMk id="31" creationId="{CB885069-920C-44DA-B425-2F7EED2F3917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33" creationId="{94BB5CC6-1E9E-4E22-BBED-9D5D3B6BA515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34" creationId="{AAF0C1A4-78A6-4827-B7FE-FEB289DC72A7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35" creationId="{0562A80B-C64B-437D-8F11-B34DCD8275A9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36" creationId="{BD1F623B-362B-41BB-9030-6E1A6BA5D18C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37" creationId="{11EA0434-1CE9-47E8-9246-CFC05ACF2514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38" creationId="{450716AF-539D-45EA-9D9D-42627778895A}"/>
          </ac:spMkLst>
        </pc:spChg>
        <pc:spChg chg="mod">
          <ac:chgData name="Manuj Agrawal" userId="8275e378daeca5b2" providerId="LiveId" clId="{2CDBD468-9682-4E8E-A0E9-8A4D067D4745}" dt="2021-12-18T10:41:02.752" v="711" actId="14100"/>
          <ac:spMkLst>
            <pc:docMk/>
            <pc:sldMk cId="930509588" sldId="547"/>
            <ac:spMk id="41" creationId="{38FB1961-5E8A-4582-A865-B57597837AA5}"/>
          </ac:spMkLst>
        </pc:spChg>
        <pc:spChg chg="mod">
          <ac:chgData name="Manuj Agrawal" userId="8275e378daeca5b2" providerId="LiveId" clId="{2CDBD468-9682-4E8E-A0E9-8A4D067D4745}" dt="2021-12-18T10:41:13.145" v="714" actId="1076"/>
          <ac:spMkLst>
            <pc:docMk/>
            <pc:sldMk cId="930509588" sldId="547"/>
            <ac:spMk id="42" creationId="{5F2B853A-5A16-4B07-B9B0-A2180EDCD887}"/>
          </ac:spMkLst>
        </pc:spChg>
        <pc:spChg chg="add del mod">
          <ac:chgData name="Manuj Agrawal" userId="8275e378daeca5b2" providerId="LiveId" clId="{2CDBD468-9682-4E8E-A0E9-8A4D067D4745}" dt="2021-12-18T10:36:35.633" v="688" actId="478"/>
          <ac:spMkLst>
            <pc:docMk/>
            <pc:sldMk cId="930509588" sldId="547"/>
            <ac:spMk id="54" creationId="{51686A69-8E6E-45D1-9ABA-AE2000121646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57" creationId="{E909DB23-6196-48F1-A18B-F8272C5CC8D8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58" creationId="{154B9685-D96C-41DD-AC18-A99263BC1A9E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59" creationId="{BF644DC1-1321-4730-8691-4714292229F2}"/>
          </ac:spMkLst>
        </pc:spChg>
        <pc:spChg chg="mod">
          <ac:chgData name="Manuj Agrawal" userId="8275e378daeca5b2" providerId="LiveId" clId="{2CDBD468-9682-4E8E-A0E9-8A4D067D4745}" dt="2021-12-18T10:45:40.142" v="722" actId="14100"/>
          <ac:spMkLst>
            <pc:docMk/>
            <pc:sldMk cId="930509588" sldId="547"/>
            <ac:spMk id="60" creationId="{F22CBE75-6EEB-41C3-9465-6FD154C9E8CC}"/>
          </ac:spMkLst>
        </pc:spChg>
        <pc:spChg chg="mod">
          <ac:chgData name="Manuj Agrawal" userId="8275e378daeca5b2" providerId="LiveId" clId="{2CDBD468-9682-4E8E-A0E9-8A4D067D4745}" dt="2021-12-18T09:30:09.915" v="103" actId="14100"/>
          <ac:spMkLst>
            <pc:docMk/>
            <pc:sldMk cId="930509588" sldId="547"/>
            <ac:spMk id="61" creationId="{3D718D99-3516-497D-B7A3-33034378FB6D}"/>
          </ac:spMkLst>
        </pc:spChg>
        <pc:spChg chg="mod">
          <ac:chgData name="Manuj Agrawal" userId="8275e378daeca5b2" providerId="LiveId" clId="{2CDBD468-9682-4E8E-A0E9-8A4D067D4745}" dt="2021-12-18T09:30:13.948" v="104" actId="14100"/>
          <ac:spMkLst>
            <pc:docMk/>
            <pc:sldMk cId="930509588" sldId="547"/>
            <ac:spMk id="62" creationId="{83407C4E-DA66-43D0-B2CE-87F471319208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69" creationId="{7A1674D3-DD67-46CF-A395-DB3D9E248A3D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70" creationId="{E7422E6C-CB65-4FA4-B173-BE96360B4FA1}"/>
          </ac:spMkLst>
        </pc:spChg>
        <pc:spChg chg="add del mod">
          <ac:chgData name="Manuj Agrawal" userId="8275e378daeca5b2" providerId="LiveId" clId="{2CDBD468-9682-4E8E-A0E9-8A4D067D4745}" dt="2021-12-18T09:30:58.934" v="107" actId="478"/>
          <ac:spMkLst>
            <pc:docMk/>
            <pc:sldMk cId="930509588" sldId="547"/>
            <ac:spMk id="71" creationId="{3E38A009-CFB9-41C5-8D53-D6D6CF5B747A}"/>
          </ac:spMkLst>
        </pc:spChg>
        <pc:spChg chg="add del mod">
          <ac:chgData name="Manuj Agrawal" userId="8275e378daeca5b2" providerId="LiveId" clId="{2CDBD468-9682-4E8E-A0E9-8A4D067D4745}" dt="2021-12-18T09:30:59.643" v="108" actId="478"/>
          <ac:spMkLst>
            <pc:docMk/>
            <pc:sldMk cId="930509588" sldId="547"/>
            <ac:spMk id="72" creationId="{112CD8A4-5CC6-48B4-B1AE-018DD2FDE008}"/>
          </ac:spMkLst>
        </pc:spChg>
        <pc:spChg chg="add del mod">
          <ac:chgData name="Manuj Agrawal" userId="8275e378daeca5b2" providerId="LiveId" clId="{2CDBD468-9682-4E8E-A0E9-8A4D067D4745}" dt="2021-12-18T09:31:00.196" v="109" actId="478"/>
          <ac:spMkLst>
            <pc:docMk/>
            <pc:sldMk cId="930509588" sldId="547"/>
            <ac:spMk id="73" creationId="{A6B6E1C3-4F28-4D96-B67E-ED53BD44F88E}"/>
          </ac:spMkLst>
        </pc:spChg>
        <pc:spChg chg="add del mod">
          <ac:chgData name="Manuj Agrawal" userId="8275e378daeca5b2" providerId="LiveId" clId="{2CDBD468-9682-4E8E-A0E9-8A4D067D4745}" dt="2021-12-18T09:31:00.979" v="110" actId="478"/>
          <ac:spMkLst>
            <pc:docMk/>
            <pc:sldMk cId="930509588" sldId="547"/>
            <ac:spMk id="74" creationId="{1190AEEB-6E6F-4FA8-9E77-56DB359CAEC7}"/>
          </ac:spMkLst>
        </pc:spChg>
        <pc:spChg chg="add del mod">
          <ac:chgData name="Manuj Agrawal" userId="8275e378daeca5b2" providerId="LiveId" clId="{2CDBD468-9682-4E8E-A0E9-8A4D067D4745}" dt="2021-12-18T09:31:01.611" v="111" actId="478"/>
          <ac:spMkLst>
            <pc:docMk/>
            <pc:sldMk cId="930509588" sldId="547"/>
            <ac:spMk id="75" creationId="{BA333468-37CB-4474-A17D-B379A36DA865}"/>
          </ac:spMkLst>
        </pc:spChg>
        <pc:spChg chg="mod">
          <ac:chgData name="Manuj Agrawal" userId="8275e378daeca5b2" providerId="LiveId" clId="{2CDBD468-9682-4E8E-A0E9-8A4D067D4745}" dt="2021-12-18T09:28:09.267" v="83"/>
          <ac:spMkLst>
            <pc:docMk/>
            <pc:sldMk cId="930509588" sldId="547"/>
            <ac:spMk id="77" creationId="{78518BE9-5F2D-416A-A86B-660C2F95B9A2}"/>
          </ac:spMkLst>
        </pc:spChg>
        <pc:spChg chg="mod">
          <ac:chgData name="Manuj Agrawal" userId="8275e378daeca5b2" providerId="LiveId" clId="{2CDBD468-9682-4E8E-A0E9-8A4D067D4745}" dt="2021-12-18T09:33:42.795" v="130" actId="1076"/>
          <ac:spMkLst>
            <pc:docMk/>
            <pc:sldMk cId="930509588" sldId="547"/>
            <ac:spMk id="78" creationId="{955BE162-2306-4A8C-A27C-E81B500A0939}"/>
          </ac:spMkLst>
        </pc:spChg>
        <pc:spChg chg="mod">
          <ac:chgData name="Manuj Agrawal" userId="8275e378daeca5b2" providerId="LiveId" clId="{2CDBD468-9682-4E8E-A0E9-8A4D067D4745}" dt="2021-12-18T09:28:09.267" v="83"/>
          <ac:spMkLst>
            <pc:docMk/>
            <pc:sldMk cId="930509588" sldId="547"/>
            <ac:spMk id="79" creationId="{B8884D0F-C463-4397-8679-A5CEF2B08FA0}"/>
          </ac:spMkLst>
        </pc:spChg>
        <pc:spChg chg="mod">
          <ac:chgData name="Manuj Agrawal" userId="8275e378daeca5b2" providerId="LiveId" clId="{2CDBD468-9682-4E8E-A0E9-8A4D067D4745}" dt="2021-12-18T09:28:09.267" v="83"/>
          <ac:spMkLst>
            <pc:docMk/>
            <pc:sldMk cId="930509588" sldId="547"/>
            <ac:spMk id="80" creationId="{4EFD03B7-FD38-4EF0-9408-6C81E231B8B4}"/>
          </ac:spMkLst>
        </pc:spChg>
        <pc:spChg chg="mod">
          <ac:chgData name="Manuj Agrawal" userId="8275e378daeca5b2" providerId="LiveId" clId="{2CDBD468-9682-4E8E-A0E9-8A4D067D4745}" dt="2021-12-18T09:28:09.267" v="83"/>
          <ac:spMkLst>
            <pc:docMk/>
            <pc:sldMk cId="930509588" sldId="547"/>
            <ac:spMk id="81" creationId="{AA4390AF-F39F-4719-8A75-A2AA16534293}"/>
          </ac:spMkLst>
        </pc:spChg>
        <pc:spChg chg="mod">
          <ac:chgData name="Manuj Agrawal" userId="8275e378daeca5b2" providerId="LiveId" clId="{2CDBD468-9682-4E8E-A0E9-8A4D067D4745}" dt="2021-12-18T09:28:09.267" v="83"/>
          <ac:spMkLst>
            <pc:docMk/>
            <pc:sldMk cId="930509588" sldId="547"/>
            <ac:spMk id="82" creationId="{0BAAF785-1F8C-4512-ABE7-8ADE464FB52E}"/>
          </ac:spMkLst>
        </pc:spChg>
        <pc:spChg chg="mod">
          <ac:chgData name="Manuj Agrawal" userId="8275e378daeca5b2" providerId="LiveId" clId="{2CDBD468-9682-4E8E-A0E9-8A4D067D4745}" dt="2021-12-18T09:28:09.267" v="83"/>
          <ac:spMkLst>
            <pc:docMk/>
            <pc:sldMk cId="930509588" sldId="547"/>
            <ac:spMk id="83" creationId="{D4431E4F-7D34-4BD2-89CE-FF82BF3A178F}"/>
          </ac:spMkLst>
        </pc:spChg>
        <pc:spChg chg="add del mod">
          <ac:chgData name="Manuj Agrawal" userId="8275e378daeca5b2" providerId="LiveId" clId="{2CDBD468-9682-4E8E-A0E9-8A4D067D4745}" dt="2021-12-18T09:31:02.267" v="112" actId="478"/>
          <ac:spMkLst>
            <pc:docMk/>
            <pc:sldMk cId="930509588" sldId="547"/>
            <ac:spMk id="84" creationId="{357BDD0A-C006-4C25-9095-DC9101FDA2D8}"/>
          </ac:spMkLst>
        </pc:spChg>
        <pc:spChg chg="add mod">
          <ac:chgData name="Manuj Agrawal" userId="8275e378daeca5b2" providerId="LiveId" clId="{2CDBD468-9682-4E8E-A0E9-8A4D067D4745}" dt="2021-12-18T09:46:36.252" v="226" actId="164"/>
          <ac:spMkLst>
            <pc:docMk/>
            <pc:sldMk cId="930509588" sldId="547"/>
            <ac:spMk id="85" creationId="{181B0F30-C23E-4FE9-A2CC-8BEACF8921C7}"/>
          </ac:spMkLst>
        </pc:spChg>
        <pc:spChg chg="mod">
          <ac:chgData name="Manuj Agrawal" userId="8275e378daeca5b2" providerId="LiveId" clId="{2CDBD468-9682-4E8E-A0E9-8A4D067D4745}" dt="2021-12-18T09:32:59.715" v="121" actId="1076"/>
          <ac:spMkLst>
            <pc:docMk/>
            <pc:sldMk cId="930509588" sldId="547"/>
            <ac:spMk id="86" creationId="{70B59444-6D78-491B-A463-01A9C6ED70B5}"/>
          </ac:spMkLst>
        </pc:spChg>
        <pc:spChg chg="mod">
          <ac:chgData name="Manuj Agrawal" userId="8275e378daeca5b2" providerId="LiveId" clId="{2CDBD468-9682-4E8E-A0E9-8A4D067D4745}" dt="2021-12-18T10:51:10.515" v="757" actId="113"/>
          <ac:spMkLst>
            <pc:docMk/>
            <pc:sldMk cId="930509588" sldId="547"/>
            <ac:spMk id="87" creationId="{91933716-805D-4E53-8BD2-80ED19DCCFA3}"/>
          </ac:spMkLst>
        </pc:spChg>
        <pc:spChg chg="mod">
          <ac:chgData name="Manuj Agrawal" userId="8275e378daeca5b2" providerId="LiveId" clId="{2CDBD468-9682-4E8E-A0E9-8A4D067D4745}" dt="2021-12-18T09:33:40.652" v="129" actId="1076"/>
          <ac:spMkLst>
            <pc:docMk/>
            <pc:sldMk cId="930509588" sldId="547"/>
            <ac:spMk id="88" creationId="{4FEC8A4C-9AF1-4DD6-B97F-7FEE0D9FCD89}"/>
          </ac:spMkLst>
        </pc:spChg>
        <pc:spChg chg="add mod">
          <ac:chgData name="Manuj Agrawal" userId="8275e378daeca5b2" providerId="LiveId" clId="{2CDBD468-9682-4E8E-A0E9-8A4D067D4745}" dt="2021-12-18T09:46:36.252" v="226" actId="164"/>
          <ac:spMkLst>
            <pc:docMk/>
            <pc:sldMk cId="930509588" sldId="547"/>
            <ac:spMk id="89" creationId="{0BA009BF-C5E2-4229-8FF4-BF7F7F440067}"/>
          </ac:spMkLst>
        </pc:spChg>
        <pc:spChg chg="add mod">
          <ac:chgData name="Manuj Agrawal" userId="8275e378daeca5b2" providerId="LiveId" clId="{2CDBD468-9682-4E8E-A0E9-8A4D067D4745}" dt="2021-12-18T09:46:36.252" v="226" actId="164"/>
          <ac:spMkLst>
            <pc:docMk/>
            <pc:sldMk cId="930509588" sldId="547"/>
            <ac:spMk id="90" creationId="{2D543414-125C-4350-9ADB-BAAEAE300B54}"/>
          </ac:spMkLst>
        </pc:spChg>
        <pc:spChg chg="add mod">
          <ac:chgData name="Manuj Agrawal" userId="8275e378daeca5b2" providerId="LiveId" clId="{2CDBD468-9682-4E8E-A0E9-8A4D067D4745}" dt="2021-12-18T09:46:36.252" v="226" actId="164"/>
          <ac:spMkLst>
            <pc:docMk/>
            <pc:sldMk cId="930509588" sldId="547"/>
            <ac:spMk id="91" creationId="{26A84BBD-126C-41F0-AA3C-8243B946D6CA}"/>
          </ac:spMkLst>
        </pc:spChg>
        <pc:spChg chg="add del mod">
          <ac:chgData name="Manuj Agrawal" userId="8275e378daeca5b2" providerId="LiveId" clId="{2CDBD468-9682-4E8E-A0E9-8A4D067D4745}" dt="2021-12-18T09:43:55.169" v="199" actId="478"/>
          <ac:spMkLst>
            <pc:docMk/>
            <pc:sldMk cId="930509588" sldId="547"/>
            <ac:spMk id="92" creationId="{14333BE9-34DF-4363-B393-2A9003876C24}"/>
          </ac:spMkLst>
        </pc:spChg>
        <pc:spChg chg="add mod">
          <ac:chgData name="Manuj Agrawal" userId="8275e378daeca5b2" providerId="LiveId" clId="{2CDBD468-9682-4E8E-A0E9-8A4D067D4745}" dt="2021-12-18T09:46:36.252" v="226" actId="164"/>
          <ac:spMkLst>
            <pc:docMk/>
            <pc:sldMk cId="930509588" sldId="547"/>
            <ac:spMk id="93" creationId="{AEEFEE22-464B-4058-8FB3-D1BF62D3F2EA}"/>
          </ac:spMkLst>
        </pc:spChg>
        <pc:spChg chg="add mod">
          <ac:chgData name="Manuj Agrawal" userId="8275e378daeca5b2" providerId="LiveId" clId="{2CDBD468-9682-4E8E-A0E9-8A4D067D4745}" dt="2021-12-18T09:46:36.252" v="226" actId="164"/>
          <ac:spMkLst>
            <pc:docMk/>
            <pc:sldMk cId="930509588" sldId="547"/>
            <ac:spMk id="94" creationId="{3E0F95A8-DA97-4587-AABD-FD566F6A1BD8}"/>
          </ac:spMkLst>
        </pc:spChg>
        <pc:spChg chg="add mod">
          <ac:chgData name="Manuj Agrawal" userId="8275e378daeca5b2" providerId="LiveId" clId="{2CDBD468-9682-4E8E-A0E9-8A4D067D4745}" dt="2021-12-18T09:46:36.252" v="226" actId="164"/>
          <ac:spMkLst>
            <pc:docMk/>
            <pc:sldMk cId="930509588" sldId="547"/>
            <ac:spMk id="95" creationId="{27A0C7C7-E6AD-4AFB-90E9-FC94E5B81920}"/>
          </ac:spMkLst>
        </pc:spChg>
        <pc:spChg chg="mod">
          <ac:chgData name="Manuj Agrawal" userId="8275e378daeca5b2" providerId="LiveId" clId="{2CDBD468-9682-4E8E-A0E9-8A4D067D4745}" dt="2021-12-18T10:01:14.136" v="559" actId="403"/>
          <ac:spMkLst>
            <pc:docMk/>
            <pc:sldMk cId="930509588" sldId="547"/>
            <ac:spMk id="98" creationId="{7EA1D2DC-9F17-4673-A1BE-8615FDE3129A}"/>
          </ac:spMkLst>
        </pc:spChg>
        <pc:spChg chg="mod">
          <ac:chgData name="Manuj Agrawal" userId="8275e378daeca5b2" providerId="LiveId" clId="{2CDBD468-9682-4E8E-A0E9-8A4D067D4745}" dt="2021-12-18T10:01:14.136" v="559" actId="403"/>
          <ac:spMkLst>
            <pc:docMk/>
            <pc:sldMk cId="930509588" sldId="547"/>
            <ac:spMk id="99" creationId="{9C6C47C1-ED8C-4E0C-AFC6-50BA8CFD5C2E}"/>
          </ac:spMkLst>
        </pc:spChg>
        <pc:spChg chg="mod">
          <ac:chgData name="Manuj Agrawal" userId="8275e378daeca5b2" providerId="LiveId" clId="{2CDBD468-9682-4E8E-A0E9-8A4D067D4745}" dt="2021-12-18T10:01:14.136" v="559" actId="403"/>
          <ac:spMkLst>
            <pc:docMk/>
            <pc:sldMk cId="930509588" sldId="547"/>
            <ac:spMk id="100" creationId="{7D365C99-9E73-454C-ADCB-08BE54F001EF}"/>
          </ac:spMkLst>
        </pc:spChg>
        <pc:spChg chg="mod">
          <ac:chgData name="Manuj Agrawal" userId="8275e378daeca5b2" providerId="LiveId" clId="{2CDBD468-9682-4E8E-A0E9-8A4D067D4745}" dt="2021-12-18T10:01:14.136" v="559" actId="403"/>
          <ac:spMkLst>
            <pc:docMk/>
            <pc:sldMk cId="930509588" sldId="547"/>
            <ac:spMk id="101" creationId="{371B804B-4ED9-41EE-BB42-489850EA214B}"/>
          </ac:spMkLst>
        </pc:spChg>
        <pc:spChg chg="mod">
          <ac:chgData name="Manuj Agrawal" userId="8275e378daeca5b2" providerId="LiveId" clId="{2CDBD468-9682-4E8E-A0E9-8A4D067D4745}" dt="2021-12-18T10:01:14.136" v="559" actId="403"/>
          <ac:spMkLst>
            <pc:docMk/>
            <pc:sldMk cId="930509588" sldId="547"/>
            <ac:spMk id="102" creationId="{4E0DB90C-157A-45A1-8AB8-9C14EE7AC34A}"/>
          </ac:spMkLst>
        </pc:spChg>
        <pc:spChg chg="mod">
          <ac:chgData name="Manuj Agrawal" userId="8275e378daeca5b2" providerId="LiveId" clId="{2CDBD468-9682-4E8E-A0E9-8A4D067D4745}" dt="2021-12-18T10:01:14.136" v="559" actId="403"/>
          <ac:spMkLst>
            <pc:docMk/>
            <pc:sldMk cId="930509588" sldId="547"/>
            <ac:spMk id="103" creationId="{0C968CE9-3072-4602-AF54-0168DB78DFC0}"/>
          </ac:spMkLst>
        </pc:spChg>
        <pc:spChg chg="mod">
          <ac:chgData name="Manuj Agrawal" userId="8275e378daeca5b2" providerId="LiveId" clId="{2CDBD468-9682-4E8E-A0E9-8A4D067D4745}" dt="2021-12-18T10:01:14.136" v="559" actId="403"/>
          <ac:spMkLst>
            <pc:docMk/>
            <pc:sldMk cId="930509588" sldId="547"/>
            <ac:spMk id="104" creationId="{698BD86E-52FB-47AB-ABE3-D93CC26D8CA9}"/>
          </ac:spMkLst>
        </pc:spChg>
        <pc:spChg chg="mod topLvl">
          <ac:chgData name="Manuj Agrawal" userId="8275e378daeca5b2" providerId="LiveId" clId="{2CDBD468-9682-4E8E-A0E9-8A4D067D4745}" dt="2021-12-18T09:41:30.002" v="133" actId="1076"/>
          <ac:spMkLst>
            <pc:docMk/>
            <pc:sldMk cId="930509588" sldId="547"/>
            <ac:spMk id="112" creationId="{F1EB2AD8-3804-4E69-841A-A9B5DA8805B7}"/>
          </ac:spMkLst>
        </pc:spChg>
        <pc:spChg chg="mod">
          <ac:chgData name="Manuj Agrawal" userId="8275e378daeca5b2" providerId="LiveId" clId="{2CDBD468-9682-4E8E-A0E9-8A4D067D4745}" dt="2021-12-18T09:33:05.563" v="122" actId="1076"/>
          <ac:spMkLst>
            <pc:docMk/>
            <pc:sldMk cId="930509588" sldId="547"/>
            <ac:spMk id="113" creationId="{F31FF402-FD1F-4F2D-B362-DD72A5075B18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114" creationId="{B89B8139-51E2-4F02-880C-BBB07909C208}"/>
          </ac:spMkLst>
        </pc:spChg>
        <pc:spChg chg="mod">
          <ac:chgData name="Manuj Agrawal" userId="8275e378daeca5b2" providerId="LiveId" clId="{2CDBD468-9682-4E8E-A0E9-8A4D067D4745}" dt="2021-12-18T09:25:21.204" v="44" actId="1076"/>
          <ac:spMkLst>
            <pc:docMk/>
            <pc:sldMk cId="930509588" sldId="547"/>
            <ac:spMk id="115" creationId="{59355AD8-61C7-4445-95E3-E542CEE48A2D}"/>
          </ac:spMkLst>
        </pc:spChg>
        <pc:spChg chg="mod">
          <ac:chgData name="Manuj Agrawal" userId="8275e378daeca5b2" providerId="LiveId" clId="{2CDBD468-9682-4E8E-A0E9-8A4D067D4745}" dt="2021-12-18T09:41:26.673" v="132" actId="1076"/>
          <ac:spMkLst>
            <pc:docMk/>
            <pc:sldMk cId="930509588" sldId="547"/>
            <ac:spMk id="116" creationId="{5432D211-0C48-411A-B158-6D880723758E}"/>
          </ac:spMkLst>
        </pc:spChg>
        <pc:spChg chg="mod">
          <ac:chgData name="Manuj Agrawal" userId="8275e378daeca5b2" providerId="LiveId" clId="{2CDBD468-9682-4E8E-A0E9-8A4D067D4745}" dt="2021-12-18T09:41:36.075" v="134" actId="1076"/>
          <ac:spMkLst>
            <pc:docMk/>
            <pc:sldMk cId="930509588" sldId="547"/>
            <ac:spMk id="118" creationId="{E0814B54-406D-4660-944A-1E60042D1B47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119" creationId="{A39A4E37-DBBE-4F71-8648-4FB4CFCF831C}"/>
          </ac:spMkLst>
        </pc:spChg>
        <pc:spChg chg="mod">
          <ac:chgData name="Manuj Agrawal" userId="8275e378daeca5b2" providerId="LiveId" clId="{2CDBD468-9682-4E8E-A0E9-8A4D067D4745}" dt="2021-12-18T10:51:06.315" v="756" actId="113"/>
          <ac:spMkLst>
            <pc:docMk/>
            <pc:sldMk cId="930509588" sldId="547"/>
            <ac:spMk id="120" creationId="{84EB1176-F8D8-4621-B9F1-855FFDA9EA6C}"/>
          </ac:spMkLst>
        </pc:spChg>
        <pc:spChg chg="mod">
          <ac:chgData name="Manuj Agrawal" userId="8275e378daeca5b2" providerId="LiveId" clId="{2CDBD468-9682-4E8E-A0E9-8A4D067D4745}" dt="2021-12-18T09:33:45.571" v="131" actId="1076"/>
          <ac:spMkLst>
            <pc:docMk/>
            <pc:sldMk cId="930509588" sldId="547"/>
            <ac:spMk id="121" creationId="{B2E38780-5259-4058-BD3E-5328DEF3A944}"/>
          </ac:spMkLst>
        </pc:spChg>
        <pc:spChg chg="mod">
          <ac:chgData name="Manuj Agrawal" userId="8275e378daeca5b2" providerId="LiveId" clId="{2CDBD468-9682-4E8E-A0E9-8A4D067D4745}" dt="2021-12-18T09:29:32.484" v="99" actId="14100"/>
          <ac:spMkLst>
            <pc:docMk/>
            <pc:sldMk cId="930509588" sldId="547"/>
            <ac:spMk id="123" creationId="{DC4A19F5-C0B3-428C-8C0F-DA72687ECE51}"/>
          </ac:spMkLst>
        </pc:spChg>
        <pc:spChg chg="mod">
          <ac:chgData name="Manuj Agrawal" userId="8275e378daeca5b2" providerId="LiveId" clId="{2CDBD468-9682-4E8E-A0E9-8A4D067D4745}" dt="2021-12-18T09:29:17.100" v="95" actId="14100"/>
          <ac:spMkLst>
            <pc:docMk/>
            <pc:sldMk cId="930509588" sldId="547"/>
            <ac:spMk id="124" creationId="{6A803AC6-9519-40A3-AD3C-9B68A5049758}"/>
          </ac:spMkLst>
        </pc:spChg>
        <pc:spChg chg="mod">
          <ac:chgData name="Manuj Agrawal" userId="8275e378daeca5b2" providerId="LiveId" clId="{2CDBD468-9682-4E8E-A0E9-8A4D067D4745}" dt="2021-12-18T09:29:21.780" v="96" actId="14100"/>
          <ac:spMkLst>
            <pc:docMk/>
            <pc:sldMk cId="930509588" sldId="547"/>
            <ac:spMk id="125" creationId="{489EDD8D-0F66-41A7-89C4-666AA8BF8495}"/>
          </ac:spMkLst>
        </pc:spChg>
        <pc:spChg chg="mod">
          <ac:chgData name="Manuj Agrawal" userId="8275e378daeca5b2" providerId="LiveId" clId="{2CDBD468-9682-4E8E-A0E9-8A4D067D4745}" dt="2021-12-18T10:33:18.071" v="651" actId="20577"/>
          <ac:spMkLst>
            <pc:docMk/>
            <pc:sldMk cId="930509588" sldId="547"/>
            <ac:spMk id="126" creationId="{8CE4B644-5A84-4F60-9551-F8432C91D156}"/>
          </ac:spMkLst>
        </pc:spChg>
        <pc:spChg chg="mod">
          <ac:chgData name="Manuj Agrawal" userId="8275e378daeca5b2" providerId="LiveId" clId="{2CDBD468-9682-4E8E-A0E9-8A4D067D4745}" dt="2021-12-18T10:51:43.915" v="758" actId="1076"/>
          <ac:spMkLst>
            <pc:docMk/>
            <pc:sldMk cId="930509588" sldId="547"/>
            <ac:spMk id="127" creationId="{DF3368CD-7593-46FB-A4CB-BB07FA2AD6B4}"/>
          </ac:spMkLst>
        </pc:spChg>
        <pc:spChg chg="mod">
          <ac:chgData name="Manuj Agrawal" userId="8275e378daeca5b2" providerId="LiveId" clId="{2CDBD468-9682-4E8E-A0E9-8A4D067D4745}" dt="2021-12-18T09:33:38.419" v="128" actId="1076"/>
          <ac:spMkLst>
            <pc:docMk/>
            <pc:sldMk cId="930509588" sldId="547"/>
            <ac:spMk id="129" creationId="{B51C8A79-99DB-4B10-8656-1B49F26EAEA8}"/>
          </ac:spMkLst>
        </pc:spChg>
        <pc:spChg chg="add del mod">
          <ac:chgData name="Manuj Agrawal" userId="8275e378daeca5b2" providerId="LiveId" clId="{2CDBD468-9682-4E8E-A0E9-8A4D067D4745}" dt="2021-12-18T10:36:36.717" v="689" actId="478"/>
          <ac:spMkLst>
            <pc:docMk/>
            <pc:sldMk cId="930509588" sldId="547"/>
            <ac:spMk id="131" creationId="{0C783AD8-96B1-4B7E-9E46-B7BE497CBCAA}"/>
          </ac:spMkLst>
        </pc:spChg>
        <pc:spChg chg="add del mod">
          <ac:chgData name="Manuj Agrawal" userId="8275e378daeca5b2" providerId="LiveId" clId="{2CDBD468-9682-4E8E-A0E9-8A4D067D4745}" dt="2021-12-18T10:36:37.606" v="690" actId="478"/>
          <ac:spMkLst>
            <pc:docMk/>
            <pc:sldMk cId="930509588" sldId="547"/>
            <ac:spMk id="132" creationId="{530F421D-327B-4160-A21A-E6A4613119E5}"/>
          </ac:spMkLst>
        </pc:spChg>
        <pc:spChg chg="add del mod">
          <ac:chgData name="Manuj Agrawal" userId="8275e378daeca5b2" providerId="LiveId" clId="{2CDBD468-9682-4E8E-A0E9-8A4D067D4745}" dt="2021-12-18T10:36:38.193" v="691" actId="478"/>
          <ac:spMkLst>
            <pc:docMk/>
            <pc:sldMk cId="930509588" sldId="547"/>
            <ac:spMk id="133" creationId="{F10BA332-76CB-483E-BD77-BBA34600D7FA}"/>
          </ac:spMkLst>
        </pc:spChg>
        <pc:spChg chg="add del mod">
          <ac:chgData name="Manuj Agrawal" userId="8275e378daeca5b2" providerId="LiveId" clId="{2CDBD468-9682-4E8E-A0E9-8A4D067D4745}" dt="2021-12-18T10:36:39.266" v="692" actId="478"/>
          <ac:spMkLst>
            <pc:docMk/>
            <pc:sldMk cId="930509588" sldId="547"/>
            <ac:spMk id="134" creationId="{C0D20905-74E9-4E5D-87ED-DF0FCD3A5B1C}"/>
          </ac:spMkLst>
        </pc:spChg>
        <pc:spChg chg="add del mod">
          <ac:chgData name="Manuj Agrawal" userId="8275e378daeca5b2" providerId="LiveId" clId="{2CDBD468-9682-4E8E-A0E9-8A4D067D4745}" dt="2021-12-18T10:36:40.538" v="693" actId="478"/>
          <ac:spMkLst>
            <pc:docMk/>
            <pc:sldMk cId="930509588" sldId="547"/>
            <ac:spMk id="135" creationId="{CF575510-F107-46F5-9F9C-508D9D23A681}"/>
          </ac:spMkLst>
        </pc:spChg>
        <pc:spChg chg="add del mod">
          <ac:chgData name="Manuj Agrawal" userId="8275e378daeca5b2" providerId="LiveId" clId="{2CDBD468-9682-4E8E-A0E9-8A4D067D4745}" dt="2021-12-18T10:36:41.049" v="694" actId="478"/>
          <ac:spMkLst>
            <pc:docMk/>
            <pc:sldMk cId="930509588" sldId="547"/>
            <ac:spMk id="136" creationId="{72D072C9-DDA6-4E05-A2E5-49AC92444C37}"/>
          </ac:spMkLst>
        </pc:spChg>
        <pc:spChg chg="add del mod">
          <ac:chgData name="Manuj Agrawal" userId="8275e378daeca5b2" providerId="LiveId" clId="{2CDBD468-9682-4E8E-A0E9-8A4D067D4745}" dt="2021-12-18T12:08:50.386" v="972" actId="478"/>
          <ac:spMkLst>
            <pc:docMk/>
            <pc:sldMk cId="930509588" sldId="547"/>
            <ac:spMk id="137" creationId="{4F5B893E-6421-4070-9E38-59F396725BAB}"/>
          </ac:spMkLst>
        </pc:spChg>
        <pc:spChg chg="add del mod">
          <ac:chgData name="Manuj Agrawal" userId="8275e378daeca5b2" providerId="LiveId" clId="{2CDBD468-9682-4E8E-A0E9-8A4D067D4745}" dt="2021-12-18T12:08:51.298" v="973" actId="478"/>
          <ac:spMkLst>
            <pc:docMk/>
            <pc:sldMk cId="930509588" sldId="547"/>
            <ac:spMk id="138" creationId="{CDB8F3EC-CF4E-4F5E-85CD-9F11EE84421E}"/>
          </ac:spMkLst>
        </pc:spChg>
        <pc:spChg chg="add del mod">
          <ac:chgData name="Manuj Agrawal" userId="8275e378daeca5b2" providerId="LiveId" clId="{2CDBD468-9682-4E8E-A0E9-8A4D067D4745}" dt="2021-12-18T10:36:17.768" v="685" actId="478"/>
          <ac:spMkLst>
            <pc:docMk/>
            <pc:sldMk cId="930509588" sldId="547"/>
            <ac:spMk id="139" creationId="{8C95B9B4-A0CD-4BDA-9FE6-A4B9ADF40616}"/>
          </ac:spMkLst>
        </pc:spChg>
        <pc:spChg chg="add del mod">
          <ac:chgData name="Manuj Agrawal" userId="8275e378daeca5b2" providerId="LiveId" clId="{2CDBD468-9682-4E8E-A0E9-8A4D067D4745}" dt="2021-12-18T12:08:52.194" v="974" actId="478"/>
          <ac:spMkLst>
            <pc:docMk/>
            <pc:sldMk cId="930509588" sldId="547"/>
            <ac:spMk id="140" creationId="{01831A91-1F45-4C28-BD23-600DE10AF725}"/>
          </ac:spMkLst>
        </pc:spChg>
        <pc:spChg chg="add del mod">
          <ac:chgData name="Manuj Agrawal" userId="8275e378daeca5b2" providerId="LiveId" clId="{2CDBD468-9682-4E8E-A0E9-8A4D067D4745}" dt="2021-12-18T12:08:53.498" v="975" actId="478"/>
          <ac:spMkLst>
            <pc:docMk/>
            <pc:sldMk cId="930509588" sldId="547"/>
            <ac:spMk id="141" creationId="{B4BCB9DA-74B0-4C95-ADBD-D0E33AA935DD}"/>
          </ac:spMkLst>
        </pc:spChg>
        <pc:spChg chg="add del mod">
          <ac:chgData name="Manuj Agrawal" userId="8275e378daeca5b2" providerId="LiveId" clId="{2CDBD468-9682-4E8E-A0E9-8A4D067D4745}" dt="2021-12-18T12:08:54.330" v="976" actId="478"/>
          <ac:spMkLst>
            <pc:docMk/>
            <pc:sldMk cId="930509588" sldId="547"/>
            <ac:spMk id="142" creationId="{33F71DB1-EC18-4CA1-BB9E-852573752BF4}"/>
          </ac:spMkLst>
        </pc:spChg>
        <pc:spChg chg="add del mod">
          <ac:chgData name="Manuj Agrawal" userId="8275e378daeca5b2" providerId="LiveId" clId="{2CDBD468-9682-4E8E-A0E9-8A4D067D4745}" dt="2021-12-18T12:08:55.546" v="977" actId="478"/>
          <ac:spMkLst>
            <pc:docMk/>
            <pc:sldMk cId="930509588" sldId="547"/>
            <ac:spMk id="143" creationId="{C38A4A03-54BA-42E3-A6EF-E7D9798767B0}"/>
          </ac:spMkLst>
        </pc:spChg>
        <pc:spChg chg="add del mod">
          <ac:chgData name="Manuj Agrawal" userId="8275e378daeca5b2" providerId="LiveId" clId="{2CDBD468-9682-4E8E-A0E9-8A4D067D4745}" dt="2021-12-18T12:08:56.418" v="978" actId="478"/>
          <ac:spMkLst>
            <pc:docMk/>
            <pc:sldMk cId="930509588" sldId="547"/>
            <ac:spMk id="144" creationId="{ECCAC7EB-7B75-4AA6-AF95-CF32DE6C8AA1}"/>
          </ac:spMkLst>
        </pc:spChg>
        <pc:spChg chg="add del mod">
          <ac:chgData name="Manuj Agrawal" userId="8275e378daeca5b2" providerId="LiveId" clId="{2CDBD468-9682-4E8E-A0E9-8A4D067D4745}" dt="2021-12-18T10:47:36.049" v="745" actId="478"/>
          <ac:spMkLst>
            <pc:docMk/>
            <pc:sldMk cId="930509588" sldId="547"/>
            <ac:spMk id="145" creationId="{3AABD000-AB3F-46AD-B177-9FE18EC4870C}"/>
          </ac:spMkLst>
        </pc:spChg>
        <pc:spChg chg="add del mod">
          <ac:chgData name="Manuj Agrawal" userId="8275e378daeca5b2" providerId="LiveId" clId="{2CDBD468-9682-4E8E-A0E9-8A4D067D4745}" dt="2021-12-18T10:47:36.709" v="746" actId="478"/>
          <ac:spMkLst>
            <pc:docMk/>
            <pc:sldMk cId="930509588" sldId="547"/>
            <ac:spMk id="146" creationId="{F7F14995-9BA9-40F1-B4A8-6A4C463FAE96}"/>
          </ac:spMkLst>
        </pc:spChg>
        <pc:spChg chg="add del mod">
          <ac:chgData name="Manuj Agrawal" userId="8275e378daeca5b2" providerId="LiveId" clId="{2CDBD468-9682-4E8E-A0E9-8A4D067D4745}" dt="2021-12-18T10:47:40.065" v="749" actId="478"/>
          <ac:spMkLst>
            <pc:docMk/>
            <pc:sldMk cId="930509588" sldId="547"/>
            <ac:spMk id="147" creationId="{EBB25D1D-6E15-459F-AF67-9D2842D62649}"/>
          </ac:spMkLst>
        </pc:spChg>
        <pc:spChg chg="add del mod">
          <ac:chgData name="Manuj Agrawal" userId="8275e378daeca5b2" providerId="LiveId" clId="{2CDBD468-9682-4E8E-A0E9-8A4D067D4745}" dt="2021-12-18T10:47:37.992" v="747" actId="478"/>
          <ac:spMkLst>
            <pc:docMk/>
            <pc:sldMk cId="930509588" sldId="547"/>
            <ac:spMk id="148" creationId="{9AFBE76E-9C62-48A4-B918-171BDF85A688}"/>
          </ac:spMkLst>
        </pc:spChg>
        <pc:spChg chg="add del mod">
          <ac:chgData name="Manuj Agrawal" userId="8275e378daeca5b2" providerId="LiveId" clId="{2CDBD468-9682-4E8E-A0E9-8A4D067D4745}" dt="2021-12-18T10:46:40.870" v="736" actId="478"/>
          <ac:spMkLst>
            <pc:docMk/>
            <pc:sldMk cId="930509588" sldId="547"/>
            <ac:spMk id="149" creationId="{AF6F2F89-6830-426A-9B9F-7D5AF1430991}"/>
          </ac:spMkLst>
        </pc:spChg>
        <pc:spChg chg="add del mod">
          <ac:chgData name="Manuj Agrawal" userId="8275e378daeca5b2" providerId="LiveId" clId="{2CDBD468-9682-4E8E-A0E9-8A4D067D4745}" dt="2021-12-18T10:47:39.335" v="748" actId="478"/>
          <ac:spMkLst>
            <pc:docMk/>
            <pc:sldMk cId="930509588" sldId="547"/>
            <ac:spMk id="150" creationId="{203CA9AC-6566-4456-B9B8-FABBC9D7B660}"/>
          </ac:spMkLst>
        </pc:spChg>
        <pc:spChg chg="add del mod">
          <ac:chgData name="Manuj Agrawal" userId="8275e378daeca5b2" providerId="LiveId" clId="{2CDBD468-9682-4E8E-A0E9-8A4D067D4745}" dt="2021-12-18T10:47:41.367" v="750" actId="478"/>
          <ac:spMkLst>
            <pc:docMk/>
            <pc:sldMk cId="930509588" sldId="547"/>
            <ac:spMk id="151" creationId="{AE33D2C5-359A-4C42-8D3B-FD9D66B2EEF2}"/>
          </ac:spMkLst>
        </pc:spChg>
        <pc:spChg chg="add del mod">
          <ac:chgData name="Manuj Agrawal" userId="8275e378daeca5b2" providerId="LiveId" clId="{2CDBD468-9682-4E8E-A0E9-8A4D067D4745}" dt="2021-12-18T10:47:42.631" v="751" actId="478"/>
          <ac:spMkLst>
            <pc:docMk/>
            <pc:sldMk cId="930509588" sldId="547"/>
            <ac:spMk id="152" creationId="{CED2E8EC-FD21-4303-890C-DBAE9CD577D1}"/>
          </ac:spMkLst>
        </pc:spChg>
        <pc:grpChg chg="mod topLvl">
          <ac:chgData name="Manuj Agrawal" userId="8275e378daeca5b2" providerId="LiveId" clId="{2CDBD468-9682-4E8E-A0E9-8A4D067D4745}" dt="2021-12-18T10:38:20.972" v="704" actId="1076"/>
          <ac:grpSpMkLst>
            <pc:docMk/>
            <pc:sldMk cId="930509588" sldId="547"/>
            <ac:grpSpMk id="3" creationId="{F4391A03-92C1-4B84-8642-9391DAABF48A}"/>
          </ac:grpSpMkLst>
        </pc:grpChg>
        <pc:grpChg chg="mod topLvl">
          <ac:chgData name="Manuj Agrawal" userId="8275e378daeca5b2" providerId="LiveId" clId="{2CDBD468-9682-4E8E-A0E9-8A4D067D4745}" dt="2021-12-18T10:32:40.188" v="644" actId="1076"/>
          <ac:grpSpMkLst>
            <pc:docMk/>
            <pc:sldMk cId="930509588" sldId="547"/>
            <ac:grpSpMk id="4" creationId="{D2B4A540-68B4-4EF8-B373-3DAE88F729B6}"/>
          </ac:grpSpMkLst>
        </pc:grpChg>
        <pc:grpChg chg="add mod">
          <ac:chgData name="Manuj Agrawal" userId="8275e378daeca5b2" providerId="LiveId" clId="{2CDBD468-9682-4E8E-A0E9-8A4D067D4745}" dt="2021-12-18T09:27:12.220" v="70" actId="1076"/>
          <ac:grpSpMkLst>
            <pc:docMk/>
            <pc:sldMk cId="930509588" sldId="547"/>
            <ac:grpSpMk id="5" creationId="{BBDC400E-6B88-4830-912E-1D7B4FF7AF43}"/>
          </ac:grpSpMkLst>
        </pc:grpChg>
        <pc:grpChg chg="mod">
          <ac:chgData name="Manuj Agrawal" userId="8275e378daeca5b2" providerId="LiveId" clId="{2CDBD468-9682-4E8E-A0E9-8A4D067D4745}" dt="2021-12-18T10:41:25.248" v="716" actId="1076"/>
          <ac:grpSpMkLst>
            <pc:docMk/>
            <pc:sldMk cId="930509588" sldId="547"/>
            <ac:grpSpMk id="6" creationId="{9EAA7019-067C-4E88-B918-13FF27087EB4}"/>
          </ac:grpSpMkLst>
        </pc:grpChg>
        <pc:grpChg chg="mod topLvl">
          <ac:chgData name="Manuj Agrawal" userId="8275e378daeca5b2" providerId="LiveId" clId="{2CDBD468-9682-4E8E-A0E9-8A4D067D4745}" dt="2021-12-18T09:24:17.572" v="35" actId="164"/>
          <ac:grpSpMkLst>
            <pc:docMk/>
            <pc:sldMk cId="930509588" sldId="547"/>
            <ac:grpSpMk id="7" creationId="{7559CEF4-5E92-45BB-8C42-DF8D9C790776}"/>
          </ac:grpSpMkLst>
        </pc:grpChg>
        <pc:grpChg chg="mod topLvl">
          <ac:chgData name="Manuj Agrawal" userId="8275e378daeca5b2" providerId="LiveId" clId="{2CDBD468-9682-4E8E-A0E9-8A4D067D4745}" dt="2021-12-18T09:27:23.325" v="73" actId="1076"/>
          <ac:grpSpMkLst>
            <pc:docMk/>
            <pc:sldMk cId="930509588" sldId="547"/>
            <ac:grpSpMk id="8" creationId="{A7F5C519-0B30-4A10-AA33-4EACE506F418}"/>
          </ac:grpSpMkLst>
        </pc:grpChg>
        <pc:grpChg chg="mod topLvl">
          <ac:chgData name="Manuj Agrawal" userId="8275e378daeca5b2" providerId="LiveId" clId="{2CDBD468-9682-4E8E-A0E9-8A4D067D4745}" dt="2021-12-18T09:26:33.980" v="60" actId="1076"/>
          <ac:grpSpMkLst>
            <pc:docMk/>
            <pc:sldMk cId="930509588" sldId="547"/>
            <ac:grpSpMk id="12" creationId="{09BFA7AC-2565-44EA-941B-0F84D4F9FF0E}"/>
          </ac:grpSpMkLst>
        </pc:grpChg>
        <pc:grpChg chg="mod topLvl">
          <ac:chgData name="Manuj Agrawal" userId="8275e378daeca5b2" providerId="LiveId" clId="{2CDBD468-9682-4E8E-A0E9-8A4D067D4745}" dt="2021-12-18T09:27:55.637" v="79" actId="1076"/>
          <ac:grpSpMkLst>
            <pc:docMk/>
            <pc:sldMk cId="930509588" sldId="547"/>
            <ac:grpSpMk id="14" creationId="{9B08932C-0850-4935-A36A-29A7F51F341B}"/>
          </ac:grpSpMkLst>
        </pc:grpChg>
        <pc:grpChg chg="mod topLvl">
          <ac:chgData name="Manuj Agrawal" userId="8275e378daeca5b2" providerId="LiveId" clId="{2CDBD468-9682-4E8E-A0E9-8A4D067D4745}" dt="2021-12-18T09:28:08.021" v="82" actId="1076"/>
          <ac:grpSpMkLst>
            <pc:docMk/>
            <pc:sldMk cId="930509588" sldId="547"/>
            <ac:grpSpMk id="25" creationId="{52BB2087-8EE7-4C9E-BD28-7E423C394D4B}"/>
          </ac:grpSpMkLst>
        </pc:grpChg>
        <pc:grpChg chg="mod topLvl">
          <ac:chgData name="Manuj Agrawal" userId="8275e378daeca5b2" providerId="LiveId" clId="{2CDBD468-9682-4E8E-A0E9-8A4D067D4745}" dt="2021-12-18T09:28:22.636" v="87" actId="1076"/>
          <ac:grpSpMkLst>
            <pc:docMk/>
            <pc:sldMk cId="930509588" sldId="547"/>
            <ac:grpSpMk id="40" creationId="{79938374-E01C-45A0-ABB2-D608F73B43F9}"/>
          </ac:grpSpMkLst>
        </pc:grpChg>
        <pc:grpChg chg="del">
          <ac:chgData name="Manuj Agrawal" userId="8275e378daeca5b2" providerId="LiveId" clId="{2CDBD468-9682-4E8E-A0E9-8A4D067D4745}" dt="2021-12-18T09:22:59.551" v="29" actId="165"/>
          <ac:grpSpMkLst>
            <pc:docMk/>
            <pc:sldMk cId="930509588" sldId="547"/>
            <ac:grpSpMk id="43" creationId="{C34EB918-F3B7-44F8-B229-881E176E5E6F}"/>
          </ac:grpSpMkLst>
        </pc:grpChg>
        <pc:grpChg chg="add del mod">
          <ac:chgData name="Manuj Agrawal" userId="8275e378daeca5b2" providerId="LiveId" clId="{2CDBD468-9682-4E8E-A0E9-8A4D067D4745}" dt="2021-12-18T10:37:56.075" v="702" actId="478"/>
          <ac:grpSpMkLst>
            <pc:docMk/>
            <pc:sldMk cId="930509588" sldId="547"/>
            <ac:grpSpMk id="47" creationId="{876A2B95-8D28-452E-BA41-3DCDC9BC4392}"/>
          </ac:grpSpMkLst>
        </pc:grpChg>
        <pc:grpChg chg="add del mod">
          <ac:chgData name="Manuj Agrawal" userId="8275e378daeca5b2" providerId="LiveId" clId="{2CDBD468-9682-4E8E-A0E9-8A4D067D4745}" dt="2021-12-18T09:28:10.713" v="84"/>
          <ac:grpSpMkLst>
            <pc:docMk/>
            <pc:sldMk cId="930509588" sldId="547"/>
            <ac:grpSpMk id="76" creationId="{062C845F-4E6B-42A7-B9D1-B621C6E52610}"/>
          </ac:grpSpMkLst>
        </pc:grpChg>
        <pc:grpChg chg="add del mod">
          <ac:chgData name="Manuj Agrawal" userId="8275e378daeca5b2" providerId="LiveId" clId="{2CDBD468-9682-4E8E-A0E9-8A4D067D4745}" dt="2021-12-18T10:01:17.054" v="561" actId="478"/>
          <ac:grpSpMkLst>
            <pc:docMk/>
            <pc:sldMk cId="930509588" sldId="547"/>
            <ac:grpSpMk id="97" creationId="{313CA41E-F9D8-438D-8A66-04D937ED89B8}"/>
          </ac:grpSpMkLst>
        </pc:grpChg>
        <pc:grpChg chg="mod">
          <ac:chgData name="Manuj Agrawal" userId="8275e378daeca5b2" providerId="LiveId" clId="{2CDBD468-9682-4E8E-A0E9-8A4D067D4745}" dt="2021-12-18T09:22:59.551" v="29" actId="165"/>
          <ac:grpSpMkLst>
            <pc:docMk/>
            <pc:sldMk cId="930509588" sldId="547"/>
            <ac:grpSpMk id="122" creationId="{27904036-43AA-41B0-8FAF-8976E11E1FAA}"/>
          </ac:grpSpMkLst>
        </pc:grpChg>
        <pc:cxnChg chg="add del mod">
          <ac:chgData name="Manuj Agrawal" userId="8275e378daeca5b2" providerId="LiveId" clId="{2CDBD468-9682-4E8E-A0E9-8A4D067D4745}" dt="2021-12-18T09:41:41.290" v="135" actId="478"/>
          <ac:cxnSpMkLst>
            <pc:docMk/>
            <pc:sldMk cId="930509588" sldId="547"/>
            <ac:cxnSpMk id="13" creationId="{4D808D44-82F0-4ADB-BDCC-52FF2BE45CED}"/>
          </ac:cxnSpMkLst>
        </pc:cxnChg>
        <pc:cxnChg chg="add del mod">
          <ac:chgData name="Manuj Agrawal" userId="8275e378daeca5b2" providerId="LiveId" clId="{2CDBD468-9682-4E8E-A0E9-8A4D067D4745}" dt="2021-12-18T09:46:39.834" v="227" actId="478"/>
          <ac:cxnSpMkLst>
            <pc:docMk/>
            <pc:sldMk cId="930509588" sldId="547"/>
            <ac:cxnSpMk id="45" creationId="{C7E7910D-E903-43C4-BDB3-D60E80522CD8}"/>
          </ac:cxnSpMkLst>
        </pc:cxnChg>
        <pc:cxnChg chg="add del mod">
          <ac:chgData name="Manuj Agrawal" userId="8275e378daeca5b2" providerId="LiveId" clId="{2CDBD468-9682-4E8E-A0E9-8A4D067D4745}" dt="2021-12-18T10:24:32.840" v="610" actId="478"/>
          <ac:cxnSpMkLst>
            <pc:docMk/>
            <pc:sldMk cId="930509588" sldId="547"/>
            <ac:cxnSpMk id="49" creationId="{BC8088EB-302A-4BB7-AE48-6704D5023583}"/>
          </ac:cxnSpMkLst>
        </pc:cxnChg>
        <pc:cxnChg chg="add del mod">
          <ac:chgData name="Manuj Agrawal" userId="8275e378daeca5b2" providerId="LiveId" clId="{2CDBD468-9682-4E8E-A0E9-8A4D067D4745}" dt="2021-12-18T10:07:21.355" v="602" actId="478"/>
          <ac:cxnSpMkLst>
            <pc:docMk/>
            <pc:sldMk cId="930509588" sldId="547"/>
            <ac:cxnSpMk id="53" creationId="{FC4448EC-B21F-4B10-8BB8-4B1F89EFB8FF}"/>
          </ac:cxnSpMkLst>
        </pc:cxnChg>
        <pc:cxnChg chg="add del mod">
          <ac:chgData name="Manuj Agrawal" userId="8275e378daeca5b2" providerId="LiveId" clId="{2CDBD468-9682-4E8E-A0E9-8A4D067D4745}" dt="2021-12-18T10:37:52.235" v="701" actId="478"/>
          <ac:cxnSpMkLst>
            <pc:docMk/>
            <pc:sldMk cId="930509588" sldId="547"/>
            <ac:cxnSpMk id="56" creationId="{41FA420F-8942-495C-96DF-8C93D5816751}"/>
          </ac:cxnSpMkLst>
        </pc:cxnChg>
        <pc:cxnChg chg="add del mod">
          <ac:chgData name="Manuj Agrawal" userId="8275e378daeca5b2" providerId="LiveId" clId="{2CDBD468-9682-4E8E-A0E9-8A4D067D4745}" dt="2021-12-18T10:34:44.151" v="667" actId="478"/>
          <ac:cxnSpMkLst>
            <pc:docMk/>
            <pc:sldMk cId="930509588" sldId="547"/>
            <ac:cxnSpMk id="108" creationId="{AA7F9D9E-1818-48E9-9F67-7F88FED4C1D7}"/>
          </ac:cxnSpMkLst>
        </pc:cxnChg>
        <pc:cxnChg chg="add del mod">
          <ac:chgData name="Manuj Agrawal" userId="8275e378daeca5b2" providerId="LiveId" clId="{2CDBD468-9682-4E8E-A0E9-8A4D067D4745}" dt="2021-12-18T10:34:44.151" v="667" actId="478"/>
          <ac:cxnSpMkLst>
            <pc:docMk/>
            <pc:sldMk cId="930509588" sldId="547"/>
            <ac:cxnSpMk id="109" creationId="{33825711-280A-4060-AF0B-3E6DE70960FE}"/>
          </ac:cxnSpMkLst>
        </pc:cxnChg>
        <pc:cxnChg chg="add del mod">
          <ac:chgData name="Manuj Agrawal" userId="8275e378daeca5b2" providerId="LiveId" clId="{2CDBD468-9682-4E8E-A0E9-8A4D067D4745}" dt="2021-12-18T10:34:44.151" v="667" actId="478"/>
          <ac:cxnSpMkLst>
            <pc:docMk/>
            <pc:sldMk cId="930509588" sldId="547"/>
            <ac:cxnSpMk id="111" creationId="{4551BBC8-70B6-4746-B3EA-8C674F6577D6}"/>
          </ac:cxnSpMkLst>
        </pc:cxnChg>
        <pc:cxnChg chg="add del mod">
          <ac:chgData name="Manuj Agrawal" userId="8275e378daeca5b2" providerId="LiveId" clId="{2CDBD468-9682-4E8E-A0E9-8A4D067D4745}" dt="2021-12-18T10:34:44.151" v="667" actId="478"/>
          <ac:cxnSpMkLst>
            <pc:docMk/>
            <pc:sldMk cId="930509588" sldId="547"/>
            <ac:cxnSpMk id="117" creationId="{8B6F925A-7A77-404B-8281-9EDEA96B3A58}"/>
          </ac:cxnSpMkLst>
        </pc:cxnChg>
        <pc:cxnChg chg="add del mod">
          <ac:chgData name="Manuj Agrawal" userId="8275e378daeca5b2" providerId="LiveId" clId="{2CDBD468-9682-4E8E-A0E9-8A4D067D4745}" dt="2021-12-18T10:34:44.151" v="667" actId="478"/>
          <ac:cxnSpMkLst>
            <pc:docMk/>
            <pc:sldMk cId="930509588" sldId="547"/>
            <ac:cxnSpMk id="128" creationId="{1B90EB9F-8DFE-4095-A566-FE777D873B07}"/>
          </ac:cxnSpMkLst>
        </pc:cxnChg>
        <pc:cxnChg chg="add del mod">
          <ac:chgData name="Manuj Agrawal" userId="8275e378daeca5b2" providerId="LiveId" clId="{2CDBD468-9682-4E8E-A0E9-8A4D067D4745}" dt="2021-12-18T10:34:44.151" v="667" actId="478"/>
          <ac:cxnSpMkLst>
            <pc:docMk/>
            <pc:sldMk cId="930509588" sldId="547"/>
            <ac:cxnSpMk id="130" creationId="{8118E5BE-1BA6-4680-80F0-740636A6D9B0}"/>
          </ac:cxnSpMkLst>
        </pc:cxnChg>
      </pc:sldChg>
      <pc:sldChg chg="addSp delSp modSp add mod">
        <pc:chgData name="Manuj Agrawal" userId="8275e378daeca5b2" providerId="LiveId" clId="{2CDBD468-9682-4E8E-A0E9-8A4D067D4745}" dt="2021-12-18T12:23:11.484" v="1095" actId="14100"/>
        <pc:sldMkLst>
          <pc:docMk/>
          <pc:sldMk cId="286348938" sldId="548"/>
        </pc:sldMkLst>
        <pc:spChg chg="mod">
          <ac:chgData name="Manuj Agrawal" userId="8275e378daeca5b2" providerId="LiveId" clId="{2CDBD468-9682-4E8E-A0E9-8A4D067D4745}" dt="2021-12-18T12:23:11.484" v="1095" actId="14100"/>
          <ac:spMkLst>
            <pc:docMk/>
            <pc:sldMk cId="286348938" sldId="548"/>
            <ac:spMk id="11" creationId="{DC9EAA29-BA8F-4D8A-A4B0-7EE13A647F8D}"/>
          </ac:spMkLst>
        </pc:spChg>
        <pc:spChg chg="mod">
          <ac:chgData name="Manuj Agrawal" userId="8275e378daeca5b2" providerId="LiveId" clId="{2CDBD468-9682-4E8E-A0E9-8A4D067D4745}" dt="2021-12-18T12:13:23.442" v="1026" actId="14100"/>
          <ac:spMkLst>
            <pc:docMk/>
            <pc:sldMk cId="286348938" sldId="548"/>
            <ac:spMk id="16" creationId="{A5873D64-51DD-4B2F-9B73-DFED3489ABC7}"/>
          </ac:spMkLst>
        </pc:spChg>
        <pc:spChg chg="mod">
          <ac:chgData name="Manuj Agrawal" userId="8275e378daeca5b2" providerId="LiveId" clId="{2CDBD468-9682-4E8E-A0E9-8A4D067D4745}" dt="2021-12-18T12:14:25.354" v="1035" actId="14100"/>
          <ac:spMkLst>
            <pc:docMk/>
            <pc:sldMk cId="286348938" sldId="548"/>
            <ac:spMk id="27" creationId="{729A1C33-B914-4645-85C4-3EC88F9F6915}"/>
          </ac:spMkLst>
        </pc:spChg>
        <pc:spChg chg="mod">
          <ac:chgData name="Manuj Agrawal" userId="8275e378daeca5b2" providerId="LiveId" clId="{2CDBD468-9682-4E8E-A0E9-8A4D067D4745}" dt="2021-12-18T12:14:51.962" v="1039" actId="14100"/>
          <ac:spMkLst>
            <pc:docMk/>
            <pc:sldMk cId="286348938" sldId="548"/>
            <ac:spMk id="61" creationId="{3D718D99-3516-497D-B7A3-33034378FB6D}"/>
          </ac:spMkLst>
        </pc:spChg>
        <pc:spChg chg="add del mod">
          <ac:chgData name="Manuj Agrawal" userId="8275e378daeca5b2" providerId="LiveId" clId="{2CDBD468-9682-4E8E-A0E9-8A4D067D4745}" dt="2021-12-18T12:12:55.714" v="1021" actId="478"/>
          <ac:spMkLst>
            <pc:docMk/>
            <pc:sldMk cId="286348938" sldId="548"/>
            <ac:spMk id="66" creationId="{11822775-FB55-4FBF-94A9-B1A24BC67D56}"/>
          </ac:spMkLst>
        </pc:spChg>
        <pc:spChg chg="add del mod">
          <ac:chgData name="Manuj Agrawal" userId="8275e378daeca5b2" providerId="LiveId" clId="{2CDBD468-9682-4E8E-A0E9-8A4D067D4745}" dt="2021-12-18T12:12:57.972" v="1022" actId="478"/>
          <ac:spMkLst>
            <pc:docMk/>
            <pc:sldMk cId="286348938" sldId="548"/>
            <ac:spMk id="71" creationId="{7ABDAE46-CFD7-4D0E-A974-78E19B9DA48D}"/>
          </ac:spMkLst>
        </pc:spChg>
        <pc:spChg chg="add del mod">
          <ac:chgData name="Manuj Agrawal" userId="8275e378daeca5b2" providerId="LiveId" clId="{2CDBD468-9682-4E8E-A0E9-8A4D067D4745}" dt="2021-12-18T12:12:59.874" v="1023" actId="478"/>
          <ac:spMkLst>
            <pc:docMk/>
            <pc:sldMk cId="286348938" sldId="548"/>
            <ac:spMk id="72" creationId="{E377AC56-3704-41AD-90F9-804708422F2E}"/>
          </ac:spMkLst>
        </pc:spChg>
        <pc:spChg chg="add del mod">
          <ac:chgData name="Manuj Agrawal" userId="8275e378daeca5b2" providerId="LiveId" clId="{2CDBD468-9682-4E8E-A0E9-8A4D067D4745}" dt="2021-12-18T12:13:02.618" v="1024" actId="478"/>
          <ac:spMkLst>
            <pc:docMk/>
            <pc:sldMk cId="286348938" sldId="548"/>
            <ac:spMk id="73" creationId="{D94770DB-5401-44AF-8411-E81301B0B82D}"/>
          </ac:spMkLst>
        </pc:spChg>
        <pc:spChg chg="add del mod">
          <ac:chgData name="Manuj Agrawal" userId="8275e378daeca5b2" providerId="LiveId" clId="{2CDBD468-9682-4E8E-A0E9-8A4D067D4745}" dt="2021-12-18T12:13:05.387" v="1025" actId="478"/>
          <ac:spMkLst>
            <pc:docMk/>
            <pc:sldMk cId="286348938" sldId="548"/>
            <ac:spMk id="74" creationId="{794508F3-438D-4B88-94EC-E273A79D043D}"/>
          </ac:spMkLst>
        </pc:spChg>
        <pc:spChg chg="add del">
          <ac:chgData name="Manuj Agrawal" userId="8275e378daeca5b2" providerId="LiveId" clId="{2CDBD468-9682-4E8E-A0E9-8A4D067D4745}" dt="2021-12-18T12:15:33.391" v="1050" actId="22"/>
          <ac:spMkLst>
            <pc:docMk/>
            <pc:sldMk cId="286348938" sldId="548"/>
            <ac:spMk id="75" creationId="{317487D8-1573-45F2-9866-1928CAB87B69}"/>
          </ac:spMkLst>
        </pc:spChg>
        <pc:spChg chg="add mod">
          <ac:chgData name="Manuj Agrawal" userId="8275e378daeca5b2" providerId="LiveId" clId="{2CDBD468-9682-4E8E-A0E9-8A4D067D4745}" dt="2021-12-18T12:17:55.089" v="1091" actId="164"/>
          <ac:spMkLst>
            <pc:docMk/>
            <pc:sldMk cId="286348938" sldId="548"/>
            <ac:spMk id="76" creationId="{504C8ABB-C85E-4C36-8257-4492AECAEA82}"/>
          </ac:spMkLst>
        </pc:spChg>
        <pc:spChg chg="add mod">
          <ac:chgData name="Manuj Agrawal" userId="8275e378daeca5b2" providerId="LiveId" clId="{2CDBD468-9682-4E8E-A0E9-8A4D067D4745}" dt="2021-12-18T12:17:59.020" v="1092" actId="1076"/>
          <ac:spMkLst>
            <pc:docMk/>
            <pc:sldMk cId="286348938" sldId="548"/>
            <ac:spMk id="77" creationId="{12DE2BA0-7754-412F-A74B-913D3E0DF4DA}"/>
          </ac:spMkLst>
        </pc:spChg>
        <pc:spChg chg="mod">
          <ac:chgData name="Manuj Agrawal" userId="8275e378daeca5b2" providerId="LiveId" clId="{2CDBD468-9682-4E8E-A0E9-8A4D067D4745}" dt="2021-12-18T12:16:00.684" v="1057" actId="403"/>
          <ac:spMkLst>
            <pc:docMk/>
            <pc:sldMk cId="286348938" sldId="548"/>
            <ac:spMk id="87" creationId="{91933716-805D-4E53-8BD2-80ED19DCCFA3}"/>
          </ac:spMkLst>
        </pc:spChg>
        <pc:spChg chg="mod">
          <ac:chgData name="Manuj Agrawal" userId="8275e378daeca5b2" providerId="LiveId" clId="{2CDBD468-9682-4E8E-A0E9-8A4D067D4745}" dt="2021-12-18T12:15:46.202" v="1055" actId="1076"/>
          <ac:spMkLst>
            <pc:docMk/>
            <pc:sldMk cId="286348938" sldId="548"/>
            <ac:spMk id="88" creationId="{4FEC8A4C-9AF1-4DD6-B97F-7FEE0D9FCD89}"/>
          </ac:spMkLst>
        </pc:spChg>
        <pc:spChg chg="mod">
          <ac:chgData name="Manuj Agrawal" userId="8275e378daeca5b2" providerId="LiveId" clId="{2CDBD468-9682-4E8E-A0E9-8A4D067D4745}" dt="2021-12-18T12:15:41.650" v="1053" actId="1076"/>
          <ac:spMkLst>
            <pc:docMk/>
            <pc:sldMk cId="286348938" sldId="548"/>
            <ac:spMk id="116" creationId="{5432D211-0C48-411A-B158-6D880723758E}"/>
          </ac:spMkLst>
        </pc:spChg>
        <pc:spChg chg="mod">
          <ac:chgData name="Manuj Agrawal" userId="8275e378daeca5b2" providerId="LiveId" clId="{2CDBD468-9682-4E8E-A0E9-8A4D067D4745}" dt="2021-12-18T12:14:08.294" v="1034" actId="403"/>
          <ac:spMkLst>
            <pc:docMk/>
            <pc:sldMk cId="286348938" sldId="548"/>
            <ac:spMk id="120" creationId="{84EB1176-F8D8-4621-B9F1-855FFDA9EA6C}"/>
          </ac:spMkLst>
        </pc:spChg>
        <pc:spChg chg="mod">
          <ac:chgData name="Manuj Agrawal" userId="8275e378daeca5b2" providerId="LiveId" clId="{2CDBD468-9682-4E8E-A0E9-8A4D067D4745}" dt="2021-12-18T12:15:44.274" v="1054" actId="1076"/>
          <ac:spMkLst>
            <pc:docMk/>
            <pc:sldMk cId="286348938" sldId="548"/>
            <ac:spMk id="121" creationId="{B2E38780-5259-4058-BD3E-5328DEF3A944}"/>
          </ac:spMkLst>
        </pc:spChg>
        <pc:spChg chg="mod">
          <ac:chgData name="Manuj Agrawal" userId="8275e378daeca5b2" providerId="LiveId" clId="{2CDBD468-9682-4E8E-A0E9-8A4D067D4745}" dt="2021-12-18T12:15:12.787" v="1044" actId="14100"/>
          <ac:spMkLst>
            <pc:docMk/>
            <pc:sldMk cId="286348938" sldId="548"/>
            <ac:spMk id="125" creationId="{489EDD8D-0F66-41A7-89C4-666AA8BF8495}"/>
          </ac:spMkLst>
        </pc:spChg>
        <pc:grpChg chg="mod">
          <ac:chgData name="Manuj Agrawal" userId="8275e378daeca5b2" providerId="LiveId" clId="{2CDBD468-9682-4E8E-A0E9-8A4D067D4745}" dt="2021-12-18T12:17:48.325" v="1090" actId="164"/>
          <ac:grpSpMkLst>
            <pc:docMk/>
            <pc:sldMk cId="286348938" sldId="548"/>
            <ac:grpSpMk id="4" creationId="{D2B4A540-68B4-4EF8-B373-3DAE88F729B6}"/>
          </ac:grpSpMkLst>
        </pc:grpChg>
        <pc:grpChg chg="mod">
          <ac:chgData name="Manuj Agrawal" userId="8275e378daeca5b2" providerId="LiveId" clId="{2CDBD468-9682-4E8E-A0E9-8A4D067D4745}" dt="2021-12-18T12:17:55.089" v="1091" actId="164"/>
          <ac:grpSpMkLst>
            <pc:docMk/>
            <pc:sldMk cId="286348938" sldId="548"/>
            <ac:grpSpMk id="5" creationId="{BBDC400E-6B88-4830-912E-1D7B4FF7AF43}"/>
          </ac:grpSpMkLst>
        </pc:grpChg>
        <pc:grpChg chg="mod">
          <ac:chgData name="Manuj Agrawal" userId="8275e378daeca5b2" providerId="LiveId" clId="{2CDBD468-9682-4E8E-A0E9-8A4D067D4745}" dt="2021-12-18T12:17:48.325" v="1090" actId="164"/>
          <ac:grpSpMkLst>
            <pc:docMk/>
            <pc:sldMk cId="286348938" sldId="548"/>
            <ac:grpSpMk id="8" creationId="{A7F5C519-0B30-4A10-AA33-4EACE506F418}"/>
          </ac:grpSpMkLst>
        </pc:grpChg>
        <pc:grpChg chg="mod">
          <ac:chgData name="Manuj Agrawal" userId="8275e378daeca5b2" providerId="LiveId" clId="{2CDBD468-9682-4E8E-A0E9-8A4D067D4745}" dt="2021-12-18T12:17:55.089" v="1091" actId="164"/>
          <ac:grpSpMkLst>
            <pc:docMk/>
            <pc:sldMk cId="286348938" sldId="548"/>
            <ac:grpSpMk id="12" creationId="{09BFA7AC-2565-44EA-941B-0F84D4F9FF0E}"/>
          </ac:grpSpMkLst>
        </pc:grpChg>
        <pc:grpChg chg="mod">
          <ac:chgData name="Manuj Agrawal" userId="8275e378daeca5b2" providerId="LiveId" clId="{2CDBD468-9682-4E8E-A0E9-8A4D067D4745}" dt="2021-12-18T12:17:55.089" v="1091" actId="164"/>
          <ac:grpSpMkLst>
            <pc:docMk/>
            <pc:sldMk cId="286348938" sldId="548"/>
            <ac:grpSpMk id="14" creationId="{9B08932C-0850-4935-A36A-29A7F51F341B}"/>
          </ac:grpSpMkLst>
        </pc:grpChg>
        <pc:grpChg chg="mod">
          <ac:chgData name="Manuj Agrawal" userId="8275e378daeca5b2" providerId="LiveId" clId="{2CDBD468-9682-4E8E-A0E9-8A4D067D4745}" dt="2021-12-18T12:17:48.325" v="1090" actId="164"/>
          <ac:grpSpMkLst>
            <pc:docMk/>
            <pc:sldMk cId="286348938" sldId="548"/>
            <ac:grpSpMk id="25" creationId="{52BB2087-8EE7-4C9E-BD28-7E423C394D4B}"/>
          </ac:grpSpMkLst>
        </pc:grpChg>
        <pc:grpChg chg="add mod">
          <ac:chgData name="Manuj Agrawal" userId="8275e378daeca5b2" providerId="LiveId" clId="{2CDBD468-9682-4E8E-A0E9-8A4D067D4745}" dt="2021-12-18T12:17:48.325" v="1090" actId="164"/>
          <ac:grpSpMkLst>
            <pc:docMk/>
            <pc:sldMk cId="286348938" sldId="548"/>
            <ac:grpSpMk id="39" creationId="{9A6A7242-335E-48FB-9DF2-64E3078477E7}"/>
          </ac:grpSpMkLst>
        </pc:grpChg>
        <pc:grpChg chg="mod">
          <ac:chgData name="Manuj Agrawal" userId="8275e378daeca5b2" providerId="LiveId" clId="{2CDBD468-9682-4E8E-A0E9-8A4D067D4745}" dt="2021-12-18T12:17:48.325" v="1090" actId="164"/>
          <ac:grpSpMkLst>
            <pc:docMk/>
            <pc:sldMk cId="286348938" sldId="548"/>
            <ac:grpSpMk id="40" creationId="{79938374-E01C-45A0-ABB2-D608F73B43F9}"/>
          </ac:grpSpMkLst>
        </pc:grpChg>
        <pc:grpChg chg="add mod">
          <ac:chgData name="Manuj Agrawal" userId="8275e378daeca5b2" providerId="LiveId" clId="{2CDBD468-9682-4E8E-A0E9-8A4D067D4745}" dt="2021-12-18T12:17:55.089" v="1091" actId="164"/>
          <ac:grpSpMkLst>
            <pc:docMk/>
            <pc:sldMk cId="286348938" sldId="548"/>
            <ac:grpSpMk id="43" creationId="{E4CE2C30-B21A-49A5-9FB6-3A3747C90CA7}"/>
          </ac:grpSpMkLst>
        </pc:grpChg>
        <pc:cxnChg chg="add del mod">
          <ac:chgData name="Manuj Agrawal" userId="8275e378daeca5b2" providerId="LiveId" clId="{2CDBD468-9682-4E8E-A0E9-8A4D067D4745}" dt="2021-12-18T12:16:08.811" v="1058" actId="478"/>
          <ac:cxnSpMkLst>
            <pc:docMk/>
            <pc:sldMk cId="286348938" sldId="548"/>
            <ac:cxnSpMk id="13" creationId="{1AB8FB08-079C-4BB3-8C1E-20913D8570CF}"/>
          </ac:cxnSpMkLst>
        </pc:cxnChg>
      </pc:sldChg>
      <pc:sldChg chg="add del">
        <pc:chgData name="Manuj Agrawal" userId="8275e378daeca5b2" providerId="LiveId" clId="{2CDBD468-9682-4E8E-A0E9-8A4D067D4745}" dt="2021-12-18T10:28:27.709" v="616" actId="2890"/>
        <pc:sldMkLst>
          <pc:docMk/>
          <pc:sldMk cId="791809223" sldId="548"/>
        </pc:sldMkLst>
      </pc:sldChg>
      <pc:sldChg chg="add del">
        <pc:chgData name="Manuj Agrawal" userId="8275e378daeca5b2" providerId="LiveId" clId="{2CDBD468-9682-4E8E-A0E9-8A4D067D4745}" dt="2021-12-18T12:18:39.290" v="1093" actId="47"/>
        <pc:sldMkLst>
          <pc:docMk/>
          <pc:sldMk cId="2128622295" sldId="549"/>
        </pc:sldMkLst>
      </pc:sldChg>
      <pc:sldChg chg="delSp modSp add mod ord">
        <pc:chgData name="Manuj Agrawal" userId="8275e378daeca5b2" providerId="LiveId" clId="{2CDBD468-9682-4E8E-A0E9-8A4D067D4745}" dt="2021-12-18T12:39:04.555" v="1140" actId="478"/>
        <pc:sldMkLst>
          <pc:docMk/>
          <pc:sldMk cId="2505042578" sldId="549"/>
        </pc:sldMkLst>
        <pc:spChg chg="del">
          <ac:chgData name="Manuj Agrawal" userId="8275e378daeca5b2" providerId="LiveId" clId="{2CDBD468-9682-4E8E-A0E9-8A4D067D4745}" dt="2021-12-18T12:39:04.555" v="1140" actId="478"/>
          <ac:spMkLst>
            <pc:docMk/>
            <pc:sldMk cId="2505042578" sldId="549"/>
            <ac:spMk id="14" creationId="{FE40EFBE-6899-4FF8-A5E2-9CCA2F3A773B}"/>
          </ac:spMkLst>
        </pc:spChg>
        <pc:spChg chg="mod">
          <ac:chgData name="Manuj Agrawal" userId="8275e378daeca5b2" providerId="LiveId" clId="{2CDBD468-9682-4E8E-A0E9-8A4D067D4745}" dt="2021-12-18T12:38:59.940" v="1139" actId="20577"/>
          <ac:spMkLst>
            <pc:docMk/>
            <pc:sldMk cId="2505042578" sldId="549"/>
            <ac:spMk id="18" creationId="{B45BF955-10EF-4208-B60B-9F578C28EE3D}"/>
          </ac:spMkLst>
        </pc:spChg>
        <pc:spChg chg="del">
          <ac:chgData name="Manuj Agrawal" userId="8275e378daeca5b2" providerId="LiveId" clId="{2CDBD468-9682-4E8E-A0E9-8A4D067D4745}" dt="2021-12-18T12:39:04.555" v="1140" actId="478"/>
          <ac:spMkLst>
            <pc:docMk/>
            <pc:sldMk cId="2505042578" sldId="549"/>
            <ac:spMk id="21" creationId="{E66CFD94-757E-4FB9-95AA-9F1644654751}"/>
          </ac:spMkLst>
        </pc:spChg>
        <pc:spChg chg="del">
          <ac:chgData name="Manuj Agrawal" userId="8275e378daeca5b2" providerId="LiveId" clId="{2CDBD468-9682-4E8E-A0E9-8A4D067D4745}" dt="2021-12-18T12:39:04.555" v="1140" actId="478"/>
          <ac:spMkLst>
            <pc:docMk/>
            <pc:sldMk cId="2505042578" sldId="549"/>
            <ac:spMk id="22" creationId="{C8D568CE-8E7E-4462-9B2A-9D59402B1C83}"/>
          </ac:spMkLst>
        </pc:spChg>
        <pc:spChg chg="del">
          <ac:chgData name="Manuj Agrawal" userId="8275e378daeca5b2" providerId="LiveId" clId="{2CDBD468-9682-4E8E-A0E9-8A4D067D4745}" dt="2021-12-18T12:39:04.555" v="1140" actId="478"/>
          <ac:spMkLst>
            <pc:docMk/>
            <pc:sldMk cId="2505042578" sldId="549"/>
            <ac:spMk id="23" creationId="{15EE579D-8483-4927-B604-CC4FC7E8E570}"/>
          </ac:spMkLst>
        </pc:spChg>
        <pc:spChg chg="del">
          <ac:chgData name="Manuj Agrawal" userId="8275e378daeca5b2" providerId="LiveId" clId="{2CDBD468-9682-4E8E-A0E9-8A4D067D4745}" dt="2021-12-18T12:39:04.555" v="1140" actId="478"/>
          <ac:spMkLst>
            <pc:docMk/>
            <pc:sldMk cId="2505042578" sldId="549"/>
            <ac:spMk id="25" creationId="{E5E2A4D2-B752-414F-95CC-3E2C57F0E372}"/>
          </ac:spMkLst>
        </pc:spChg>
        <pc:spChg chg="del">
          <ac:chgData name="Manuj Agrawal" userId="8275e378daeca5b2" providerId="LiveId" clId="{2CDBD468-9682-4E8E-A0E9-8A4D067D4745}" dt="2021-12-18T12:39:04.555" v="1140" actId="478"/>
          <ac:spMkLst>
            <pc:docMk/>
            <pc:sldMk cId="2505042578" sldId="549"/>
            <ac:spMk id="27" creationId="{3BAC6925-44BC-48C6-896C-FD6F4D2E72B8}"/>
          </ac:spMkLst>
        </pc:spChg>
        <pc:picChg chg="del">
          <ac:chgData name="Manuj Agrawal" userId="8275e378daeca5b2" providerId="LiveId" clId="{2CDBD468-9682-4E8E-A0E9-8A4D067D4745}" dt="2021-12-18T12:39:04.555" v="1140" actId="478"/>
          <ac:picMkLst>
            <pc:docMk/>
            <pc:sldMk cId="2505042578" sldId="549"/>
            <ac:picMk id="13" creationId="{325C01FD-3E75-49B6-AED1-1CE7A6E6A4BD}"/>
          </ac:picMkLst>
        </pc:picChg>
        <pc:picChg chg="del">
          <ac:chgData name="Manuj Agrawal" userId="8275e378daeca5b2" providerId="LiveId" clId="{2CDBD468-9682-4E8E-A0E9-8A4D067D4745}" dt="2021-12-18T12:39:04.555" v="1140" actId="478"/>
          <ac:picMkLst>
            <pc:docMk/>
            <pc:sldMk cId="2505042578" sldId="549"/>
            <ac:picMk id="19" creationId="{DE2DAB16-4B7C-49B4-9413-579AAA4921C9}"/>
          </ac:picMkLst>
        </pc:picChg>
        <pc:picChg chg="del">
          <ac:chgData name="Manuj Agrawal" userId="8275e378daeca5b2" providerId="LiveId" clId="{2CDBD468-9682-4E8E-A0E9-8A4D067D4745}" dt="2021-12-18T12:39:04.555" v="1140" actId="478"/>
          <ac:picMkLst>
            <pc:docMk/>
            <pc:sldMk cId="2505042578" sldId="549"/>
            <ac:picMk id="20" creationId="{E8DE8801-05D8-4286-A8EE-97F447E9482D}"/>
          </ac:picMkLst>
        </pc:picChg>
        <pc:picChg chg="del">
          <ac:chgData name="Manuj Agrawal" userId="8275e378daeca5b2" providerId="LiveId" clId="{2CDBD468-9682-4E8E-A0E9-8A4D067D4745}" dt="2021-12-18T12:39:04.555" v="1140" actId="478"/>
          <ac:picMkLst>
            <pc:docMk/>
            <pc:sldMk cId="2505042578" sldId="549"/>
            <ac:picMk id="26" creationId="{85A81B9C-6851-4F4B-89CF-6546EAAD77FF}"/>
          </ac:picMkLst>
        </pc:picChg>
        <pc:picChg chg="del">
          <ac:chgData name="Manuj Agrawal" userId="8275e378daeca5b2" providerId="LiveId" clId="{2CDBD468-9682-4E8E-A0E9-8A4D067D4745}" dt="2021-12-18T12:39:04.555" v="1140" actId="478"/>
          <ac:picMkLst>
            <pc:docMk/>
            <pc:sldMk cId="2505042578" sldId="549"/>
            <ac:picMk id="28" creationId="{C4ED1E7A-E4CF-4DD4-B0F9-39C62355C378}"/>
          </ac:picMkLst>
        </pc:picChg>
        <pc:picChg chg="del">
          <ac:chgData name="Manuj Agrawal" userId="8275e378daeca5b2" providerId="LiveId" clId="{2CDBD468-9682-4E8E-A0E9-8A4D067D4745}" dt="2021-12-18T12:39:04.555" v="1140" actId="478"/>
          <ac:picMkLst>
            <pc:docMk/>
            <pc:sldMk cId="2505042578" sldId="549"/>
            <ac:picMk id="29" creationId="{A80B81BA-C2A9-4B8F-A486-B9702C8F846D}"/>
          </ac:picMkLst>
        </pc:picChg>
      </pc:sldChg>
      <pc:sldChg chg="add del">
        <pc:chgData name="Manuj Agrawal" userId="8275e378daeca5b2" providerId="LiveId" clId="{2CDBD468-9682-4E8E-A0E9-8A4D067D4745}" dt="2021-12-18T12:39:43.348" v="1142" actId="2890"/>
        <pc:sldMkLst>
          <pc:docMk/>
          <pc:sldMk cId="690020468" sldId="550"/>
        </pc:sldMkLst>
      </pc:sldChg>
      <pc:sldChg chg="modSp mod">
        <pc:chgData name="Manuj Agrawal" userId="8275e378daeca5b2" providerId="LiveId" clId="{2CDBD468-9682-4E8E-A0E9-8A4D067D4745}" dt="2021-12-21T12:33:35.841" v="1375" actId="1076"/>
        <pc:sldMkLst>
          <pc:docMk/>
          <pc:sldMk cId="3840176979" sldId="550"/>
        </pc:sldMkLst>
        <pc:graphicFrameChg chg="mod modGraphic">
          <ac:chgData name="Manuj Agrawal" userId="8275e378daeca5b2" providerId="LiveId" clId="{2CDBD468-9682-4E8E-A0E9-8A4D067D4745}" dt="2021-12-21T12:33:35.841" v="1375" actId="1076"/>
          <ac:graphicFrameMkLst>
            <pc:docMk/>
            <pc:sldMk cId="3840176979" sldId="550"/>
            <ac:graphicFrameMk id="5" creationId="{2AEFA3C9-197F-4366-B79E-CB79B3624D7D}"/>
          </ac:graphicFrameMkLst>
        </pc:graphicFrameChg>
        <pc:graphicFrameChg chg="modGraphic">
          <ac:chgData name="Manuj Agrawal" userId="8275e378daeca5b2" providerId="LiveId" clId="{2CDBD468-9682-4E8E-A0E9-8A4D067D4745}" dt="2021-12-21T11:07:22.017" v="1284" actId="20577"/>
          <ac:graphicFrameMkLst>
            <pc:docMk/>
            <pc:sldMk cId="3840176979" sldId="550"/>
            <ac:graphicFrameMk id="7" creationId="{260814BB-F932-4626-A725-59D8B67D547B}"/>
          </ac:graphicFrameMkLst>
        </pc:graphicFrameChg>
      </pc:sldChg>
      <pc:sldChg chg="modSp mod">
        <pc:chgData name="Manuj Agrawal" userId="8275e378daeca5b2" providerId="LiveId" clId="{2CDBD468-9682-4E8E-A0E9-8A4D067D4745}" dt="2021-12-21T11:06:15.891" v="1282" actId="1076"/>
        <pc:sldMkLst>
          <pc:docMk/>
          <pc:sldMk cId="505145951" sldId="551"/>
        </pc:sldMkLst>
        <pc:spChg chg="mod">
          <ac:chgData name="Manuj Agrawal" userId="8275e378daeca5b2" providerId="LiveId" clId="{2CDBD468-9682-4E8E-A0E9-8A4D067D4745}" dt="2021-12-21T11:06:13.493" v="1281" actId="14100"/>
          <ac:spMkLst>
            <pc:docMk/>
            <pc:sldMk cId="505145951" sldId="551"/>
            <ac:spMk id="59" creationId="{BF644DC1-1321-4730-8691-4714292229F2}"/>
          </ac:spMkLst>
        </pc:spChg>
        <pc:spChg chg="mod">
          <ac:chgData name="Manuj Agrawal" userId="8275e378daeca5b2" providerId="LiveId" clId="{2CDBD468-9682-4E8E-A0E9-8A4D067D4745}" dt="2021-12-21T11:06:15.891" v="1282" actId="1076"/>
          <ac:spMkLst>
            <pc:docMk/>
            <pc:sldMk cId="505145951" sldId="551"/>
            <ac:spMk id="86" creationId="{70B59444-6D78-491B-A463-01A9C6ED70B5}"/>
          </ac:spMkLst>
        </pc:spChg>
      </pc:sldChg>
      <pc:sldChg chg="modSp add del mod">
        <pc:chgData name="Manuj Agrawal" userId="8275e378daeca5b2" providerId="LiveId" clId="{2CDBD468-9682-4E8E-A0E9-8A4D067D4745}" dt="2021-12-21T12:39:07.005" v="1437" actId="47"/>
        <pc:sldMkLst>
          <pc:docMk/>
          <pc:sldMk cId="902917179" sldId="552"/>
        </pc:sldMkLst>
        <pc:graphicFrameChg chg="mod modGraphic">
          <ac:chgData name="Manuj Agrawal" userId="8275e378daeca5b2" providerId="LiveId" clId="{2CDBD468-9682-4E8E-A0E9-8A4D067D4745}" dt="2021-12-21T12:34:11.639" v="1385" actId="1076"/>
          <ac:graphicFrameMkLst>
            <pc:docMk/>
            <pc:sldMk cId="902917179" sldId="552"/>
            <ac:graphicFrameMk id="5" creationId="{2AEFA3C9-197F-4366-B79E-CB79B3624D7D}"/>
          </ac:graphicFrameMkLst>
        </pc:graphicFrameChg>
      </pc:sldChg>
      <pc:sldChg chg="addSp delSp modSp add mod">
        <pc:chgData name="Manuj Agrawal" userId="8275e378daeca5b2" providerId="LiveId" clId="{2CDBD468-9682-4E8E-A0E9-8A4D067D4745}" dt="2021-12-21T12:42:59.084" v="1567" actId="20577"/>
        <pc:sldMkLst>
          <pc:docMk/>
          <pc:sldMk cId="1004415067" sldId="553"/>
        </pc:sldMkLst>
        <pc:spChg chg="mod">
          <ac:chgData name="Manuj Agrawal" userId="8275e378daeca5b2" providerId="LiveId" clId="{2CDBD468-9682-4E8E-A0E9-8A4D067D4745}" dt="2021-12-21T12:37:01.998" v="1423" actId="1076"/>
          <ac:spMkLst>
            <pc:docMk/>
            <pc:sldMk cId="1004415067" sldId="553"/>
            <ac:spMk id="6" creationId="{6056F6F9-FE0F-4AF6-B6DC-ADC24E2DF9BD}"/>
          </ac:spMkLst>
        </pc:spChg>
        <pc:spChg chg="add mod">
          <ac:chgData name="Manuj Agrawal" userId="8275e378daeca5b2" providerId="LiveId" clId="{2CDBD468-9682-4E8E-A0E9-8A4D067D4745}" dt="2021-12-21T12:37:46.254" v="1436" actId="20577"/>
          <ac:spMkLst>
            <pc:docMk/>
            <pc:sldMk cId="1004415067" sldId="553"/>
            <ac:spMk id="14" creationId="{CEE97A97-ECA4-4B0D-8BD4-1F3A72D594A3}"/>
          </ac:spMkLst>
        </pc:spChg>
        <pc:spChg chg="mod">
          <ac:chgData name="Manuj Agrawal" userId="8275e378daeca5b2" providerId="LiveId" clId="{2CDBD468-9682-4E8E-A0E9-8A4D067D4745}" dt="2021-12-21T12:37:10.727" v="1425" actId="1076"/>
          <ac:spMkLst>
            <pc:docMk/>
            <pc:sldMk cId="1004415067" sldId="553"/>
            <ac:spMk id="18" creationId="{B45BF955-10EF-4208-B60B-9F578C28EE3D}"/>
          </ac:spMkLst>
        </pc:spChg>
        <pc:graphicFrameChg chg="mod modGraphic">
          <ac:chgData name="Manuj Agrawal" userId="8275e378daeca5b2" providerId="LiveId" clId="{2CDBD468-9682-4E8E-A0E9-8A4D067D4745}" dt="2021-12-21T12:42:23.111" v="1553" actId="20577"/>
          <ac:graphicFrameMkLst>
            <pc:docMk/>
            <pc:sldMk cId="1004415067" sldId="553"/>
            <ac:graphicFrameMk id="5" creationId="{2AEFA3C9-197F-4366-B79E-CB79B3624D7D}"/>
          </ac:graphicFrameMkLst>
        </pc:graphicFrameChg>
        <pc:graphicFrameChg chg="del">
          <ac:chgData name="Manuj Agrawal" userId="8275e378daeca5b2" providerId="LiveId" clId="{2CDBD468-9682-4E8E-A0E9-8A4D067D4745}" dt="2021-12-21T12:34:17.137" v="1387" actId="478"/>
          <ac:graphicFrameMkLst>
            <pc:docMk/>
            <pc:sldMk cId="1004415067" sldId="553"/>
            <ac:graphicFrameMk id="7" creationId="{260814BB-F932-4626-A725-59D8B67D547B}"/>
          </ac:graphicFrameMkLst>
        </pc:graphicFrameChg>
        <pc:graphicFrameChg chg="add del mod">
          <ac:chgData name="Manuj Agrawal" userId="8275e378daeca5b2" providerId="LiveId" clId="{2CDBD468-9682-4E8E-A0E9-8A4D067D4745}" dt="2021-12-21T12:34:52.120" v="1396" actId="478"/>
          <ac:graphicFrameMkLst>
            <pc:docMk/>
            <pc:sldMk cId="1004415067" sldId="553"/>
            <ac:graphicFrameMk id="8" creationId="{A29029D2-5A87-4679-9D43-0EDCD0325710}"/>
          </ac:graphicFrameMkLst>
        </pc:graphicFrameChg>
        <pc:graphicFrameChg chg="add del mod">
          <ac:chgData name="Manuj Agrawal" userId="8275e378daeca5b2" providerId="LiveId" clId="{2CDBD468-9682-4E8E-A0E9-8A4D067D4745}" dt="2021-12-21T12:36:33.144" v="1415" actId="478"/>
          <ac:graphicFrameMkLst>
            <pc:docMk/>
            <pc:sldMk cId="1004415067" sldId="553"/>
            <ac:graphicFrameMk id="9" creationId="{318D64B1-F31B-429B-A92D-D7419957ED7F}"/>
          </ac:graphicFrameMkLst>
        </pc:graphicFrameChg>
        <pc:graphicFrameChg chg="add del mod">
          <ac:chgData name="Manuj Agrawal" userId="8275e378daeca5b2" providerId="LiveId" clId="{2CDBD468-9682-4E8E-A0E9-8A4D067D4745}" dt="2021-12-21T12:36:34.319" v="1416" actId="478"/>
          <ac:graphicFrameMkLst>
            <pc:docMk/>
            <pc:sldMk cId="1004415067" sldId="553"/>
            <ac:graphicFrameMk id="10" creationId="{CC2EB847-E428-4E58-9F1B-82FE14699CBB}"/>
          </ac:graphicFrameMkLst>
        </pc:graphicFrameChg>
        <pc:graphicFrameChg chg="add mod modGraphic">
          <ac:chgData name="Manuj Agrawal" userId="8275e378daeca5b2" providerId="LiveId" clId="{2CDBD468-9682-4E8E-A0E9-8A4D067D4745}" dt="2021-12-21T12:42:59.084" v="1567" actId="20577"/>
          <ac:graphicFrameMkLst>
            <pc:docMk/>
            <pc:sldMk cId="1004415067" sldId="553"/>
            <ac:graphicFrameMk id="11" creationId="{6E8D4C69-EC4B-4047-8E77-96AE21D108D7}"/>
          </ac:graphicFrameMkLst>
        </pc:graphicFrameChg>
        <pc:graphicFrameChg chg="add mod modGraphic">
          <ac:chgData name="Manuj Agrawal" userId="8275e378daeca5b2" providerId="LiveId" clId="{2CDBD468-9682-4E8E-A0E9-8A4D067D4745}" dt="2021-12-21T12:42:31.368" v="1561" actId="20577"/>
          <ac:graphicFrameMkLst>
            <pc:docMk/>
            <pc:sldMk cId="1004415067" sldId="553"/>
            <ac:graphicFrameMk id="12" creationId="{0EA897DE-982B-4F72-97F1-02E7B535AB95}"/>
          </ac:graphicFrameMkLst>
        </pc:graphicFrameChg>
        <pc:graphicFrameChg chg="add del mod">
          <ac:chgData name="Manuj Agrawal" userId="8275e378daeca5b2" providerId="LiveId" clId="{2CDBD468-9682-4E8E-A0E9-8A4D067D4745}" dt="2021-12-21T12:37:13.875" v="1427"/>
          <ac:graphicFrameMkLst>
            <pc:docMk/>
            <pc:sldMk cId="1004415067" sldId="553"/>
            <ac:graphicFrameMk id="13" creationId="{D3345C14-FDA4-4921-AD2D-45169F37AB37}"/>
          </ac:graphicFrameMkLst>
        </pc:graphicFrameChg>
      </pc:sldChg>
      <pc:sldChg chg="add del">
        <pc:chgData name="Manuj Agrawal" userId="8275e378daeca5b2" providerId="LiveId" clId="{2CDBD468-9682-4E8E-A0E9-8A4D067D4745}" dt="2021-12-21T12:39:10.386" v="1438" actId="47"/>
        <pc:sldMkLst>
          <pc:docMk/>
          <pc:sldMk cId="2472620853" sldId="554"/>
        </pc:sldMkLst>
      </pc:sldChg>
    </pc:docChg>
  </pc:docChgLst>
  <pc:docChgLst>
    <pc:chgData name="Shyama" userId="S::shyama@webberec.com::6bc29e3b-d18d-4efe-9776-d232efa51d08" providerId="AD" clId="Web-{AC142BA5-2448-7666-73E5-AC2DABF1202B}"/>
    <pc:docChg chg="addSld modSld sldOrd">
      <pc:chgData name="Shyama" userId="S::shyama@webberec.com::6bc29e3b-d18d-4efe-9776-d232efa51d08" providerId="AD" clId="Web-{AC142BA5-2448-7666-73E5-AC2DABF1202B}" dt="2023-04-22T15:52:23.369" v="174"/>
      <pc:docMkLst>
        <pc:docMk/>
      </pc:docMkLst>
      <pc:sldChg chg="addSp delSp modSp add ord replId">
        <pc:chgData name="Shyama" userId="S::shyama@webberec.com::6bc29e3b-d18d-4efe-9776-d232efa51d08" providerId="AD" clId="Web-{AC142BA5-2448-7666-73E5-AC2DABF1202B}" dt="2023-04-22T15:52:23.369" v="174"/>
        <pc:sldMkLst>
          <pc:docMk/>
          <pc:sldMk cId="744809073" sldId="574"/>
        </pc:sldMkLst>
        <pc:spChg chg="add del mod">
          <ac:chgData name="Shyama" userId="S::shyama@webberec.com::6bc29e3b-d18d-4efe-9776-d232efa51d08" providerId="AD" clId="Web-{AC142BA5-2448-7666-73E5-AC2DABF1202B}" dt="2023-04-22T15:38:12.019" v="51"/>
          <ac:spMkLst>
            <pc:docMk/>
            <pc:sldMk cId="744809073" sldId="574"/>
            <ac:spMk id="4" creationId="{1C12A753-1BBF-484A-BEBA-6845A6B4C183}"/>
          </ac:spMkLst>
        </pc:spChg>
        <pc:spChg chg="add mod topLvl">
          <ac:chgData name="Shyama" userId="S::shyama@webberec.com::6bc29e3b-d18d-4efe-9776-d232efa51d08" providerId="AD" clId="Web-{AC142BA5-2448-7666-73E5-AC2DABF1202B}" dt="2023-04-22T15:50:30.632" v="153"/>
          <ac:spMkLst>
            <pc:docMk/>
            <pc:sldMk cId="744809073" sldId="574"/>
            <ac:spMk id="7" creationId="{B493A5DE-B7CD-3192-B2FD-BC7B913D8611}"/>
          </ac:spMkLst>
        </pc:spChg>
        <pc:spChg chg="add mod topLvl">
          <ac:chgData name="Shyama" userId="S::shyama@webberec.com::6bc29e3b-d18d-4efe-9776-d232efa51d08" providerId="AD" clId="Web-{AC142BA5-2448-7666-73E5-AC2DABF1202B}" dt="2023-04-22T15:50:30.632" v="153"/>
          <ac:spMkLst>
            <pc:docMk/>
            <pc:sldMk cId="744809073" sldId="574"/>
            <ac:spMk id="8" creationId="{17ECFA86-4437-9B87-A683-0F0AB9E126E9}"/>
          </ac:spMkLst>
        </pc:spChg>
        <pc:spChg chg="add mod topLvl">
          <ac:chgData name="Shyama" userId="S::shyama@webberec.com::6bc29e3b-d18d-4efe-9776-d232efa51d08" providerId="AD" clId="Web-{AC142BA5-2448-7666-73E5-AC2DABF1202B}" dt="2023-04-22T15:50:30.632" v="153"/>
          <ac:spMkLst>
            <pc:docMk/>
            <pc:sldMk cId="744809073" sldId="574"/>
            <ac:spMk id="9" creationId="{585AE82C-184D-7E5A-342E-BBAAE92AA255}"/>
          </ac:spMkLst>
        </pc:spChg>
        <pc:spChg chg="add mod topLvl">
          <ac:chgData name="Shyama" userId="S::shyama@webberec.com::6bc29e3b-d18d-4efe-9776-d232efa51d08" providerId="AD" clId="Web-{AC142BA5-2448-7666-73E5-AC2DABF1202B}" dt="2023-04-22T15:50:30.632" v="153"/>
          <ac:spMkLst>
            <pc:docMk/>
            <pc:sldMk cId="744809073" sldId="574"/>
            <ac:spMk id="10" creationId="{7F7A563B-928F-55D3-0AD1-84FA51445910}"/>
          </ac:spMkLst>
        </pc:spChg>
        <pc:spChg chg="del mod">
          <ac:chgData name="Shyama" userId="S::shyama@webberec.com::6bc29e3b-d18d-4efe-9776-d232efa51d08" providerId="AD" clId="Web-{AC142BA5-2448-7666-73E5-AC2DABF1202B}" dt="2023-04-22T15:37:54.472" v="50"/>
          <ac:spMkLst>
            <pc:docMk/>
            <pc:sldMk cId="744809073" sldId="574"/>
            <ac:spMk id="12" creationId="{77BB407C-3743-4F18-91B5-B05E45CC47F0}"/>
          </ac:spMkLst>
        </pc:spChg>
        <pc:spChg chg="del mod">
          <ac:chgData name="Shyama" userId="S::shyama@webberec.com::6bc29e3b-d18d-4efe-9776-d232efa51d08" providerId="AD" clId="Web-{AC142BA5-2448-7666-73E5-AC2DABF1202B}" dt="2023-04-22T15:37:53.347" v="49"/>
          <ac:spMkLst>
            <pc:docMk/>
            <pc:sldMk cId="744809073" sldId="574"/>
            <ac:spMk id="13" creationId="{3B06627D-B71F-420B-814C-D88D7DA54208}"/>
          </ac:spMkLst>
        </pc:spChg>
        <pc:spChg chg="add mod">
          <ac:chgData name="Shyama" userId="S::shyama@webberec.com::6bc29e3b-d18d-4efe-9776-d232efa51d08" providerId="AD" clId="Web-{AC142BA5-2448-7666-73E5-AC2DABF1202B}" dt="2023-04-22T15:50:47.585" v="155" actId="1076"/>
          <ac:spMkLst>
            <pc:docMk/>
            <pc:sldMk cId="744809073" sldId="574"/>
            <ac:spMk id="15" creationId="{0A0539AA-2993-2106-2876-9FC09E46BF6F}"/>
          </ac:spMkLst>
        </pc:spChg>
        <pc:spChg chg="add mod">
          <ac:chgData name="Shyama" userId="S::shyama@webberec.com::6bc29e3b-d18d-4efe-9776-d232efa51d08" providerId="AD" clId="Web-{AC142BA5-2448-7666-73E5-AC2DABF1202B}" dt="2023-04-22T15:50:50.382" v="156" actId="1076"/>
          <ac:spMkLst>
            <pc:docMk/>
            <pc:sldMk cId="744809073" sldId="574"/>
            <ac:spMk id="16" creationId="{EE1A9EC3-71D6-7CE5-A4B8-E7D7DD2B3958}"/>
          </ac:spMkLst>
        </pc:spChg>
        <pc:spChg chg="del mod">
          <ac:chgData name="Shyama" userId="S::shyama@webberec.com::6bc29e3b-d18d-4efe-9776-d232efa51d08" providerId="AD" clId="Web-{AC142BA5-2448-7666-73E5-AC2DABF1202B}" dt="2023-04-22T15:37:52.222" v="48"/>
          <ac:spMkLst>
            <pc:docMk/>
            <pc:sldMk cId="744809073" sldId="574"/>
            <ac:spMk id="17" creationId="{7CB4278A-0FCB-48D5-A981-FAA2F5D21932}"/>
          </ac:spMkLst>
        </pc:spChg>
        <pc:spChg chg="add mod">
          <ac:chgData name="Shyama" userId="S::shyama@webberec.com::6bc29e3b-d18d-4efe-9776-d232efa51d08" providerId="AD" clId="Web-{AC142BA5-2448-7666-73E5-AC2DABF1202B}" dt="2023-04-22T15:50:54.086" v="157" actId="1076"/>
          <ac:spMkLst>
            <pc:docMk/>
            <pc:sldMk cId="744809073" sldId="574"/>
            <ac:spMk id="18" creationId="{A3013AC4-F863-7188-25BE-B18A7B411ADA}"/>
          </ac:spMkLst>
        </pc:spChg>
        <pc:spChg chg="add mod">
          <ac:chgData name="Shyama" userId="S::shyama@webberec.com::6bc29e3b-d18d-4efe-9776-d232efa51d08" providerId="AD" clId="Web-{AC142BA5-2448-7666-73E5-AC2DABF1202B}" dt="2023-04-22T15:51:19.539" v="167" actId="20577"/>
          <ac:spMkLst>
            <pc:docMk/>
            <pc:sldMk cId="744809073" sldId="574"/>
            <ac:spMk id="19" creationId="{1B699562-F47C-F422-1035-B1AA753C8F44}"/>
          </ac:spMkLst>
        </pc:spChg>
        <pc:spChg chg="del">
          <ac:chgData name="Shyama" userId="S::shyama@webberec.com::6bc29e3b-d18d-4efe-9776-d232efa51d08" providerId="AD" clId="Web-{AC142BA5-2448-7666-73E5-AC2DABF1202B}" dt="2023-04-22T14:58:59.162" v="12"/>
          <ac:spMkLst>
            <pc:docMk/>
            <pc:sldMk cId="744809073" sldId="574"/>
            <ac:spMk id="20" creationId="{31474A7D-84AF-46FD-9927-EF534E8F4AC0}"/>
          </ac:spMkLst>
        </pc:spChg>
        <pc:spChg chg="add mod">
          <ac:chgData name="Shyama" userId="S::shyama@webberec.com::6bc29e3b-d18d-4efe-9776-d232efa51d08" providerId="AD" clId="Web-{AC142BA5-2448-7666-73E5-AC2DABF1202B}" dt="2023-04-22T15:52:23.369" v="174"/>
          <ac:spMkLst>
            <pc:docMk/>
            <pc:sldMk cId="744809073" sldId="574"/>
            <ac:spMk id="21" creationId="{83340E69-C9E2-A9B1-5271-6BB01DBB5A64}"/>
          </ac:spMkLst>
        </pc:spChg>
        <pc:spChg chg="del">
          <ac:chgData name="Shyama" userId="S::shyama@webberec.com::6bc29e3b-d18d-4efe-9776-d232efa51d08" providerId="AD" clId="Web-{AC142BA5-2448-7666-73E5-AC2DABF1202B}" dt="2023-04-22T14:59:50.694" v="25"/>
          <ac:spMkLst>
            <pc:docMk/>
            <pc:sldMk cId="744809073" sldId="574"/>
            <ac:spMk id="21" creationId="{F7FD0578-A9D5-4093-8310-DF82763A12AC}"/>
          </ac:spMkLst>
        </pc:spChg>
        <pc:spChg chg="del mod">
          <ac:chgData name="Shyama" userId="S::shyama@webberec.com::6bc29e3b-d18d-4efe-9776-d232efa51d08" providerId="AD" clId="Web-{AC142BA5-2448-7666-73E5-AC2DABF1202B}" dt="2023-04-22T14:59:57.851" v="28"/>
          <ac:spMkLst>
            <pc:docMk/>
            <pc:sldMk cId="744809073" sldId="574"/>
            <ac:spMk id="22" creationId="{CD35668E-8E0D-405C-8DD0-B008F582FF87}"/>
          </ac:spMkLst>
        </pc:spChg>
        <pc:spChg chg="mod">
          <ac:chgData name="Shyama" userId="S::shyama@webberec.com::6bc29e3b-d18d-4efe-9776-d232efa51d08" providerId="AD" clId="Web-{AC142BA5-2448-7666-73E5-AC2DABF1202B}" dt="2023-04-22T14:58:52.677" v="10" actId="20577"/>
          <ac:spMkLst>
            <pc:docMk/>
            <pc:sldMk cId="744809073" sldId="574"/>
            <ac:spMk id="23" creationId="{648C08C5-82B4-4F7B-A857-2B793046AEBD}"/>
          </ac:spMkLst>
        </pc:spChg>
        <pc:spChg chg="del">
          <ac:chgData name="Shyama" userId="S::shyama@webberec.com::6bc29e3b-d18d-4efe-9776-d232efa51d08" providerId="AD" clId="Web-{AC142BA5-2448-7666-73E5-AC2DABF1202B}" dt="2023-04-22T14:59:53.929" v="26"/>
          <ac:spMkLst>
            <pc:docMk/>
            <pc:sldMk cId="744809073" sldId="574"/>
            <ac:spMk id="25" creationId="{1271E382-3BE4-4C7D-A6CF-61B977E8A0A9}"/>
          </ac:spMkLst>
        </pc:spChg>
        <pc:grpChg chg="del mod">
          <ac:chgData name="Shyama" userId="S::shyama@webberec.com::6bc29e3b-d18d-4efe-9776-d232efa51d08" providerId="AD" clId="Web-{AC142BA5-2448-7666-73E5-AC2DABF1202B}" dt="2023-04-22T14:59:39.834" v="20"/>
          <ac:grpSpMkLst>
            <pc:docMk/>
            <pc:sldMk cId="744809073" sldId="574"/>
            <ac:grpSpMk id="10" creationId="{33762428-4010-410A-9D09-F6BD22E96D8F}"/>
          </ac:grpSpMkLst>
        </pc:grpChg>
        <pc:grpChg chg="add del mod">
          <ac:chgData name="Shyama" userId="S::shyama@webberec.com::6bc29e3b-d18d-4efe-9776-d232efa51d08" providerId="AD" clId="Web-{AC142BA5-2448-7666-73E5-AC2DABF1202B}" dt="2023-04-22T15:50:30.632" v="153"/>
          <ac:grpSpMkLst>
            <pc:docMk/>
            <pc:sldMk cId="744809073" sldId="574"/>
            <ac:grpSpMk id="14" creationId="{1C4405E9-38EE-F36C-1FE5-D636E040767A}"/>
          </ac:grpSpMkLst>
        </pc:grpChg>
        <pc:grpChg chg="add">
          <ac:chgData name="Shyama" userId="S::shyama@webberec.com::6bc29e3b-d18d-4efe-9776-d232efa51d08" providerId="AD" clId="Web-{AC142BA5-2448-7666-73E5-AC2DABF1202B}" dt="2023-04-22T15:51:29.790" v="168"/>
          <ac:grpSpMkLst>
            <pc:docMk/>
            <pc:sldMk cId="744809073" sldId="574"/>
            <ac:grpSpMk id="20" creationId="{299D4349-7F46-27E8-F240-89D73561E200}"/>
          </ac:grpSpMkLst>
        </pc:grpChg>
        <pc:picChg chg="del">
          <ac:chgData name="Shyama" userId="S::shyama@webberec.com::6bc29e3b-d18d-4efe-9776-d232efa51d08" providerId="AD" clId="Web-{AC142BA5-2448-7666-73E5-AC2DABF1202B}" dt="2023-04-22T14:58:55.037" v="11"/>
          <ac:picMkLst>
            <pc:docMk/>
            <pc:sldMk cId="744809073" sldId="574"/>
            <ac:picMk id="2" creationId="{1C5C6CCF-09B4-1776-8CD5-9DF236032A07}"/>
          </ac:picMkLst>
        </pc:picChg>
        <pc:picChg chg="add del mod">
          <ac:chgData name="Shyama" userId="S::shyama@webberec.com::6bc29e3b-d18d-4efe-9776-d232efa51d08" providerId="AD" clId="Web-{AC142BA5-2448-7666-73E5-AC2DABF1202B}" dt="2023-04-22T15:31:30.253" v="33"/>
          <ac:picMkLst>
            <pc:docMk/>
            <pc:sldMk cId="744809073" sldId="574"/>
            <ac:picMk id="2" creationId="{1F3F6CFD-554B-85A0-98A4-62ABDFC80D59}"/>
          </ac:picMkLst>
        </pc:picChg>
        <pc:picChg chg="add del mod">
          <ac:chgData name="Shyama" userId="S::shyama@webberec.com::6bc29e3b-d18d-4efe-9776-d232efa51d08" providerId="AD" clId="Web-{AC142BA5-2448-7666-73E5-AC2DABF1202B}" dt="2023-04-22T15:32:20.958" v="39"/>
          <ac:picMkLst>
            <pc:docMk/>
            <pc:sldMk cId="744809073" sldId="574"/>
            <ac:picMk id="3" creationId="{D7779C98-2FAF-977F-7F12-2713F724BF4E}"/>
          </ac:picMkLst>
        </pc:picChg>
        <pc:picChg chg="add del mod">
          <ac:chgData name="Shyama" userId="S::shyama@webberec.com::6bc29e3b-d18d-4efe-9776-d232efa51d08" providerId="AD" clId="Web-{AC142BA5-2448-7666-73E5-AC2DABF1202B}" dt="2023-04-22T15:33:32.012" v="43"/>
          <ac:picMkLst>
            <pc:docMk/>
            <pc:sldMk cId="744809073" sldId="574"/>
            <ac:picMk id="5" creationId="{5CC795C9-4EA2-26DD-1F33-A0247CC8C4EA}"/>
          </ac:picMkLst>
        </pc:picChg>
        <pc:picChg chg="add del mod">
          <ac:chgData name="Shyama" userId="S::shyama@webberec.com::6bc29e3b-d18d-4efe-9776-d232efa51d08" providerId="AD" clId="Web-{AC142BA5-2448-7666-73E5-AC2DABF1202B}" dt="2023-04-22T15:44:21.638" v="72"/>
          <ac:picMkLst>
            <pc:docMk/>
            <pc:sldMk cId="744809073" sldId="574"/>
            <ac:picMk id="6" creationId="{D3EFC317-06B3-B393-BC51-968A965B3D5F}"/>
          </ac:picMkLst>
        </pc:picChg>
        <pc:picChg chg="add mod">
          <ac:chgData name="Shyama" userId="S::shyama@webberec.com::6bc29e3b-d18d-4efe-9776-d232efa51d08" providerId="AD" clId="Web-{AC142BA5-2448-7666-73E5-AC2DABF1202B}" dt="2023-04-22T15:52:09.541" v="173" actId="1076"/>
          <ac:picMkLst>
            <pc:docMk/>
            <pc:sldMk cId="744809073" sldId="574"/>
            <ac:picMk id="11" creationId="{55C9F99F-DE6E-CFFF-E910-0B06D3AF3873}"/>
          </ac:picMkLst>
        </pc:picChg>
        <pc:picChg chg="del mod">
          <ac:chgData name="Shyama" userId="S::shyama@webberec.com::6bc29e3b-d18d-4efe-9776-d232efa51d08" providerId="AD" clId="Web-{AC142BA5-2448-7666-73E5-AC2DABF1202B}" dt="2023-04-22T14:59:37.819" v="18"/>
          <ac:picMkLst>
            <pc:docMk/>
            <pc:sldMk cId="744809073" sldId="574"/>
            <ac:picMk id="16" creationId="{2302BC7C-8D8D-42D8-831C-6ACFC114EDBE}"/>
          </ac:picMkLst>
        </pc:picChg>
      </pc:sldChg>
    </pc:docChg>
  </pc:docChgLst>
  <pc:docChgLst>
    <pc:chgData name="Manuj" userId="1a07f523-e16f-486a-b610-37539cc763a0" providerId="ADAL" clId="{5140A015-BA9E-4355-9893-01A9F21393E9}"/>
    <pc:docChg chg="undo custSel addSld delSld modSld sldOrd">
      <pc:chgData name="Manuj" userId="1a07f523-e16f-486a-b610-37539cc763a0" providerId="ADAL" clId="{5140A015-BA9E-4355-9893-01A9F21393E9}" dt="2023-12-07T06:56:52.912" v="1736" actId="1035"/>
      <pc:docMkLst>
        <pc:docMk/>
      </pc:docMkLst>
      <pc:sldChg chg="addSp modSp">
        <pc:chgData name="Manuj" userId="1a07f523-e16f-486a-b610-37539cc763a0" providerId="ADAL" clId="{5140A015-BA9E-4355-9893-01A9F21393E9}" dt="2023-12-03T15:59:56.464" v="1509" actId="571"/>
        <pc:sldMkLst>
          <pc:docMk/>
          <pc:sldMk cId="2856650110" sldId="566"/>
        </pc:sldMkLst>
        <pc:spChg chg="add mod">
          <ac:chgData name="Manuj" userId="1a07f523-e16f-486a-b610-37539cc763a0" providerId="ADAL" clId="{5140A015-BA9E-4355-9893-01A9F21393E9}" dt="2023-12-03T15:59:56.464" v="1509" actId="571"/>
          <ac:spMkLst>
            <pc:docMk/>
            <pc:sldMk cId="2856650110" sldId="566"/>
            <ac:spMk id="5" creationId="{4DF0FDBC-F081-6D7C-39E9-8B25E25E2F17}"/>
          </ac:spMkLst>
        </pc:spChg>
      </pc:sldChg>
      <pc:sldChg chg="addSp modSp mod">
        <pc:chgData name="Manuj" userId="1a07f523-e16f-486a-b610-37539cc763a0" providerId="ADAL" clId="{5140A015-BA9E-4355-9893-01A9F21393E9}" dt="2023-12-03T15:57:31.007" v="1502" actId="1035"/>
        <pc:sldMkLst>
          <pc:docMk/>
          <pc:sldMk cId="247023824" sldId="572"/>
        </pc:sldMkLst>
        <pc:spChg chg="add mod">
          <ac:chgData name="Manuj" userId="1a07f523-e16f-486a-b610-37539cc763a0" providerId="ADAL" clId="{5140A015-BA9E-4355-9893-01A9F21393E9}" dt="2023-12-03T15:57:31.007" v="1502" actId="1035"/>
          <ac:spMkLst>
            <pc:docMk/>
            <pc:sldMk cId="247023824" sldId="572"/>
            <ac:spMk id="4" creationId="{3010B2E5-753A-B837-3D35-77C0F699CC7F}"/>
          </ac:spMkLst>
        </pc:spChg>
        <pc:spChg chg="add mod">
          <ac:chgData name="Manuj" userId="1a07f523-e16f-486a-b610-37539cc763a0" providerId="ADAL" clId="{5140A015-BA9E-4355-9893-01A9F21393E9}" dt="2023-12-03T13:24:35.739" v="476" actId="571"/>
          <ac:spMkLst>
            <pc:docMk/>
            <pc:sldMk cId="247023824" sldId="572"/>
            <ac:spMk id="5" creationId="{B699D439-DAC4-03E6-3731-C3E8D5702C91}"/>
          </ac:spMkLst>
        </pc:spChg>
        <pc:graphicFrameChg chg="mod">
          <ac:chgData name="Manuj" userId="1a07f523-e16f-486a-b610-37539cc763a0" providerId="ADAL" clId="{5140A015-BA9E-4355-9893-01A9F21393E9}" dt="2023-12-03T15:57:31.007" v="1502" actId="1035"/>
          <ac:graphicFrameMkLst>
            <pc:docMk/>
            <pc:sldMk cId="247023824" sldId="572"/>
            <ac:graphicFrameMk id="2" creationId="{CC010099-24C3-67D9-1873-CB11E709EA15}"/>
          </ac:graphicFrameMkLst>
        </pc:graphicFrameChg>
      </pc:sldChg>
      <pc:sldChg chg="modSp mod">
        <pc:chgData name="Manuj" userId="1a07f523-e16f-486a-b610-37539cc763a0" providerId="ADAL" clId="{5140A015-BA9E-4355-9893-01A9F21393E9}" dt="2023-12-03T15:58:06.154" v="1506" actId="20577"/>
        <pc:sldMkLst>
          <pc:docMk/>
          <pc:sldMk cId="4028893296" sldId="577"/>
        </pc:sldMkLst>
        <pc:spChg chg="mod">
          <ac:chgData name="Manuj" userId="1a07f523-e16f-486a-b610-37539cc763a0" providerId="ADAL" clId="{5140A015-BA9E-4355-9893-01A9F21393E9}" dt="2023-12-03T15:58:06.154" v="1506" actId="20577"/>
          <ac:spMkLst>
            <pc:docMk/>
            <pc:sldMk cId="4028893296" sldId="577"/>
            <ac:spMk id="12" creationId="{D27A3816-1FF5-42A6-6AE5-3741FDD1CBA9}"/>
          </ac:spMkLst>
        </pc:spChg>
      </pc:sldChg>
      <pc:sldChg chg="modSp mod">
        <pc:chgData name="Manuj" userId="1a07f523-e16f-486a-b610-37539cc763a0" providerId="ADAL" clId="{5140A015-BA9E-4355-9893-01A9F21393E9}" dt="2023-12-07T06:56:52.912" v="1736" actId="1035"/>
        <pc:sldMkLst>
          <pc:docMk/>
          <pc:sldMk cId="2743113738" sldId="578"/>
        </pc:sldMkLst>
        <pc:spChg chg="mod">
          <ac:chgData name="Manuj" userId="1a07f523-e16f-486a-b610-37539cc763a0" providerId="ADAL" clId="{5140A015-BA9E-4355-9893-01A9F21393E9}" dt="2023-12-07T06:56:52.912" v="1736" actId="1035"/>
          <ac:spMkLst>
            <pc:docMk/>
            <pc:sldMk cId="2743113738" sldId="578"/>
            <ac:spMk id="3" creationId="{D1DE6727-9C6D-2728-16FD-D8E62BB03691}"/>
          </ac:spMkLst>
        </pc:spChg>
        <pc:graphicFrameChg chg="mod modGraphic">
          <ac:chgData name="Manuj" userId="1a07f523-e16f-486a-b610-37539cc763a0" providerId="ADAL" clId="{5140A015-BA9E-4355-9893-01A9F21393E9}" dt="2023-12-07T06:56:47.547" v="1734" actId="255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  <pc:sldChg chg="modSp mod">
        <pc:chgData name="Manuj" userId="1a07f523-e16f-486a-b610-37539cc763a0" providerId="ADAL" clId="{5140A015-BA9E-4355-9893-01A9F21393E9}" dt="2023-12-03T15:52:40.965" v="1481" actId="108"/>
        <pc:sldMkLst>
          <pc:docMk/>
          <pc:sldMk cId="1054229470" sldId="581"/>
        </pc:sldMkLst>
        <pc:spChg chg="mod">
          <ac:chgData name="Manuj" userId="1a07f523-e16f-486a-b610-37539cc763a0" providerId="ADAL" clId="{5140A015-BA9E-4355-9893-01A9F21393E9}" dt="2023-12-03T15:37:06.223" v="1480" actId="20577"/>
          <ac:spMkLst>
            <pc:docMk/>
            <pc:sldMk cId="1054229470" sldId="581"/>
            <ac:spMk id="4" creationId="{607776AC-6D13-6EF2-4DAE-6DC747EE478E}"/>
          </ac:spMkLst>
        </pc:spChg>
        <pc:spChg chg="mod">
          <ac:chgData name="Manuj" userId="1a07f523-e16f-486a-b610-37539cc763a0" providerId="ADAL" clId="{5140A015-BA9E-4355-9893-01A9F21393E9}" dt="2023-12-03T15:52:40.965" v="1481" actId="108"/>
          <ac:spMkLst>
            <pc:docMk/>
            <pc:sldMk cId="1054229470" sldId="581"/>
            <ac:spMk id="6" creationId="{212DC885-ACAD-D435-AD3E-F56D0C423F1F}"/>
          </ac:spMkLst>
        </pc:spChg>
      </pc:sldChg>
      <pc:sldChg chg="addSp modSp mod">
        <pc:chgData name="Manuj" userId="1a07f523-e16f-486a-b610-37539cc763a0" providerId="ADAL" clId="{5140A015-BA9E-4355-9893-01A9F21393E9}" dt="2023-12-03T16:01:35.755" v="1672" actId="404"/>
        <pc:sldMkLst>
          <pc:docMk/>
          <pc:sldMk cId="1917565795" sldId="583"/>
        </pc:sldMkLst>
        <pc:spChg chg="add mod">
          <ac:chgData name="Manuj" userId="1a07f523-e16f-486a-b610-37539cc763a0" providerId="ADAL" clId="{5140A015-BA9E-4355-9893-01A9F21393E9}" dt="2023-12-03T16:01:35.755" v="1672" actId="404"/>
          <ac:spMkLst>
            <pc:docMk/>
            <pc:sldMk cId="1917565795" sldId="583"/>
            <ac:spMk id="2" creationId="{ACA02F4A-32AA-4455-A265-049E966FCDB4}"/>
          </ac:spMkLst>
        </pc:spChg>
      </pc:sldChg>
      <pc:sldChg chg="addSp modSp mod">
        <pc:chgData name="Manuj" userId="1a07f523-e16f-486a-b610-37539cc763a0" providerId="ADAL" clId="{5140A015-BA9E-4355-9893-01A9F21393E9}" dt="2023-12-03T16:01:27.093" v="1671" actId="404"/>
        <pc:sldMkLst>
          <pc:docMk/>
          <pc:sldMk cId="2234882258" sldId="584"/>
        </pc:sldMkLst>
        <pc:spChg chg="add mod">
          <ac:chgData name="Manuj" userId="1a07f523-e16f-486a-b610-37539cc763a0" providerId="ADAL" clId="{5140A015-BA9E-4355-9893-01A9F21393E9}" dt="2023-12-03T16:01:27.093" v="1671" actId="404"/>
          <ac:spMkLst>
            <pc:docMk/>
            <pc:sldMk cId="2234882258" sldId="584"/>
            <ac:spMk id="2" creationId="{FEDBE6B0-7D32-BE3A-80E6-B1ACD4E196C2}"/>
          </ac:spMkLst>
        </pc:spChg>
      </pc:sldChg>
      <pc:sldChg chg="new del">
        <pc:chgData name="Manuj" userId="1a07f523-e16f-486a-b610-37539cc763a0" providerId="ADAL" clId="{5140A015-BA9E-4355-9893-01A9F21393E9}" dt="2023-12-03T13:53:27.123" v="478" actId="680"/>
        <pc:sldMkLst>
          <pc:docMk/>
          <pc:sldMk cId="3645182740" sldId="585"/>
        </pc:sldMkLst>
      </pc:sldChg>
      <pc:sldChg chg="addSp delSp modSp add mod ord">
        <pc:chgData name="Manuj" userId="1a07f523-e16f-486a-b610-37539cc763a0" providerId="ADAL" clId="{5140A015-BA9E-4355-9893-01A9F21393E9}" dt="2023-12-03T18:58:31.902" v="1680" actId="20577"/>
        <pc:sldMkLst>
          <pc:docMk/>
          <pc:sldMk cId="3826781572" sldId="585"/>
        </pc:sldMkLst>
        <pc:spChg chg="del">
          <ac:chgData name="Manuj" userId="1a07f523-e16f-486a-b610-37539cc763a0" providerId="ADAL" clId="{5140A015-BA9E-4355-9893-01A9F21393E9}" dt="2023-12-03T13:53:41.928" v="484" actId="478"/>
          <ac:spMkLst>
            <pc:docMk/>
            <pc:sldMk cId="3826781572" sldId="585"/>
            <ac:spMk id="8" creationId="{B73260BC-891D-2C3D-FD1F-74C32BD349D8}"/>
          </ac:spMkLst>
        </pc:spChg>
        <pc:graphicFrameChg chg="add mod modGraphic">
          <ac:chgData name="Manuj" userId="1a07f523-e16f-486a-b610-37539cc763a0" providerId="ADAL" clId="{5140A015-BA9E-4355-9893-01A9F21393E9}" dt="2023-12-03T18:58:31.902" v="1680" actId="20577"/>
          <ac:graphicFrameMkLst>
            <pc:docMk/>
            <pc:sldMk cId="3826781572" sldId="585"/>
            <ac:graphicFrameMk id="2" creationId="{7DED05D6-6E5A-5DC5-0CD8-EC3880E4C3DA}"/>
          </ac:graphicFrameMkLst>
        </pc:graphicFrameChg>
        <pc:graphicFrameChg chg="add del mod">
          <ac:chgData name="Manuj" userId="1a07f523-e16f-486a-b610-37539cc763a0" providerId="ADAL" clId="{5140A015-BA9E-4355-9893-01A9F21393E9}" dt="2023-12-03T14:33:17.633" v="1300"/>
          <ac:graphicFrameMkLst>
            <pc:docMk/>
            <pc:sldMk cId="3826781572" sldId="585"/>
            <ac:graphicFrameMk id="3" creationId="{8673DD3C-C82E-470F-6D24-24013CBEBDE3}"/>
          </ac:graphicFrameMkLst>
        </pc:graphicFrameChg>
        <pc:graphicFrameChg chg="add del mod modGraphic">
          <ac:chgData name="Manuj" userId="1a07f523-e16f-486a-b610-37539cc763a0" providerId="ADAL" clId="{5140A015-BA9E-4355-9893-01A9F21393E9}" dt="2023-12-03T14:36:26.487" v="1341" actId="478"/>
          <ac:graphicFrameMkLst>
            <pc:docMk/>
            <pc:sldMk cId="3826781572" sldId="585"/>
            <ac:graphicFrameMk id="4" creationId="{D69CC6B9-F9F8-B8C7-4C11-AD256BD7C41D}"/>
          </ac:graphicFrameMkLst>
        </pc:graphicFrameChg>
        <pc:graphicFrameChg chg="add del mod">
          <ac:chgData name="Manuj" userId="1a07f523-e16f-486a-b610-37539cc763a0" providerId="ADAL" clId="{5140A015-BA9E-4355-9893-01A9F21393E9}" dt="2023-12-03T14:34:34.238" v="1308"/>
          <ac:graphicFrameMkLst>
            <pc:docMk/>
            <pc:sldMk cId="3826781572" sldId="585"/>
            <ac:graphicFrameMk id="5" creationId="{E1DCE05F-827D-2742-8696-FDF01142BBBA}"/>
          </ac:graphicFrameMkLst>
        </pc:graphicFrameChg>
        <pc:picChg chg="del">
          <ac:chgData name="Manuj" userId="1a07f523-e16f-486a-b610-37539cc763a0" providerId="ADAL" clId="{5140A015-BA9E-4355-9893-01A9F21393E9}" dt="2023-12-03T13:53:32.829" v="480" actId="478"/>
          <ac:picMkLst>
            <pc:docMk/>
            <pc:sldMk cId="3826781572" sldId="585"/>
            <ac:picMk id="6" creationId="{18AD54C4-D502-D34F-0D4A-980AC9950DE9}"/>
          </ac:picMkLst>
        </pc:picChg>
        <pc:picChg chg="del">
          <ac:chgData name="Manuj" userId="1a07f523-e16f-486a-b610-37539cc763a0" providerId="ADAL" clId="{5140A015-BA9E-4355-9893-01A9F21393E9}" dt="2023-12-03T13:53:34.617" v="481" actId="478"/>
          <ac:picMkLst>
            <pc:docMk/>
            <pc:sldMk cId="3826781572" sldId="585"/>
            <ac:picMk id="11" creationId="{484B2729-EA70-4217-6384-906F7F87E7C2}"/>
          </ac:picMkLst>
        </pc:picChg>
      </pc:sldChg>
    </pc:docChg>
  </pc:docChgLst>
  <pc:docChgLst>
    <pc:chgData name="Shyama" userId="S::shyama@webberec.com::6bc29e3b-d18d-4efe-9776-d232efa51d08" providerId="AD" clId="Web-{D2224911-5A4D-D005-B1B5-D64807EE6C57}"/>
    <pc:docChg chg="modSld">
      <pc:chgData name="Shyama" userId="S::shyama@webberec.com::6bc29e3b-d18d-4efe-9776-d232efa51d08" providerId="AD" clId="Web-{D2224911-5A4D-D005-B1B5-D64807EE6C57}" dt="2023-04-23T10:35:27.493" v="12"/>
      <pc:docMkLst>
        <pc:docMk/>
      </pc:docMkLst>
      <pc:sldChg chg="modSp">
        <pc:chgData name="Shyama" userId="S::shyama@webberec.com::6bc29e3b-d18d-4efe-9776-d232efa51d08" providerId="AD" clId="Web-{D2224911-5A4D-D005-B1B5-D64807EE6C57}" dt="2023-04-23T10:30:10" v="10"/>
        <pc:sldMkLst>
          <pc:docMk/>
          <pc:sldMk cId="4106624454" sldId="569"/>
        </pc:sldMkLst>
        <pc:spChg chg="mod">
          <ac:chgData name="Shyama" userId="S::shyama@webberec.com::6bc29e3b-d18d-4efe-9776-d232efa51d08" providerId="AD" clId="Web-{D2224911-5A4D-D005-B1B5-D64807EE6C57}" dt="2023-04-23T10:29:26.937" v="9"/>
          <ac:spMkLst>
            <pc:docMk/>
            <pc:sldMk cId="4106624454" sldId="569"/>
            <ac:spMk id="6" creationId="{02C2DA50-8EA9-4FD0-706D-E9692AA7B576}"/>
          </ac:spMkLst>
        </pc:spChg>
        <pc:spChg chg="mod">
          <ac:chgData name="Shyama" userId="S::shyama@webberec.com::6bc29e3b-d18d-4efe-9776-d232efa51d08" providerId="AD" clId="Web-{D2224911-5A4D-D005-B1B5-D64807EE6C57}" dt="2023-04-23T10:29:20.015" v="8"/>
          <ac:spMkLst>
            <pc:docMk/>
            <pc:sldMk cId="4106624454" sldId="569"/>
            <ac:spMk id="31" creationId="{EFF2202B-38B3-F644-D3CB-04E934DE27AA}"/>
          </ac:spMkLst>
        </pc:spChg>
        <pc:spChg chg="mod">
          <ac:chgData name="Shyama" userId="S::shyama@webberec.com::6bc29e3b-d18d-4efe-9776-d232efa51d08" providerId="AD" clId="Web-{D2224911-5A4D-D005-B1B5-D64807EE6C57}" dt="2023-04-23T10:30:10" v="10"/>
          <ac:spMkLst>
            <pc:docMk/>
            <pc:sldMk cId="4106624454" sldId="569"/>
            <ac:spMk id="36" creationId="{6DC82E8B-8F73-90A3-886C-F38604C0CFD3}"/>
          </ac:spMkLst>
        </pc:spChg>
      </pc:sldChg>
      <pc:sldChg chg="modSp">
        <pc:chgData name="Shyama" userId="S::shyama@webberec.com::6bc29e3b-d18d-4efe-9776-d232efa51d08" providerId="AD" clId="Web-{D2224911-5A4D-D005-B1B5-D64807EE6C57}" dt="2023-04-23T10:35:27.493" v="12"/>
        <pc:sldMkLst>
          <pc:docMk/>
          <pc:sldMk cId="3324685487" sldId="571"/>
        </pc:sldMkLst>
        <pc:spChg chg="mod">
          <ac:chgData name="Shyama" userId="S::shyama@webberec.com::6bc29e3b-d18d-4efe-9776-d232efa51d08" providerId="AD" clId="Web-{D2224911-5A4D-D005-B1B5-D64807EE6C57}" dt="2023-04-23T10:35:27.493" v="12"/>
          <ac:spMkLst>
            <pc:docMk/>
            <pc:sldMk cId="3324685487" sldId="571"/>
            <ac:spMk id="17" creationId="{00000000-0000-0000-0000-000000000000}"/>
          </ac:spMkLst>
        </pc:spChg>
      </pc:sldChg>
    </pc:docChg>
  </pc:docChgLst>
  <pc:docChgLst>
    <pc:chgData name="Manuj" userId="1a07f523-e16f-486a-b610-37539cc763a0" providerId="ADAL" clId="{F5489017-6C9C-42E8-A377-6E345B0F8CF4}"/>
    <pc:docChg chg="undo custSel addSld delSld modSld">
      <pc:chgData name="Manuj" userId="1a07f523-e16f-486a-b610-37539cc763a0" providerId="ADAL" clId="{F5489017-6C9C-42E8-A377-6E345B0F8CF4}" dt="2023-11-30T12:25:36.712" v="2245" actId="403"/>
      <pc:docMkLst>
        <pc:docMk/>
      </pc:docMkLst>
      <pc:sldChg chg="addSp delSp modSp mod">
        <pc:chgData name="Manuj" userId="1a07f523-e16f-486a-b610-37539cc763a0" providerId="ADAL" clId="{F5489017-6C9C-42E8-A377-6E345B0F8CF4}" dt="2023-11-30T10:50:03.103" v="1187" actId="1037"/>
        <pc:sldMkLst>
          <pc:docMk/>
          <pc:sldMk cId="2856650110" sldId="566"/>
        </pc:sldMkLst>
        <pc:spChg chg="add mod">
          <ac:chgData name="Manuj" userId="1a07f523-e16f-486a-b610-37539cc763a0" providerId="ADAL" clId="{F5489017-6C9C-42E8-A377-6E345B0F8CF4}" dt="2023-11-30T10:50:03.103" v="1187" actId="1037"/>
          <ac:spMkLst>
            <pc:docMk/>
            <pc:sldMk cId="2856650110" sldId="566"/>
            <ac:spMk id="4" creationId="{692ABC34-2FA5-3876-F9DE-97FD6F113290}"/>
          </ac:spMkLst>
        </pc:spChg>
        <pc:spChg chg="del">
          <ac:chgData name="Manuj" userId="1a07f523-e16f-486a-b610-37539cc763a0" providerId="ADAL" clId="{F5489017-6C9C-42E8-A377-6E345B0F8CF4}" dt="2023-11-30T10:43:40.345" v="991" actId="478"/>
          <ac:spMkLst>
            <pc:docMk/>
            <pc:sldMk cId="2856650110" sldId="566"/>
            <ac:spMk id="5" creationId="{F0EC871F-F600-DB79-D206-8A475D1BDB11}"/>
          </ac:spMkLst>
        </pc:spChg>
        <pc:graphicFrameChg chg="del mod modGraphic">
          <ac:chgData name="Manuj" userId="1a07f523-e16f-486a-b610-37539cc763a0" providerId="ADAL" clId="{F5489017-6C9C-42E8-A377-6E345B0F8CF4}" dt="2023-11-30T10:43:22.557" v="989" actId="478"/>
          <ac:graphicFrameMkLst>
            <pc:docMk/>
            <pc:sldMk cId="2856650110" sldId="566"/>
            <ac:graphicFrameMk id="2" creationId="{6E79A8D3-628D-7E3E-8F3C-441BDEA0E306}"/>
          </ac:graphicFrameMkLst>
        </pc:graphicFrameChg>
        <pc:picChg chg="add mod">
          <ac:chgData name="Manuj" userId="1a07f523-e16f-486a-b610-37539cc763a0" providerId="ADAL" clId="{F5489017-6C9C-42E8-A377-6E345B0F8CF4}" dt="2023-11-30T10:49:04.729" v="1182" actId="1038"/>
          <ac:picMkLst>
            <pc:docMk/>
            <pc:sldMk cId="2856650110" sldId="566"/>
            <ac:picMk id="1026" creationId="{5D4C9DF9-38A3-9109-BE35-9A6118D1B76B}"/>
          </ac:picMkLst>
        </pc:picChg>
        <pc:picChg chg="add mod">
          <ac:chgData name="Manuj" userId="1a07f523-e16f-486a-b610-37539cc763a0" providerId="ADAL" clId="{F5489017-6C9C-42E8-A377-6E345B0F8CF4}" dt="2023-11-30T10:48:56.442" v="1177" actId="1038"/>
          <ac:picMkLst>
            <pc:docMk/>
            <pc:sldMk cId="2856650110" sldId="566"/>
            <ac:picMk id="1028" creationId="{055F6C0F-5914-8C76-8F10-1C1DDB57CDFC}"/>
          </ac:picMkLst>
        </pc:picChg>
        <pc:picChg chg="add mod">
          <ac:chgData name="Manuj" userId="1a07f523-e16f-486a-b610-37539cc763a0" providerId="ADAL" clId="{F5489017-6C9C-42E8-A377-6E345B0F8CF4}" dt="2023-11-30T10:49:16.139" v="1186" actId="1038"/>
          <ac:picMkLst>
            <pc:docMk/>
            <pc:sldMk cId="2856650110" sldId="566"/>
            <ac:picMk id="1030" creationId="{30BE1287-A6A0-7722-ACDE-A3FE74A8C016}"/>
          </ac:picMkLst>
        </pc:picChg>
        <pc:picChg chg="add mod">
          <ac:chgData name="Manuj" userId="1a07f523-e16f-486a-b610-37539cc763a0" providerId="ADAL" clId="{F5489017-6C9C-42E8-A377-6E345B0F8CF4}" dt="2023-11-30T10:49:13.894" v="1184" actId="1038"/>
          <ac:picMkLst>
            <pc:docMk/>
            <pc:sldMk cId="2856650110" sldId="566"/>
            <ac:picMk id="1032" creationId="{9951C053-7EEF-CA28-F5E3-6A9A8F2F070A}"/>
          </ac:picMkLst>
        </pc:picChg>
        <pc:picChg chg="add mod">
          <ac:chgData name="Manuj" userId="1a07f523-e16f-486a-b610-37539cc763a0" providerId="ADAL" clId="{F5489017-6C9C-42E8-A377-6E345B0F8CF4}" dt="2023-11-30T10:48:56.442" v="1177" actId="1038"/>
          <ac:picMkLst>
            <pc:docMk/>
            <pc:sldMk cId="2856650110" sldId="566"/>
            <ac:picMk id="1034" creationId="{7F229806-6913-5887-1EB5-B506AAC3CA1B}"/>
          </ac:picMkLst>
        </pc:picChg>
        <pc:cxnChg chg="add del mod">
          <ac:chgData name="Manuj" userId="1a07f523-e16f-486a-b610-37539cc763a0" providerId="ADAL" clId="{F5489017-6C9C-42E8-A377-6E345B0F8CF4}" dt="2023-11-30T10:47:15.064" v="1115" actId="478"/>
          <ac:cxnSpMkLst>
            <pc:docMk/>
            <pc:sldMk cId="2856650110" sldId="566"/>
            <ac:cxnSpMk id="7" creationId="{7BED7541-864C-0C58-FC07-C899081D07F6}"/>
          </ac:cxnSpMkLst>
        </pc:cxnChg>
      </pc:sldChg>
      <pc:sldChg chg="addSp delSp modSp mod">
        <pc:chgData name="Manuj" userId="1a07f523-e16f-486a-b610-37539cc763a0" providerId="ADAL" clId="{F5489017-6C9C-42E8-A377-6E345B0F8CF4}" dt="2023-11-30T10:40:22.576" v="795" actId="1036"/>
        <pc:sldMkLst>
          <pc:docMk/>
          <pc:sldMk cId="247023824" sldId="572"/>
        </pc:sldMkLst>
        <pc:graphicFrameChg chg="mod modGraphic">
          <ac:chgData name="Manuj" userId="1a07f523-e16f-486a-b610-37539cc763a0" providerId="ADAL" clId="{F5489017-6C9C-42E8-A377-6E345B0F8CF4}" dt="2023-11-30T10:40:22.576" v="795" actId="1036"/>
          <ac:graphicFrameMkLst>
            <pc:docMk/>
            <pc:sldMk cId="247023824" sldId="572"/>
            <ac:graphicFrameMk id="2" creationId="{CC010099-24C3-67D9-1873-CB11E709EA15}"/>
          </ac:graphicFrameMkLst>
        </pc:graphicFrameChg>
        <pc:graphicFrameChg chg="add del mod">
          <ac:chgData name="Manuj" userId="1a07f523-e16f-486a-b610-37539cc763a0" providerId="ADAL" clId="{F5489017-6C9C-42E8-A377-6E345B0F8CF4}" dt="2023-11-30T09:53:31.623" v="451"/>
          <ac:graphicFrameMkLst>
            <pc:docMk/>
            <pc:sldMk cId="247023824" sldId="572"/>
            <ac:graphicFrameMk id="4" creationId="{1B604D33-3B0D-C63F-45C3-4B7D889933EB}"/>
          </ac:graphicFrameMkLst>
        </pc:graphicFrameChg>
      </pc:sldChg>
      <pc:sldChg chg="modSp del mod">
        <pc:chgData name="Manuj" userId="1a07f523-e16f-486a-b610-37539cc763a0" providerId="ADAL" clId="{F5489017-6C9C-42E8-A377-6E345B0F8CF4}" dt="2023-11-30T10:40:42.992" v="796" actId="2696"/>
        <pc:sldMkLst>
          <pc:docMk/>
          <pc:sldMk cId="3683471268" sldId="576"/>
        </pc:sldMkLst>
        <pc:graphicFrameChg chg="mod modGraphic">
          <ac:chgData name="Manuj" userId="1a07f523-e16f-486a-b610-37539cc763a0" providerId="ADAL" clId="{F5489017-6C9C-42E8-A377-6E345B0F8CF4}" dt="2023-11-30T10:26:00.262" v="565" actId="2165"/>
          <ac:graphicFrameMkLst>
            <pc:docMk/>
            <pc:sldMk cId="3683471268" sldId="576"/>
            <ac:graphicFrameMk id="2" creationId="{3A975A18-D4F1-0316-FAE2-B035973DBD91}"/>
          </ac:graphicFrameMkLst>
        </pc:graphicFrameChg>
      </pc:sldChg>
      <pc:sldChg chg="addSp delSp modSp mod">
        <pc:chgData name="Manuj" userId="1a07f523-e16f-486a-b610-37539cc763a0" providerId="ADAL" clId="{F5489017-6C9C-42E8-A377-6E345B0F8CF4}" dt="2023-11-30T12:25:36.712" v="2245" actId="403"/>
        <pc:sldMkLst>
          <pc:docMk/>
          <pc:sldMk cId="4028893296" sldId="577"/>
        </pc:sldMkLst>
        <pc:spChg chg="add del mod">
          <ac:chgData name="Manuj" userId="1a07f523-e16f-486a-b610-37539cc763a0" providerId="ADAL" clId="{F5489017-6C9C-42E8-A377-6E345B0F8CF4}" dt="2023-11-30T11:26:58.535" v="1838"/>
          <ac:spMkLst>
            <pc:docMk/>
            <pc:sldMk cId="4028893296" sldId="577"/>
            <ac:spMk id="2" creationId="{ACF2C39D-B0CF-F266-BA22-B9E544D32445}"/>
          </ac:spMkLst>
        </pc:spChg>
        <pc:spChg chg="mod">
          <ac:chgData name="Manuj" userId="1a07f523-e16f-486a-b610-37539cc763a0" providerId="ADAL" clId="{F5489017-6C9C-42E8-A377-6E345B0F8CF4}" dt="2023-11-30T10:41:49.299" v="935" actId="404"/>
          <ac:spMkLst>
            <pc:docMk/>
            <pc:sldMk cId="4028893296" sldId="577"/>
            <ac:spMk id="5" creationId="{24959149-75EC-9836-7E67-3B7777D97851}"/>
          </ac:spMkLst>
        </pc:spChg>
        <pc:spChg chg="mod">
          <ac:chgData name="Manuj" userId="1a07f523-e16f-486a-b610-37539cc763a0" providerId="ADAL" clId="{F5489017-6C9C-42E8-A377-6E345B0F8CF4}" dt="2023-11-30T12:25:33.587" v="2244" actId="403"/>
          <ac:spMkLst>
            <pc:docMk/>
            <pc:sldMk cId="4028893296" sldId="577"/>
            <ac:spMk id="12" creationId="{D27A3816-1FF5-42A6-6AE5-3741FDD1CBA9}"/>
          </ac:spMkLst>
        </pc:spChg>
        <pc:spChg chg="mod">
          <ac:chgData name="Manuj" userId="1a07f523-e16f-486a-b610-37539cc763a0" providerId="ADAL" clId="{F5489017-6C9C-42E8-A377-6E345B0F8CF4}" dt="2023-11-30T12:25:36.712" v="2245" actId="403"/>
          <ac:spMkLst>
            <pc:docMk/>
            <pc:sldMk cId="4028893296" sldId="577"/>
            <ac:spMk id="14" creationId="{514D091D-50A9-520B-1F2C-76DA6EC04245}"/>
          </ac:spMkLst>
        </pc:spChg>
        <pc:picChg chg="add del mod">
          <ac:chgData name="Manuj" userId="1a07f523-e16f-486a-b610-37539cc763a0" providerId="ADAL" clId="{F5489017-6C9C-42E8-A377-6E345B0F8CF4}" dt="2023-11-30T12:25:01.867" v="2236" actId="478"/>
          <ac:picMkLst>
            <pc:docMk/>
            <pc:sldMk cId="4028893296" sldId="577"/>
            <ac:picMk id="4" creationId="{0F022B64-2A70-2F52-283A-078B55A977BE}"/>
          </ac:picMkLst>
        </pc:picChg>
        <pc:picChg chg="add mod">
          <ac:chgData name="Manuj" userId="1a07f523-e16f-486a-b610-37539cc763a0" providerId="ADAL" clId="{F5489017-6C9C-42E8-A377-6E345B0F8CF4}" dt="2023-11-30T12:25:09.840" v="2243" actId="1076"/>
          <ac:picMkLst>
            <pc:docMk/>
            <pc:sldMk cId="4028893296" sldId="577"/>
            <ac:picMk id="7" creationId="{F2DCAB49-B475-FA5A-CDF6-C177E66D83AB}"/>
          </ac:picMkLst>
        </pc:picChg>
        <pc:picChg chg="mod">
          <ac:chgData name="Manuj" userId="1a07f523-e16f-486a-b610-37539cc763a0" providerId="ADAL" clId="{F5489017-6C9C-42E8-A377-6E345B0F8CF4}" dt="2023-11-30T10:41:01.282" v="799" actId="732"/>
          <ac:picMkLst>
            <pc:docMk/>
            <pc:sldMk cId="4028893296" sldId="577"/>
            <ac:picMk id="1026" creationId="{EE67FDB5-15C4-D0BE-9554-0196C7182685}"/>
          </ac:picMkLst>
        </pc:picChg>
      </pc:sldChg>
      <pc:sldChg chg="modSp add mod">
        <pc:chgData name="Manuj" userId="1a07f523-e16f-486a-b610-37539cc763a0" providerId="ADAL" clId="{F5489017-6C9C-42E8-A377-6E345B0F8CF4}" dt="2023-11-30T12:05:37.988" v="2235" actId="20577"/>
        <pc:sldMkLst>
          <pc:docMk/>
          <pc:sldMk cId="2743113738" sldId="578"/>
        </pc:sldMkLst>
        <pc:graphicFrameChg chg="mod modGraphic">
          <ac:chgData name="Manuj" userId="1a07f523-e16f-486a-b610-37539cc763a0" providerId="ADAL" clId="{F5489017-6C9C-42E8-A377-6E345B0F8CF4}" dt="2023-11-30T12:05:37.988" v="2235" actId="20577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  <pc:sldChg chg="addSp delSp modSp add del mod">
        <pc:chgData name="Manuj" userId="1a07f523-e16f-486a-b610-37539cc763a0" providerId="ADAL" clId="{F5489017-6C9C-42E8-A377-6E345B0F8CF4}" dt="2023-11-30T11:39:20.205" v="1915" actId="47"/>
        <pc:sldMkLst>
          <pc:docMk/>
          <pc:sldMk cId="499805332" sldId="579"/>
        </pc:sldMkLst>
        <pc:spChg chg="add mod">
          <ac:chgData name="Manuj" userId="1a07f523-e16f-486a-b610-37539cc763a0" providerId="ADAL" clId="{F5489017-6C9C-42E8-A377-6E345B0F8CF4}" dt="2023-11-30T11:19:01.326" v="1798" actId="1076"/>
          <ac:spMkLst>
            <pc:docMk/>
            <pc:sldMk cId="499805332" sldId="579"/>
            <ac:spMk id="8" creationId="{B73260BC-891D-2C3D-FD1F-74C32BD349D8}"/>
          </ac:spMkLst>
        </pc:spChg>
        <pc:graphicFrameChg chg="del">
          <ac:chgData name="Manuj" userId="1a07f523-e16f-486a-b610-37539cc763a0" providerId="ADAL" clId="{F5489017-6C9C-42E8-A377-6E345B0F8CF4}" dt="2023-11-30T10:57:10.303" v="1189" actId="478"/>
          <ac:graphicFrameMkLst>
            <pc:docMk/>
            <pc:sldMk cId="499805332" sldId="579"/>
            <ac:graphicFrameMk id="2" creationId="{CC010099-24C3-67D9-1873-CB11E709EA15}"/>
          </ac:graphicFrameMkLst>
        </pc:graphicFrameChg>
        <pc:picChg chg="add mod modCrop">
          <ac:chgData name="Manuj" userId="1a07f523-e16f-486a-b610-37539cc763a0" providerId="ADAL" clId="{F5489017-6C9C-42E8-A377-6E345B0F8CF4}" dt="2023-11-30T11:18:18.478" v="1763" actId="1076"/>
          <ac:picMkLst>
            <pc:docMk/>
            <pc:sldMk cId="499805332" sldId="579"/>
            <ac:picMk id="5" creationId="{ADCE390A-CBAF-BBE9-F703-07BD3A676958}"/>
          </ac:picMkLst>
        </pc:picChg>
        <pc:picChg chg="add del mod modCrop">
          <ac:chgData name="Manuj" userId="1a07f523-e16f-486a-b610-37539cc763a0" providerId="ADAL" clId="{F5489017-6C9C-42E8-A377-6E345B0F8CF4}" dt="2023-11-30T11:35:44.803" v="1860" actId="478"/>
          <ac:picMkLst>
            <pc:docMk/>
            <pc:sldMk cId="499805332" sldId="579"/>
            <ac:picMk id="7" creationId="{89539455-94F9-907F-8875-04D009047553}"/>
          </ac:picMkLst>
        </pc:picChg>
        <pc:picChg chg="add del mod">
          <ac:chgData name="Manuj" userId="1a07f523-e16f-486a-b610-37539cc763a0" providerId="ADAL" clId="{F5489017-6C9C-42E8-A377-6E345B0F8CF4}" dt="2023-11-30T11:35:43.450" v="1859"/>
          <ac:picMkLst>
            <pc:docMk/>
            <pc:sldMk cId="499805332" sldId="579"/>
            <ac:picMk id="9" creationId="{A61EB237-183F-2F4B-9159-B78C09B783F2}"/>
          </ac:picMkLst>
        </pc:picChg>
      </pc:sldChg>
      <pc:sldChg chg="addSp delSp modSp add del mod">
        <pc:chgData name="Manuj" userId="1a07f523-e16f-486a-b610-37539cc763a0" providerId="ADAL" clId="{F5489017-6C9C-42E8-A377-6E345B0F8CF4}" dt="2023-11-30T11:16:56.068" v="1760" actId="47"/>
        <pc:sldMkLst>
          <pc:docMk/>
          <pc:sldMk cId="3102430942" sldId="580"/>
        </pc:sldMkLst>
        <pc:spChg chg="add mod">
          <ac:chgData name="Manuj" userId="1a07f523-e16f-486a-b610-37539cc763a0" providerId="ADAL" clId="{F5489017-6C9C-42E8-A377-6E345B0F8CF4}" dt="2023-11-30T11:02:30.470" v="1436" actId="1035"/>
          <ac:spMkLst>
            <pc:docMk/>
            <pc:sldMk cId="3102430942" sldId="580"/>
            <ac:spMk id="3" creationId="{53709318-F4A5-885F-115E-2D97FFA7A2BB}"/>
          </ac:spMkLst>
        </pc:spChg>
        <pc:spChg chg="del">
          <ac:chgData name="Manuj" userId="1a07f523-e16f-486a-b610-37539cc763a0" providerId="ADAL" clId="{F5489017-6C9C-42E8-A377-6E345B0F8CF4}" dt="2023-11-30T11:01:59.695" v="1385" actId="478"/>
          <ac:spMkLst>
            <pc:docMk/>
            <pc:sldMk cId="3102430942" sldId="580"/>
            <ac:spMk id="4" creationId="{692ABC34-2FA5-3876-F9DE-97FD6F113290}"/>
          </ac:spMkLst>
        </pc:spChg>
        <pc:picChg chg="del">
          <ac:chgData name="Manuj" userId="1a07f523-e16f-486a-b610-37539cc763a0" providerId="ADAL" clId="{F5489017-6C9C-42E8-A377-6E345B0F8CF4}" dt="2023-11-30T11:01:59.695" v="1385" actId="478"/>
          <ac:picMkLst>
            <pc:docMk/>
            <pc:sldMk cId="3102430942" sldId="580"/>
            <ac:picMk id="1026" creationId="{5D4C9DF9-38A3-9109-BE35-9A6118D1B76B}"/>
          </ac:picMkLst>
        </pc:picChg>
        <pc:picChg chg="del">
          <ac:chgData name="Manuj" userId="1a07f523-e16f-486a-b610-37539cc763a0" providerId="ADAL" clId="{F5489017-6C9C-42E8-A377-6E345B0F8CF4}" dt="2023-11-30T11:01:59.695" v="1385" actId="478"/>
          <ac:picMkLst>
            <pc:docMk/>
            <pc:sldMk cId="3102430942" sldId="580"/>
            <ac:picMk id="1028" creationId="{055F6C0F-5914-8C76-8F10-1C1DDB57CDFC}"/>
          </ac:picMkLst>
        </pc:picChg>
        <pc:picChg chg="del">
          <ac:chgData name="Manuj" userId="1a07f523-e16f-486a-b610-37539cc763a0" providerId="ADAL" clId="{F5489017-6C9C-42E8-A377-6E345B0F8CF4}" dt="2023-11-30T11:01:59.695" v="1385" actId="478"/>
          <ac:picMkLst>
            <pc:docMk/>
            <pc:sldMk cId="3102430942" sldId="580"/>
            <ac:picMk id="1030" creationId="{30BE1287-A6A0-7722-ACDE-A3FE74A8C016}"/>
          </ac:picMkLst>
        </pc:picChg>
        <pc:picChg chg="del">
          <ac:chgData name="Manuj" userId="1a07f523-e16f-486a-b610-37539cc763a0" providerId="ADAL" clId="{F5489017-6C9C-42E8-A377-6E345B0F8CF4}" dt="2023-11-30T11:01:59.695" v="1385" actId="478"/>
          <ac:picMkLst>
            <pc:docMk/>
            <pc:sldMk cId="3102430942" sldId="580"/>
            <ac:picMk id="1032" creationId="{9951C053-7EEF-CA28-F5E3-6A9A8F2F070A}"/>
          </ac:picMkLst>
        </pc:picChg>
        <pc:picChg chg="del">
          <ac:chgData name="Manuj" userId="1a07f523-e16f-486a-b610-37539cc763a0" providerId="ADAL" clId="{F5489017-6C9C-42E8-A377-6E345B0F8CF4}" dt="2023-11-30T11:01:59.695" v="1385" actId="478"/>
          <ac:picMkLst>
            <pc:docMk/>
            <pc:sldMk cId="3102430942" sldId="580"/>
            <ac:picMk id="1034" creationId="{7F229806-6913-5887-1EB5-B506AAC3CA1B}"/>
          </ac:picMkLst>
        </pc:picChg>
      </pc:sldChg>
      <pc:sldChg chg="addSp delSp modSp add mod">
        <pc:chgData name="Manuj" userId="1a07f523-e16f-486a-b610-37539cc763a0" providerId="ADAL" clId="{F5489017-6C9C-42E8-A377-6E345B0F8CF4}" dt="2023-11-30T11:43:47.845" v="1920" actId="948"/>
        <pc:sldMkLst>
          <pc:docMk/>
          <pc:sldMk cId="1054229470" sldId="581"/>
        </pc:sldMkLst>
        <pc:spChg chg="del">
          <ac:chgData name="Manuj" userId="1a07f523-e16f-486a-b610-37539cc763a0" providerId="ADAL" clId="{F5489017-6C9C-42E8-A377-6E345B0F8CF4}" dt="2023-11-30T11:02:55.469" v="1438" actId="478"/>
          <ac:spMkLst>
            <pc:docMk/>
            <pc:sldMk cId="1054229470" sldId="581"/>
            <ac:spMk id="3" creationId="{53709318-F4A5-885F-115E-2D97FFA7A2BB}"/>
          </ac:spMkLst>
        </pc:spChg>
        <pc:spChg chg="add mod">
          <ac:chgData name="Manuj" userId="1a07f523-e16f-486a-b610-37539cc763a0" providerId="ADAL" clId="{F5489017-6C9C-42E8-A377-6E345B0F8CF4}" dt="2023-11-30T11:43:47.845" v="1920" actId="948"/>
          <ac:spMkLst>
            <pc:docMk/>
            <pc:sldMk cId="1054229470" sldId="581"/>
            <ac:spMk id="4" creationId="{607776AC-6D13-6EF2-4DAE-6DC747EE478E}"/>
          </ac:spMkLst>
        </pc:spChg>
        <pc:spChg chg="add mod">
          <ac:chgData name="Manuj" userId="1a07f523-e16f-486a-b610-37539cc763a0" providerId="ADAL" clId="{F5489017-6C9C-42E8-A377-6E345B0F8CF4}" dt="2023-11-30T11:21:16.717" v="1836" actId="1035"/>
          <ac:spMkLst>
            <pc:docMk/>
            <pc:sldMk cId="1054229470" sldId="581"/>
            <ac:spMk id="6" creationId="{212DC885-ACAD-D435-AD3E-F56D0C423F1F}"/>
          </ac:spMkLst>
        </pc:spChg>
      </pc:sldChg>
      <pc:sldChg chg="addSp delSp modSp add del mod">
        <pc:chgData name="Manuj" userId="1a07f523-e16f-486a-b610-37539cc763a0" providerId="ADAL" clId="{F5489017-6C9C-42E8-A377-6E345B0F8CF4}" dt="2023-11-30T11:39:22.406" v="1916" actId="47"/>
        <pc:sldMkLst>
          <pc:docMk/>
          <pc:sldMk cId="298693287" sldId="582"/>
        </pc:sldMkLst>
        <pc:spChg chg="del">
          <ac:chgData name="Manuj" userId="1a07f523-e16f-486a-b610-37539cc763a0" providerId="ADAL" clId="{F5489017-6C9C-42E8-A377-6E345B0F8CF4}" dt="2023-11-30T11:34:20.111" v="1846" actId="478"/>
          <ac:spMkLst>
            <pc:docMk/>
            <pc:sldMk cId="298693287" sldId="582"/>
            <ac:spMk id="3" creationId="{496BCF32-4A66-8EC5-3ABB-89A2DCFFA1F7}"/>
          </ac:spMkLst>
        </pc:spChg>
        <pc:spChg chg="del">
          <ac:chgData name="Manuj" userId="1a07f523-e16f-486a-b610-37539cc763a0" providerId="ADAL" clId="{F5489017-6C9C-42E8-A377-6E345B0F8CF4}" dt="2023-11-30T11:34:20.111" v="1846" actId="478"/>
          <ac:spMkLst>
            <pc:docMk/>
            <pc:sldMk cId="298693287" sldId="582"/>
            <ac:spMk id="8" creationId="{B73260BC-891D-2C3D-FD1F-74C32BD349D8}"/>
          </ac:spMkLst>
        </pc:spChg>
        <pc:picChg chg="add mod">
          <ac:chgData name="Manuj" userId="1a07f523-e16f-486a-b610-37539cc763a0" providerId="ADAL" clId="{F5489017-6C9C-42E8-A377-6E345B0F8CF4}" dt="2023-11-30T11:34:50.092" v="1850" actId="688"/>
          <ac:picMkLst>
            <pc:docMk/>
            <pc:sldMk cId="298693287" sldId="582"/>
            <ac:picMk id="4" creationId="{8700822E-8654-DD13-537D-3D12CDD0B252}"/>
          </ac:picMkLst>
        </pc:picChg>
        <pc:picChg chg="del">
          <ac:chgData name="Manuj" userId="1a07f523-e16f-486a-b610-37539cc763a0" providerId="ADAL" clId="{F5489017-6C9C-42E8-A377-6E345B0F8CF4}" dt="2023-11-30T11:34:21.906" v="1847" actId="478"/>
          <ac:picMkLst>
            <pc:docMk/>
            <pc:sldMk cId="298693287" sldId="582"/>
            <ac:picMk id="5" creationId="{ADCE390A-CBAF-BBE9-F703-07BD3A676958}"/>
          </ac:picMkLst>
        </pc:picChg>
        <pc:picChg chg="del">
          <ac:chgData name="Manuj" userId="1a07f523-e16f-486a-b610-37539cc763a0" providerId="ADAL" clId="{F5489017-6C9C-42E8-A377-6E345B0F8CF4}" dt="2023-11-30T11:34:20.111" v="1846" actId="478"/>
          <ac:picMkLst>
            <pc:docMk/>
            <pc:sldMk cId="298693287" sldId="582"/>
            <ac:picMk id="7" creationId="{89539455-94F9-907F-8875-04D009047553}"/>
          </ac:picMkLst>
        </pc:picChg>
      </pc:sldChg>
      <pc:sldChg chg="addSp delSp modSp add mod">
        <pc:chgData name="Manuj" userId="1a07f523-e16f-486a-b610-37539cc763a0" providerId="ADAL" clId="{F5489017-6C9C-42E8-A377-6E345B0F8CF4}" dt="2023-11-30T11:37:27.952" v="1914" actId="1038"/>
        <pc:sldMkLst>
          <pc:docMk/>
          <pc:sldMk cId="1917565795" sldId="583"/>
        </pc:sldMkLst>
        <pc:spChg chg="mod">
          <ac:chgData name="Manuj" userId="1a07f523-e16f-486a-b610-37539cc763a0" providerId="ADAL" clId="{F5489017-6C9C-42E8-A377-6E345B0F8CF4}" dt="2023-11-30T11:36:33.925" v="1888" actId="1076"/>
          <ac:spMkLst>
            <pc:docMk/>
            <pc:sldMk cId="1917565795" sldId="583"/>
            <ac:spMk id="8" creationId="{B73260BC-891D-2C3D-FD1F-74C32BD349D8}"/>
          </ac:spMkLst>
        </pc:spChg>
        <pc:picChg chg="add mod">
          <ac:chgData name="Manuj" userId="1a07f523-e16f-486a-b610-37539cc763a0" providerId="ADAL" clId="{F5489017-6C9C-42E8-A377-6E345B0F8CF4}" dt="2023-11-30T11:37:27.952" v="1914" actId="1038"/>
          <ac:picMkLst>
            <pc:docMk/>
            <pc:sldMk cId="1917565795" sldId="583"/>
            <ac:picMk id="2" creationId="{E8215DAA-E2D5-FC5C-C7C6-51EFF802CE8E}"/>
          </ac:picMkLst>
        </pc:picChg>
        <pc:picChg chg="mod">
          <ac:chgData name="Manuj" userId="1a07f523-e16f-486a-b610-37539cc763a0" providerId="ADAL" clId="{F5489017-6C9C-42E8-A377-6E345B0F8CF4}" dt="2023-11-30T11:37:13.873" v="1900" actId="1035"/>
          <ac:picMkLst>
            <pc:docMk/>
            <pc:sldMk cId="1917565795" sldId="583"/>
            <ac:picMk id="5" creationId="{ADCE390A-CBAF-BBE9-F703-07BD3A676958}"/>
          </ac:picMkLst>
        </pc:picChg>
        <pc:picChg chg="del">
          <ac:chgData name="Manuj" userId="1a07f523-e16f-486a-b610-37539cc763a0" providerId="ADAL" clId="{F5489017-6C9C-42E8-A377-6E345B0F8CF4}" dt="2023-11-30T11:36:02.278" v="1862" actId="478"/>
          <ac:picMkLst>
            <pc:docMk/>
            <pc:sldMk cId="1917565795" sldId="583"/>
            <ac:picMk id="7" creationId="{89539455-94F9-907F-8875-04D00904755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DE1EB4-28E7-47FE-B3B7-30AD8347381D}" type="datetimeFigureOut">
              <a:rPr lang="en-US" smtClean="0"/>
              <a:pPr/>
              <a:t>1/30/2024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AD4B6D-C77D-46CB-B9BC-B12A284B0032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86927-F3CA-44F2-AB7E-BBC9746059E2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1143000"/>
            <a:ext cx="2133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5ED01-58E1-46B4-9B9B-8F04EAD1F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523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5ED01-58E1-46B4-9B9B-8F04EAD1F5BA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6870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932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7076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1809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5986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5489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79613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8155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077290"/>
            <a:ext cx="5829300" cy="2123370"/>
          </a:xfrm>
        </p:spPr>
        <p:txBody>
          <a:bodyPr>
            <a:normAutofit/>
          </a:bodyPr>
          <a:lstStyle>
            <a:lvl1pPr>
              <a:defRPr sz="128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4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771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54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31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086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85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62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2400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4172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1/30/2024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Rectangle 6"/>
          <p:cNvSpPr/>
          <p:nvPr userDrawn="1"/>
        </p:nvSpPr>
        <p:spPr>
          <a:xfrm>
            <a:off x="6666683" y="2"/>
            <a:ext cx="191318" cy="9906000"/>
          </a:xfrm>
          <a:prstGeom prst="rect">
            <a:avLst/>
          </a:prstGeom>
          <a:solidFill>
            <a:srgbClr val="F6822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81"/>
          </a:p>
        </p:txBody>
      </p:sp>
      <p:pic>
        <p:nvPicPr>
          <p:cNvPr id="10" name="Google Shape;56;p13"/>
          <p:cNvPicPr preferRelativeResize="0"/>
          <p:nvPr userDrawn="1"/>
        </p:nvPicPr>
        <p:blipFill rotWithShape="1">
          <a:blip r:embed="rId2" cstate="print">
            <a:alphaModFix/>
          </a:blip>
          <a:srcRect l="13989" t="43039" r="72022" b="42972"/>
          <a:stretch/>
        </p:blipFill>
        <p:spPr>
          <a:xfrm>
            <a:off x="3" y="-12212"/>
            <a:ext cx="281537" cy="833889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9"/>
            <a:ext cx="5829300" cy="1967442"/>
          </a:xfrm>
        </p:spPr>
        <p:txBody>
          <a:bodyPr anchor="t"/>
          <a:lstStyle>
            <a:lvl1pPr algn="l">
              <a:defRPr sz="1561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8"/>
          </a:xfrm>
        </p:spPr>
        <p:txBody>
          <a:bodyPr anchor="b"/>
          <a:lstStyle>
            <a:lvl1pPr marL="0" indent="0">
              <a:buNone/>
              <a:defRPr sz="761">
                <a:solidFill>
                  <a:schemeClr val="tx1">
                    <a:tint val="75000"/>
                  </a:schemeClr>
                </a:solidFill>
              </a:defRPr>
            </a:lvl1pPr>
            <a:lvl2pPr marL="177154" indent="0">
              <a:buNone/>
              <a:defRPr sz="681">
                <a:solidFill>
                  <a:schemeClr val="tx1">
                    <a:tint val="75000"/>
                  </a:schemeClr>
                </a:solidFill>
              </a:defRPr>
            </a:lvl2pPr>
            <a:lvl3pPr marL="354308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53146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4pPr>
            <a:lvl5pPr marL="708616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5pPr>
            <a:lvl6pPr marL="885770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6pPr>
            <a:lvl7pPr marL="1062924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7pPr>
            <a:lvl8pPr marL="1240077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8pPr>
            <a:lvl9pPr marL="141723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1/30/2024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4814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07657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1/30/2024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2" y="396701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1" y="2217386"/>
            <a:ext cx="3030142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1" y="3141486"/>
            <a:ext cx="3030142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1" y="2217386"/>
            <a:ext cx="3031331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1" y="3141486"/>
            <a:ext cx="3031331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1/30/2024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1/30/2024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1/30/2024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4" y="394407"/>
            <a:ext cx="2256235" cy="1678517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91" y="394411"/>
            <a:ext cx="3833813" cy="8454496"/>
          </a:xfrm>
        </p:spPr>
        <p:txBody>
          <a:bodyPr/>
          <a:lstStyle>
            <a:lvl1pPr>
              <a:defRPr sz="1241"/>
            </a:lvl1pPr>
            <a:lvl2pPr>
              <a:defRPr sz="1081"/>
            </a:lvl2pPr>
            <a:lvl3pPr>
              <a:defRPr sz="921"/>
            </a:lvl3pPr>
            <a:lvl4pPr>
              <a:defRPr sz="761"/>
            </a:lvl4pPr>
            <a:lvl5pPr>
              <a:defRPr sz="761"/>
            </a:lvl5pPr>
            <a:lvl6pPr>
              <a:defRPr sz="761"/>
            </a:lvl6pPr>
            <a:lvl7pPr>
              <a:defRPr sz="761"/>
            </a:lvl7pPr>
            <a:lvl8pPr>
              <a:defRPr sz="761"/>
            </a:lvl8pPr>
            <a:lvl9pPr>
              <a:defRPr sz="76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4" y="2072926"/>
            <a:ext cx="2256235" cy="67759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1/30/2024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8" y="6934208"/>
            <a:ext cx="4114800" cy="818620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8" y="885124"/>
            <a:ext cx="4114800" cy="5943600"/>
          </a:xfrm>
        </p:spPr>
        <p:txBody>
          <a:bodyPr/>
          <a:lstStyle>
            <a:lvl1pPr marL="0" indent="0">
              <a:buNone/>
              <a:defRPr sz="1241"/>
            </a:lvl1pPr>
            <a:lvl2pPr marL="177154" indent="0">
              <a:buNone/>
              <a:defRPr sz="1081"/>
            </a:lvl2pPr>
            <a:lvl3pPr marL="354308" indent="0">
              <a:buNone/>
              <a:defRPr sz="921"/>
            </a:lvl3pPr>
            <a:lvl4pPr marL="531462" indent="0">
              <a:buNone/>
              <a:defRPr sz="761"/>
            </a:lvl4pPr>
            <a:lvl5pPr marL="708616" indent="0">
              <a:buNone/>
              <a:defRPr sz="761"/>
            </a:lvl5pPr>
            <a:lvl6pPr marL="885770" indent="0">
              <a:buNone/>
              <a:defRPr sz="761"/>
            </a:lvl6pPr>
            <a:lvl7pPr marL="1062924" indent="0">
              <a:buNone/>
              <a:defRPr sz="761"/>
            </a:lvl7pPr>
            <a:lvl8pPr marL="1240077" indent="0">
              <a:buNone/>
              <a:defRPr sz="761"/>
            </a:lvl8pPr>
            <a:lvl9pPr marL="1417232" indent="0">
              <a:buNone/>
              <a:defRPr sz="761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8" y="7752830"/>
            <a:ext cx="4114800" cy="11625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1/30/2024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1/30/2024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73356" y="353140"/>
            <a:ext cx="1822847" cy="754644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4814" y="353140"/>
            <a:ext cx="5354240" cy="754644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1/30/2024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2613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242" y="1260064"/>
            <a:ext cx="6381519" cy="8100634"/>
          </a:xfrm>
          <a:prstGeom prst="rect">
            <a:avLst/>
          </a:prstGeom>
        </p:spPr>
        <p:txBody>
          <a:bodyPr vert="horz" lIns="88514" tIns="44257" rIns="88514" bIns="4425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54308" rtl="0" eaLnBrk="1" latinLnBrk="0" hangingPunct="1">
        <a:spcBef>
          <a:spcPct val="0"/>
        </a:spcBef>
        <a:buNone/>
        <a:defRPr sz="112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2866" indent="-132866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1pPr>
      <a:lvl2pPr marL="287875" indent="-110721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2pPr>
      <a:lvl3pPr marL="442885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3pPr>
      <a:lvl4pPr marL="620039" indent="-88577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4pPr>
      <a:lvl5pPr marL="797193" indent="-88577" algn="l" defTabSz="354308" rtl="0" eaLnBrk="1" latinLnBrk="0" hangingPunct="1">
        <a:spcBef>
          <a:spcPct val="20000"/>
        </a:spcBef>
        <a:buFont typeface="Arial" pitchFamily="34" charset="0"/>
        <a:buChar char="»"/>
        <a:defRPr sz="640" kern="1200">
          <a:solidFill>
            <a:schemeClr val="tx1"/>
          </a:solidFill>
          <a:latin typeface="+mn-lt"/>
          <a:ea typeface="+mn-ea"/>
          <a:cs typeface="+mn-cs"/>
        </a:defRPr>
      </a:lvl5pPr>
      <a:lvl6pPr marL="974347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6pPr>
      <a:lvl7pPr marL="1151501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7pPr>
      <a:lvl8pPr marL="1328654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8pPr>
      <a:lvl9pPr marL="1505810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1pPr>
      <a:lvl2pPr marL="17715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2pPr>
      <a:lvl3pPr marL="354308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3pPr>
      <a:lvl4pPr marL="53146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4pPr>
      <a:lvl5pPr marL="708616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5pPr>
      <a:lvl6pPr marL="88577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6pPr>
      <a:lvl7pPr marL="106292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7pPr>
      <a:lvl8pPr marL="1240077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8pPr>
      <a:lvl9pPr marL="141723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E67FDB5-15C4-D0BE-9554-0196C71826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5838"/>
          <a:stretch/>
        </p:blipFill>
        <p:spPr bwMode="auto">
          <a:xfrm>
            <a:off x="1" y="-21849"/>
            <a:ext cx="6858000" cy="111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959149-75EC-9836-7E67-3B7777D97851}"/>
              </a:ext>
            </a:extLst>
          </p:cNvPr>
          <p:cNvSpPr txBox="1"/>
          <p:nvPr/>
        </p:nvSpPr>
        <p:spPr>
          <a:xfrm>
            <a:off x="454819" y="1816166"/>
            <a:ext cx="59483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44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WBMS-SW</a:t>
            </a:r>
            <a:r>
              <a:rPr lang="en-US" sz="4400" b="1" dirty="0">
                <a:solidFill>
                  <a:srgbClr val="073763"/>
                </a:solidFill>
                <a:latin typeface="Calibri" panose="020F0502020204030204" pitchFamily="34" charset="0"/>
              </a:rPr>
              <a:t>-Mini </a:t>
            </a:r>
            <a:r>
              <a:rPr lang="en-US" sz="44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16S 45A</a:t>
            </a:r>
            <a:endParaRPr lang="en-US" sz="4400" dirty="0">
              <a:effectLst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7A3816-1FF5-42A6-6AE5-3741FDD1CBA9}"/>
              </a:ext>
            </a:extLst>
          </p:cNvPr>
          <p:cNvSpPr txBox="1"/>
          <p:nvPr/>
        </p:nvSpPr>
        <p:spPr>
          <a:xfrm>
            <a:off x="547478" y="2988950"/>
            <a:ext cx="5948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Smart BMS Manages Lithium Ion Batteries </a:t>
            </a:r>
          </a:p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with Precision and Speed</a:t>
            </a:r>
            <a:endParaRPr lang="en-US" sz="400" dirty="0"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4D091D-50A9-520B-1F2C-76DA6EC04245}"/>
              </a:ext>
            </a:extLst>
          </p:cNvPr>
          <p:cNvSpPr txBox="1"/>
          <p:nvPr/>
        </p:nvSpPr>
        <p:spPr>
          <a:xfrm>
            <a:off x="574087" y="4028981"/>
            <a:ext cx="59483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IN" sz="20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Specification Sheet v3.1</a:t>
            </a:r>
            <a:endParaRPr lang="en-IN" sz="500" dirty="0">
              <a:effectLst/>
            </a:endParaRPr>
          </a:p>
        </p:txBody>
      </p:sp>
      <p:pic>
        <p:nvPicPr>
          <p:cNvPr id="3" name="Picture 2" descr="A close-up of a circuit board&#10;&#10;Description automatically generated">
            <a:extLst>
              <a:ext uri="{FF2B5EF4-FFF2-40B4-BE49-F238E27FC236}">
                <a16:creationId xmlns:a16="http://schemas.microsoft.com/office/drawing/2014/main" id="{A3C92CF8-F1AB-4010-8497-55712DD3331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1" t="5455" r="7963" b="10740"/>
          <a:stretch/>
        </p:blipFill>
        <p:spPr>
          <a:xfrm>
            <a:off x="850900" y="4761236"/>
            <a:ext cx="5410200" cy="442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93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2ABC34-2FA5-3876-F9DE-97FD6F113290}"/>
              </a:ext>
            </a:extLst>
          </p:cNvPr>
          <p:cNvSpPr txBox="1"/>
          <p:nvPr/>
        </p:nvSpPr>
        <p:spPr>
          <a:xfrm>
            <a:off x="1450361" y="630343"/>
            <a:ext cx="4237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Application Diagram</a:t>
            </a:r>
            <a:endParaRPr lang="en-IN" sz="28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55F6C0F-5914-8C76-8F10-1C1DDB57C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14" y="7960499"/>
            <a:ext cx="1495425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0BE1287-A6A0-7722-ACDE-A3FE74A8C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860" y="7836674"/>
            <a:ext cx="1609725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951C053-7EEF-CA28-F5E3-6A9A8F2F0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800" y="7892554"/>
            <a:ext cx="152400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7F229806-6913-5887-1EB5-B506AAC3C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651" y="7946101"/>
            <a:ext cx="1495425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C75520D-2FF0-B3BE-C7B1-CAAB1961D9AD}"/>
              </a:ext>
            </a:extLst>
          </p:cNvPr>
          <p:cNvGrpSpPr/>
          <p:nvPr/>
        </p:nvGrpSpPr>
        <p:grpSpPr>
          <a:xfrm>
            <a:off x="260394" y="1661288"/>
            <a:ext cx="6354924" cy="5879202"/>
            <a:chOff x="260394" y="1661288"/>
            <a:chExt cx="6354924" cy="587920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B8417B4-1D44-7394-E4E4-DEC9157F6A3F}"/>
                </a:ext>
              </a:extLst>
            </p:cNvPr>
            <p:cNvGrpSpPr/>
            <p:nvPr/>
          </p:nvGrpSpPr>
          <p:grpSpPr>
            <a:xfrm>
              <a:off x="260394" y="1661288"/>
              <a:ext cx="6354924" cy="5879202"/>
              <a:chOff x="260394" y="1661288"/>
              <a:chExt cx="6354924" cy="5879202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5D4C9DF9-38A3-9109-BE35-9A6118D1B7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0394" y="1661288"/>
                <a:ext cx="6354924" cy="58792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565F4D1-DBDB-9A18-5610-68DBE96AFD6C}"/>
                  </a:ext>
                </a:extLst>
              </p:cNvPr>
              <p:cNvSpPr/>
              <p:nvPr/>
            </p:nvSpPr>
            <p:spPr>
              <a:xfrm>
                <a:off x="3663994" y="5975350"/>
                <a:ext cx="1003300" cy="234950"/>
              </a:xfrm>
              <a:prstGeom prst="rect">
                <a:avLst/>
              </a:prstGeom>
              <a:solidFill>
                <a:srgbClr val="AAD4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accent6">
                        <a:lumMod val="50000"/>
                      </a:schemeClr>
                    </a:solidFill>
                  </a:rPr>
                  <a:t>ISO CAN2.0B</a:t>
                </a:r>
                <a:endParaRPr lang="en-IN" sz="11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6A02428-7D43-BDEB-0B90-0550ADCFA9AE}"/>
                </a:ext>
              </a:extLst>
            </p:cNvPr>
            <p:cNvGrpSpPr/>
            <p:nvPr/>
          </p:nvGrpSpPr>
          <p:grpSpPr>
            <a:xfrm>
              <a:off x="2247729" y="6289153"/>
              <a:ext cx="1365294" cy="1179967"/>
              <a:chOff x="2247729" y="6289153"/>
              <a:chExt cx="1365294" cy="1179967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08093C8-29C5-01A2-2462-AC0AFA1AD336}"/>
                  </a:ext>
                </a:extLst>
              </p:cNvPr>
              <p:cNvSpPr/>
              <p:nvPr/>
            </p:nvSpPr>
            <p:spPr>
              <a:xfrm>
                <a:off x="2247729" y="6289153"/>
                <a:ext cx="1365294" cy="11799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8E5D9017-C92A-47F7-1885-2AF864FC96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49594" y="6289153"/>
                <a:ext cx="761563" cy="1122818"/>
              </a:xfrm>
              <a:prstGeom prst="rect">
                <a:avLst/>
              </a:prstGeom>
            </p:spPr>
          </p:pic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DF0FDBC-F081-6D7C-39E9-8B25E25E2F17}"/>
              </a:ext>
            </a:extLst>
          </p:cNvPr>
          <p:cNvSpPr txBox="1"/>
          <p:nvPr/>
        </p:nvSpPr>
        <p:spPr>
          <a:xfrm>
            <a:off x="1437109" y="630343"/>
            <a:ext cx="4237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Application Diagram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856650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7776AC-6D13-6EF2-4DAE-6DC747EE478E}"/>
              </a:ext>
            </a:extLst>
          </p:cNvPr>
          <p:cNvSpPr txBox="1"/>
          <p:nvPr/>
        </p:nvSpPr>
        <p:spPr>
          <a:xfrm>
            <a:off x="522454" y="1251333"/>
            <a:ext cx="6010868" cy="8179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Scalable up to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16 cells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&amp;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48-60V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battery packs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AIS-156 PH-II Compliant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Buzzer output 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LED Indication 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for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Thermal Runaway, Open Wire Fault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MOSFET Failure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Multiple communication options: </a:t>
            </a:r>
            <a:r>
              <a:rPr lang="en-US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I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solated CAN2.0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BLE (Opt.)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Onboard: </a:t>
            </a:r>
            <a:r>
              <a:rPr lang="en-US" sz="1600" b="1" i="0" u="none" strike="noStrike" dirty="0" err="1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uSD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Card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or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EEPROM</a:t>
            </a:r>
            <a:endParaRPr lang="en-US" sz="1600" dirty="0">
              <a:solidFill>
                <a:srgbClr val="222222"/>
              </a:solidFill>
              <a:latin typeface="Calibri" panose="020F050202020403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High side N-MOSFET control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provides safe and uninterrupted ground connection to external subsystems.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Predischarge control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for preventing inrush currents to capacitive loads. Prevents MOSFET failures and increases cell life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Short Circuit and Overcurrent in discharge latches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ensure automatic locking of discharge path after repeated short circuit and overcurrent faults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C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ell balancing current up to 150mA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minimizes cell to cell voltage and SOC variations and optimal charging of battery pack 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Individual Cell over and under voltage and temperature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Pack level over current and short circuit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Deep Discharge Prevention (Auto BMS Shutdown)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when cell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voltage is critically low</a:t>
            </a:r>
          </a:p>
          <a:p>
            <a:pPr marL="285750" indent="-285750" fontAlgn="base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Proprietary 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CAN based field servicing tools </a:t>
            </a: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for 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data monitoring, logging </a:t>
            </a: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and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 firmware update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2DC885-ACAD-D435-AD3E-F56D0C423F1F}"/>
              </a:ext>
            </a:extLst>
          </p:cNvPr>
          <p:cNvSpPr txBox="1"/>
          <p:nvPr/>
        </p:nvSpPr>
        <p:spPr>
          <a:xfrm>
            <a:off x="1712844" y="563945"/>
            <a:ext cx="3432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 i="0" u="none" strike="noStrike">
                <a:solidFill>
                  <a:srgbClr val="073763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IN" dirty="0"/>
              <a:t>Salient Features</a:t>
            </a:r>
          </a:p>
        </p:txBody>
      </p:sp>
    </p:spTree>
    <p:extLst>
      <p:ext uri="{BB962C8B-B14F-4D97-AF65-F5344CB8AC3E}">
        <p14:creationId xmlns:p14="http://schemas.microsoft.com/office/powerpoint/2010/main" val="1054229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79A8D3-628D-7E3E-8F3C-441BDEA0E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309387"/>
              </p:ext>
            </p:extLst>
          </p:nvPr>
        </p:nvGraphicFramePr>
        <p:xfrm>
          <a:off x="435894" y="250483"/>
          <a:ext cx="6131250" cy="9066102"/>
        </p:xfrm>
        <a:graphic>
          <a:graphicData uri="http://schemas.openxmlformats.org/drawingml/2006/table">
            <a:tbl>
              <a:tblPr/>
              <a:tblGrid>
                <a:gridCol w="1082520">
                  <a:extLst>
                    <a:ext uri="{9D8B030D-6E8A-4147-A177-3AD203B41FA5}">
                      <a16:colId xmlns:a16="http://schemas.microsoft.com/office/drawing/2014/main" val="2801197913"/>
                    </a:ext>
                  </a:extLst>
                </a:gridCol>
                <a:gridCol w="2066762">
                  <a:extLst>
                    <a:ext uri="{9D8B030D-6E8A-4147-A177-3AD203B41FA5}">
                      <a16:colId xmlns:a16="http://schemas.microsoft.com/office/drawing/2014/main" val="2027509784"/>
                    </a:ext>
                  </a:extLst>
                </a:gridCol>
                <a:gridCol w="1189896">
                  <a:extLst>
                    <a:ext uri="{9D8B030D-6E8A-4147-A177-3AD203B41FA5}">
                      <a16:colId xmlns:a16="http://schemas.microsoft.com/office/drawing/2014/main" val="254840671"/>
                    </a:ext>
                  </a:extLst>
                </a:gridCol>
                <a:gridCol w="1792072">
                  <a:extLst>
                    <a:ext uri="{9D8B030D-6E8A-4147-A177-3AD203B41FA5}">
                      <a16:colId xmlns:a16="http://schemas.microsoft.com/office/drawing/2014/main" val="2053155507"/>
                    </a:ext>
                  </a:extLst>
                </a:gridCol>
              </a:tblGrid>
              <a:tr h="29188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19175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Number of Cells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Min: 3  Max: 16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07904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Cell Voltage Sensing Range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1.6 - 4.5V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759985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Peak Battery Terminal Voltage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 V (16S)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870743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Sensing Accuracy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 Voltage: ±3mV   Current: ±1% 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669318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Dimension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 </a:t>
                      </a:r>
                      <a:r>
                        <a:rPr lang="pt-B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mm X 72 mm X 21 mm 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(L X B X H)</a:t>
                      </a:r>
                      <a:endParaRPr lang="pt-BR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487532"/>
                  </a:ext>
                </a:extLst>
              </a:tr>
              <a:tr h="42023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Rated Nominal Continuous Current Rating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Charging and Discharging Current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 to 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45A.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thermal connection to metal battery pack casing for PDU heat dissipation to maintain continuous current rating. Continuous current rating to be derated to ~65% of the rated value if no thermal connection is present.</a:t>
                      </a:r>
                      <a:endParaRPr lang="en-US" sz="10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076851"/>
                  </a:ext>
                </a:extLst>
              </a:tr>
              <a:tr h="44081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Cell Balancing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Balancing Current per Cell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WBMS-SW-Mini-LB: </a:t>
                      </a: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50~60 mA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WBMS-SW-Mini-HB</a:t>
                      </a: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: ~150 mA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818540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Pre-discharge control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Nominal Capacitive load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3-6mF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in 0.5 seconds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203264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BMS Self Current Consumption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354308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Active Mode, Shutdown Mode 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Active Mode: ~13mA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Shutdown Mode: ~0.15mA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/>
                </a:tc>
                <a:extLst>
                  <a:ext uri="{0D108BD9-81ED-4DB2-BD59-A6C34878D82A}">
                    <a16:rowId xmlns:a16="http://schemas.microsoft.com/office/drawing/2014/main" val="1969345497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 dirty="0">
                          <a:effectLst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Temperature Sensing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Onboard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channel for onboard MOSFET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27640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Six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external channels for cell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89911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 and Accuracy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Range: -10℃ to 120℃    Accuracy ±1℃, 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157289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Onboard Data Storage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uSD Card or EEPROM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uSD Card: every 1 second, logged over last 60 days</a:t>
                      </a:r>
                    </a:p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EEPROM: every 90 seconds, logged over last 30 days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56221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Voltage Protection</a:t>
                      </a:r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318742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355976"/>
                  </a:ext>
                </a:extLst>
              </a:tr>
              <a:tr h="29774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Through Hysteresis, Automatic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204148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Voltage Protection</a:t>
                      </a:r>
                      <a:endParaRPr lang="en-US" sz="70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985585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981484"/>
                  </a:ext>
                </a:extLst>
              </a:tr>
              <a:tr h="4202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Hysteresis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load removal required. Charging current is allowed.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248760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Protection Level-1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allow up to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discharge for up to 60 seconds  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744089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942932"/>
                  </a:ext>
                </a:extLst>
              </a:tr>
              <a:tr h="3000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6812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Protection Level-2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instantaneously cut off at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discharge current in 100 mSec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168907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8355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61428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0EC871F-F600-DB79-D206-8A475D1BD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8" y="11541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DE6727-9C6D-2728-16FD-D8E62BB03691}"/>
              </a:ext>
            </a:extLst>
          </p:cNvPr>
          <p:cNvSpPr txBox="1"/>
          <p:nvPr/>
        </p:nvSpPr>
        <p:spPr>
          <a:xfrm>
            <a:off x="407988" y="9341490"/>
            <a:ext cx="6535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t">
              <a:spcBef>
                <a:spcPts val="0"/>
              </a:spcBef>
              <a:spcAft>
                <a:spcPts val="0"/>
              </a:spcAft>
            </a:pPr>
            <a:r>
              <a:rPr lang="en-IN" sz="800" b="1" i="0" u="none" strike="noStrike" dirty="0">
                <a:effectLst/>
                <a:latin typeface="Calibri" panose="020F0502020204030204" pitchFamily="34" charset="0"/>
              </a:rPr>
              <a:t>Note: Specifications are indicative only. Final specifications and behaviour including continuous discharge/charge current, balancing current, protection thresholds, etc. may vary depending upon BMS version, BMS mounting scheme, PDU heat dissipation, programmed parameters and application logic.   </a:t>
            </a:r>
            <a:endParaRPr lang="en-IN" sz="1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43113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010099-24C3-67D9-1873-CB11E709E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273098"/>
              </p:ext>
            </p:extLst>
          </p:nvPr>
        </p:nvGraphicFramePr>
        <p:xfrm>
          <a:off x="372590" y="355841"/>
          <a:ext cx="6193378" cy="9022828"/>
        </p:xfrm>
        <a:graphic>
          <a:graphicData uri="http://schemas.openxmlformats.org/drawingml/2006/table">
            <a:tbl>
              <a:tblPr/>
              <a:tblGrid>
                <a:gridCol w="1497805">
                  <a:extLst>
                    <a:ext uri="{9D8B030D-6E8A-4147-A177-3AD203B41FA5}">
                      <a16:colId xmlns:a16="http://schemas.microsoft.com/office/drawing/2014/main" val="2652335837"/>
                    </a:ext>
                  </a:extLst>
                </a:gridCol>
                <a:gridCol w="2038996">
                  <a:extLst>
                    <a:ext uri="{9D8B030D-6E8A-4147-A177-3AD203B41FA5}">
                      <a16:colId xmlns:a16="http://schemas.microsoft.com/office/drawing/2014/main" val="3812545294"/>
                    </a:ext>
                  </a:extLst>
                </a:gridCol>
                <a:gridCol w="1140394">
                  <a:extLst>
                    <a:ext uri="{9D8B030D-6E8A-4147-A177-3AD203B41FA5}">
                      <a16:colId xmlns:a16="http://schemas.microsoft.com/office/drawing/2014/main" val="2924204521"/>
                    </a:ext>
                  </a:extLst>
                </a:gridCol>
                <a:gridCol w="1516183">
                  <a:extLst>
                    <a:ext uri="{9D8B030D-6E8A-4147-A177-3AD203B41FA5}">
                      <a16:colId xmlns:a16="http://schemas.microsoft.com/office/drawing/2014/main" val="494862359"/>
                    </a:ext>
                  </a:extLst>
                </a:gridCol>
              </a:tblGrid>
              <a:tr h="28424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076408"/>
                  </a:ext>
                </a:extLst>
              </a:tr>
              <a:tr h="1676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Latch Protection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Threshold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consecutive over discharge current faults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96761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6177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 Auto release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97598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Charge Protection Level-1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allow up to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charge current for up to 60 seconds  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501753"/>
                  </a:ext>
                </a:extLst>
              </a:tr>
              <a:tr h="2719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ON,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533923"/>
                  </a:ext>
                </a:extLst>
              </a:tr>
              <a:tr h="2332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57959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br>
                        <a:rPr lang="en-US" sz="500" dirty="0">
                          <a:effectLst/>
                        </a:rPr>
                      </a:b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Over Current in Charge Protection Level-2</a:t>
                      </a:r>
                    </a:p>
                    <a:p>
                      <a:pPr fontAlgn="t"/>
                      <a:endParaRPr lang="en-US" sz="10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Threshold, Protection Trigger Delay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instantaneously cut off at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charge current in 100 mSec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077668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4137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687820"/>
                  </a:ext>
                </a:extLst>
              </a:tr>
              <a:tr h="2765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Short Circuit in Discharge Protection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Protection Trigger Delay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～30 uSec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fontAlgn="t"/>
                      <a:br>
                        <a:rPr lang="en-IN" sz="700">
                          <a:effectLst/>
                        </a:rPr>
                      </a:b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933796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66735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5 seconds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219597"/>
                  </a:ext>
                </a:extLst>
              </a:tr>
              <a:tr h="269544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Short Circuit in Discharge Latch Protection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Threshold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consecutive short circuit faults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654822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5895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43635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>
                          <a:effectLst/>
                        </a:rPr>
                      </a:br>
                      <a:br>
                        <a:rPr lang="en-IN" sz="700">
                          <a:effectLst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Temperature in Discharge Protection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35638942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03565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73238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Temperature in Discharge Protection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6640665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2498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above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09938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Temperature in Charge Protection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2221740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1056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02362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Temperature in Charge Protection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396506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4017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above configurable temperature</a:t>
                      </a: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063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Buzzer Output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Alert on Permanent Failure</a:t>
                      </a:r>
                      <a:endParaRPr lang="en-IN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Thermal Runaway, MOSFET Failure, Cell Open Wire, Short Circuit Latch, Over Current in Discharge Latch, Insulation Failure 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894519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496BCF32-4A66-8EC5-3ABB-89A2DCFFA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8" y="11668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23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DED05D6-6E5A-5DC5-0CD8-EC3880E4C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801941"/>
              </p:ext>
            </p:extLst>
          </p:nvPr>
        </p:nvGraphicFramePr>
        <p:xfrm>
          <a:off x="466090" y="396399"/>
          <a:ext cx="5944870" cy="5567400"/>
        </p:xfrm>
        <a:graphic>
          <a:graphicData uri="http://schemas.openxmlformats.org/drawingml/2006/table">
            <a:tbl>
              <a:tblPr/>
              <a:tblGrid>
                <a:gridCol w="1250950">
                  <a:extLst>
                    <a:ext uri="{9D8B030D-6E8A-4147-A177-3AD203B41FA5}">
                      <a16:colId xmlns:a16="http://schemas.microsoft.com/office/drawing/2014/main" val="2270713232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3812545294"/>
                    </a:ext>
                  </a:extLst>
                </a:gridCol>
                <a:gridCol w="1849120">
                  <a:extLst>
                    <a:ext uri="{9D8B030D-6E8A-4147-A177-3AD203B41FA5}">
                      <a16:colId xmlns:a16="http://schemas.microsoft.com/office/drawing/2014/main" val="2924204521"/>
                    </a:ext>
                  </a:extLst>
                </a:gridCol>
              </a:tblGrid>
              <a:tr h="284246">
                <a:tc gridSpan="3"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Product Naming Convention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800" b="1" i="0" u="none" strike="noStrike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WBMS-SW-Mini-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B-16S-45A-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BBBB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CCCC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-V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  <a:endParaRPr lang="en-IN" sz="12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WBMS-SW-Mini-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B-16S-45A-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BBB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CCCC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-HV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.0</a:t>
                      </a:r>
                      <a:endParaRPr lang="en-IN" sz="12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76076408"/>
                  </a:ext>
                </a:extLst>
              </a:tr>
              <a:tr h="167680">
                <a:tc row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Balancing Current</a:t>
                      </a:r>
                      <a:endParaRPr lang="en-IN" sz="13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L  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(WBMS-SW-Mini-LB-16S-45A-)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Balancing Current = 50~60mA</a:t>
                      </a:r>
                      <a:endParaRPr lang="en-US" sz="12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196761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H  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(WBMS-SW-Mini-HB-16S-45A-)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Balancing Current = ~150mA</a:t>
                      </a:r>
                      <a:endParaRPr lang="en-US" sz="12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617785"/>
                  </a:ext>
                </a:extLst>
              </a:tr>
              <a:tr h="269544">
                <a:tc rowSpan="2">
                  <a:txBody>
                    <a:bodyPr/>
                    <a:lstStyle/>
                    <a:p>
                      <a:pPr marL="0" algn="ctr" defTabSz="354308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BBBB</a:t>
                      </a:r>
                    </a:p>
                    <a:p>
                      <a:pPr marL="0" algn="ctr" defTabSz="354308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8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354308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CAN Communication Hardware Option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NISO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(WBMS-SW-Mini-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B-16S-45A-NISO-)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 Isolated CAN</a:t>
                      </a:r>
                      <a:endParaRPr lang="en-US" sz="12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287508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ISO 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(WBMS-SW-Mini-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B-16S-45A-ISO-)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Isolated CAN</a:t>
                      </a:r>
                      <a:endParaRPr lang="en-US" sz="12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597572"/>
                  </a:ext>
                </a:extLst>
              </a:tr>
              <a:tr h="269544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CCCC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8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Onboard Data Storage Option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MSDH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(WBMS-SW-Mini-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B-16S-45A-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BBBB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-MSDH)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uSD Card Holder only</a:t>
                      </a:r>
                      <a:endParaRPr lang="en-US" sz="12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477974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MSDHC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(WBMS-SW-Mini-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B-16S-45A-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BBBB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-MSDHC)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uSD Card Holder + uSD Card</a:t>
                      </a:r>
                      <a:endParaRPr lang="en-US" sz="12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942602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pPr marL="0" algn="ctr" defTabSz="354308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3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EPRM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(WBMS-SW-Mini-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B-16S-45A-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BBBB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-EPRM)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EEPROM</a:t>
                      </a:r>
                      <a:endParaRPr lang="en-US" sz="1200" b="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602698"/>
                  </a:ext>
                </a:extLst>
              </a:tr>
              <a:tr h="269544">
                <a:tc row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Hardware Version</a:t>
                      </a:r>
                      <a:endParaRPr lang="en-IN" sz="13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null  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(WBMS-SW-Mini-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B-16S-45A-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BBBB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CCCC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Initial release with multiple daughter boards</a:t>
                      </a:r>
                      <a:endParaRPr lang="en-US" sz="12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142684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2.0</a:t>
                      </a: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(WBMS-SW-Mini-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B-16S-45A-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BBBB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CCCC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-V2.0)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Latest release two board architecture with onboard buzzer </a:t>
                      </a:r>
                      <a:endParaRPr lang="en-US" sz="12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7107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6781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A02F4A-32AA-4455-A265-049E966FCDB4}"/>
              </a:ext>
            </a:extLst>
          </p:cNvPr>
          <p:cNvSpPr txBox="1"/>
          <p:nvPr/>
        </p:nvSpPr>
        <p:spPr>
          <a:xfrm>
            <a:off x="482958" y="312294"/>
            <a:ext cx="42373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73763"/>
                </a:solidFill>
                <a:latin typeface="Calibri" panose="020F0502020204030204" pitchFamily="34" charset="0"/>
              </a:rPr>
              <a:t>Pin Diagram</a:t>
            </a: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AC98BD-9948-9D85-67AB-A2211B2053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55"/>
          <a:stretch/>
        </p:blipFill>
        <p:spPr>
          <a:xfrm rot="5400000">
            <a:off x="-204209" y="1594858"/>
            <a:ext cx="7315200" cy="641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565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73260BC-891D-2C3D-FD1F-74C32BD349D8}"/>
              </a:ext>
            </a:extLst>
          </p:cNvPr>
          <p:cNvSpPr txBox="1"/>
          <p:nvPr/>
        </p:nvSpPr>
        <p:spPr>
          <a:xfrm>
            <a:off x="4455207" y="8494044"/>
            <a:ext cx="24027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IN" sz="1200" b="1" i="0" u="none" strike="noStrike" dirty="0">
                <a:effectLst/>
                <a:latin typeface="Calibri" panose="020F0502020204030204" pitchFamily="34" charset="0"/>
              </a:rPr>
              <a:t>All dimensions in mm</a:t>
            </a:r>
            <a:endParaRPr lang="en-IN" sz="100" dirty="0"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AD54C4-D502-D34F-0D4A-980AC9950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09832"/>
            <a:ext cx="6858000" cy="48865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4B2729-EA70-4217-6384-906F7F87E7C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98"/>
          <a:stretch/>
        </p:blipFill>
        <p:spPr>
          <a:xfrm>
            <a:off x="38100" y="1338602"/>
            <a:ext cx="6781800" cy="14343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DBE6B0-7D32-BE3A-80E6-B1ACD4E196C2}"/>
              </a:ext>
            </a:extLst>
          </p:cNvPr>
          <p:cNvSpPr txBox="1"/>
          <p:nvPr/>
        </p:nvSpPr>
        <p:spPr>
          <a:xfrm>
            <a:off x="482958" y="312294"/>
            <a:ext cx="42373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73763"/>
                </a:solidFill>
                <a:latin typeface="Calibri" panose="020F0502020204030204" pitchFamily="34" charset="0"/>
              </a:rPr>
              <a:t>Mechanical Dimensions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234882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1756</TotalTime>
  <Words>1069</Words>
  <Application>Microsoft Office PowerPoint</Application>
  <PresentationFormat>A4 Paper (210x297 mm)</PresentationFormat>
  <Paragraphs>226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vivek</dc:creator>
  <cp:lastModifiedBy>Manuj</cp:lastModifiedBy>
  <cp:revision>1</cp:revision>
  <cp:lastPrinted>2023-11-21T08:53:41Z</cp:lastPrinted>
  <dcterms:created xsi:type="dcterms:W3CDTF">2018-05-28T01:20:05Z</dcterms:created>
  <dcterms:modified xsi:type="dcterms:W3CDTF">2024-01-30T08:23:36Z</dcterms:modified>
</cp:coreProperties>
</file>