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77" r:id="rId2"/>
    <p:sldId id="566" r:id="rId3"/>
    <p:sldId id="581" r:id="rId4"/>
    <p:sldId id="578" r:id="rId5"/>
    <p:sldId id="572" r:id="rId6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>
        <p:scale>
          <a:sx n="100" d="100"/>
          <a:sy n="100" d="100"/>
        </p:scale>
        <p:origin x="1061" y="-23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Manuj" userId="1a07f523-e16f-486a-b610-37539cc763a0" providerId="ADAL" clId="{B92D78A3-28D0-4146-9716-96460CC605E2}"/>
    <pc:docChg chg="custSel modSld">
      <pc:chgData name="Manuj" userId="1a07f523-e16f-486a-b610-37539cc763a0" providerId="ADAL" clId="{B92D78A3-28D0-4146-9716-96460CC605E2}" dt="2024-01-31T10:06:59.231" v="2" actId="478"/>
      <pc:docMkLst>
        <pc:docMk/>
      </pc:docMkLst>
      <pc:sldChg chg="addSp delSp modSp mod">
        <pc:chgData name="Manuj" userId="1a07f523-e16f-486a-b610-37539cc763a0" providerId="ADAL" clId="{B92D78A3-28D0-4146-9716-96460CC605E2}" dt="2024-01-31T10:06:59.231" v="2" actId="478"/>
        <pc:sldMkLst>
          <pc:docMk/>
          <pc:sldMk cId="4028893296" sldId="577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Bhanu Marwaha" userId="f39ffc35-35af-4f7b-b03f-a7583911184d" providerId="ADAL" clId="{C68D4F49-08F0-45A6-B014-0EEA93A0A333}"/>
    <pc:docChg chg="delSld modSld">
      <pc:chgData name="Bhanu Marwaha" userId="f39ffc35-35af-4f7b-b03f-a7583911184d" providerId="ADAL" clId="{C68D4F49-08F0-45A6-B014-0EEA93A0A333}" dt="2025-02-22T13:35:26.164" v="43" actId="20577"/>
      <pc:docMkLst>
        <pc:docMk/>
      </pc:docMkLst>
      <pc:sldChg chg="modSp mod">
        <pc:chgData name="Bhanu Marwaha" userId="f39ffc35-35af-4f7b-b03f-a7583911184d" providerId="ADAL" clId="{C68D4F49-08F0-45A6-B014-0EEA93A0A333}" dt="2025-02-22T13:29:08.466" v="1"/>
        <pc:sldMkLst>
          <pc:docMk/>
          <pc:sldMk cId="4028893296" sldId="577"/>
        </pc:sldMkLst>
        <pc:spChg chg="mod">
          <ac:chgData name="Bhanu Marwaha" userId="f39ffc35-35af-4f7b-b03f-a7583911184d" providerId="ADAL" clId="{C68D4F49-08F0-45A6-B014-0EEA93A0A333}" dt="2025-02-22T13:29:08.466" v="1"/>
          <ac:spMkLst>
            <pc:docMk/>
            <pc:sldMk cId="4028893296" sldId="577"/>
            <ac:spMk id="5" creationId="{24959149-75EC-9836-7E67-3B7777D97851}"/>
          </ac:spMkLst>
        </pc:spChg>
        <pc:picChg chg="mod">
          <ac:chgData name="Bhanu Marwaha" userId="f39ffc35-35af-4f7b-b03f-a7583911184d" providerId="ADAL" clId="{C68D4F49-08F0-45A6-B014-0EEA93A0A333}" dt="2025-02-22T13:28:25.457" v="0" actId="14826"/>
          <ac:picMkLst>
            <pc:docMk/>
            <pc:sldMk cId="4028893296" sldId="577"/>
            <ac:picMk id="3" creationId="{A3C92CF8-F1AB-4010-8497-55712DD33311}"/>
          </ac:picMkLst>
        </pc:picChg>
      </pc:sldChg>
      <pc:sldChg chg="modSp mod">
        <pc:chgData name="Bhanu Marwaha" userId="f39ffc35-35af-4f7b-b03f-a7583911184d" providerId="ADAL" clId="{C68D4F49-08F0-45A6-B014-0EEA93A0A333}" dt="2025-02-22T13:35:26.164" v="43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C68D4F49-08F0-45A6-B014-0EEA93A0A333}" dt="2025-02-22T13:35:26.164" v="43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  <pc:sldChg chg="modSp mod">
        <pc:chgData name="Bhanu Marwaha" userId="f39ffc35-35af-4f7b-b03f-a7583911184d" providerId="ADAL" clId="{C68D4F49-08F0-45A6-B014-0EEA93A0A333}" dt="2025-02-22T13:33:46.840" v="25" actId="20577"/>
        <pc:sldMkLst>
          <pc:docMk/>
          <pc:sldMk cId="1054229470" sldId="581"/>
        </pc:sldMkLst>
        <pc:spChg chg="mod">
          <ac:chgData name="Bhanu Marwaha" userId="f39ffc35-35af-4f7b-b03f-a7583911184d" providerId="ADAL" clId="{C68D4F49-08F0-45A6-B014-0EEA93A0A333}" dt="2025-02-22T13:33:46.840" v="25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Bhanu Marwaha" userId="f39ffc35-35af-4f7b-b03f-a7583911184d" providerId="ADAL" clId="{C68D4F49-08F0-45A6-B014-0EEA93A0A333}" dt="2025-02-22T13:29:57.840" v="2" actId="47"/>
        <pc:sldMkLst>
          <pc:docMk/>
          <pc:sldMk cId="1917565795" sldId="583"/>
        </pc:sldMkLst>
      </pc:sldChg>
      <pc:sldChg chg="del">
        <pc:chgData name="Bhanu Marwaha" userId="f39ffc35-35af-4f7b-b03f-a7583911184d" providerId="ADAL" clId="{C68D4F49-08F0-45A6-B014-0EEA93A0A333}" dt="2025-02-22T13:29:58.974" v="3" actId="47"/>
        <pc:sldMkLst>
          <pc:docMk/>
          <pc:sldMk cId="2234882258" sldId="584"/>
        </pc:sldMkLst>
      </pc:sldChg>
      <pc:sldChg chg="del">
        <pc:chgData name="Bhanu Marwaha" userId="f39ffc35-35af-4f7b-b03f-a7583911184d" providerId="ADAL" clId="{C68D4F49-08F0-45A6-B014-0EEA93A0A333}" dt="2025-02-22T13:34:21.256" v="26" actId="47"/>
        <pc:sldMkLst>
          <pc:docMk/>
          <pc:sldMk cId="3826781572" sldId="585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22-02-2025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2/22/2025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50A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92CF8-F1AB-4010-8497-55712DD333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" r="7456"/>
          <a:stretch/>
        </p:blipFill>
        <p:spPr>
          <a:xfrm>
            <a:off x="850900" y="4761236"/>
            <a:ext cx="5410200" cy="44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001377"/>
              </p:ext>
            </p:extLst>
          </p:nvPr>
        </p:nvGraphicFramePr>
        <p:xfrm>
          <a:off x="435894" y="250483"/>
          <a:ext cx="6131250" cy="906610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72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WBMS-SW-Mini-LB: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50~60 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WBMS-SW-Mini-HB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100~120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</a:t>
                      </a:r>
                      <a:endParaRPr lang="en-IN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273098"/>
              </p:ext>
            </p:extLst>
          </p:nvPr>
        </p:nvGraphicFramePr>
        <p:xfrm>
          <a:off x="37259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1759</TotalTime>
  <Words>931</Words>
  <Application>Microsoft Office PowerPoint</Application>
  <PresentationFormat>A4 Paper (210x297 mm)</PresentationFormat>
  <Paragraphs>174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1</cp:revision>
  <cp:lastPrinted>2023-11-21T08:53:41Z</cp:lastPrinted>
  <dcterms:created xsi:type="dcterms:W3CDTF">2018-05-28T01:20:05Z</dcterms:created>
  <dcterms:modified xsi:type="dcterms:W3CDTF">2025-02-22T13:35:37Z</dcterms:modified>
</cp:coreProperties>
</file>