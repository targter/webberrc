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77" r:id="rId2"/>
    <p:sldId id="566" r:id="rId3"/>
    <p:sldId id="581" r:id="rId4"/>
    <p:sldId id="578" r:id="rId5"/>
    <p:sldId id="572" r:id="rId6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540"/>
    <a:srgbClr val="AAD4F0"/>
    <a:srgbClr val="FFFFFF"/>
    <a:srgbClr val="FAF9F4"/>
    <a:srgbClr val="1B6CB3"/>
    <a:srgbClr val="00A44C"/>
    <a:srgbClr val="19974C"/>
    <a:srgbClr val="1EB45B"/>
    <a:srgbClr val="F5F3EB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C7F0A4-CFB1-A116-6990-11CDA2619B4B}" v="7" dt="2025-04-24T13:52:47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73" d="100"/>
          <a:sy n="73" d="100"/>
        </p:scale>
        <p:origin x="3360" y="7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</pc:sld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Sharvari Kulkarni" userId="S::sharvari.kulkarni@webberec.com::5f0d8fd3-c69b-459f-ac2b-0e751844282f" providerId="AD" clId="Web-{87C7F0A4-CFB1-A116-6990-11CDA2619B4B}"/>
    <pc:docChg chg="modSld">
      <pc:chgData name="Sharvari Kulkarni" userId="S::sharvari.kulkarni@webberec.com::5f0d8fd3-c69b-459f-ac2b-0e751844282f" providerId="AD" clId="Web-{87C7F0A4-CFB1-A116-6990-11CDA2619B4B}" dt="2025-04-24T13:52:47.363" v="6" actId="1076"/>
      <pc:docMkLst>
        <pc:docMk/>
      </pc:docMkLst>
      <pc:sldChg chg="addSp delSp modSp">
        <pc:chgData name="Sharvari Kulkarni" userId="S::sharvari.kulkarni@webberec.com::5f0d8fd3-c69b-459f-ac2b-0e751844282f" providerId="AD" clId="Web-{87C7F0A4-CFB1-A116-6990-11CDA2619B4B}" dt="2025-04-24T13:52:47.363" v="6" actId="1076"/>
        <pc:sldMkLst>
          <pc:docMk/>
          <pc:sldMk cId="4028893296" sldId="577"/>
        </pc:sldMkLst>
        <pc:picChg chg="add mod">
          <ac:chgData name="Sharvari Kulkarni" userId="S::sharvari.kulkarni@webberec.com::5f0d8fd3-c69b-459f-ac2b-0e751844282f" providerId="AD" clId="Web-{87C7F0A4-CFB1-A116-6990-11CDA2619B4B}" dt="2025-04-24T13:52:47.363" v="6" actId="1076"/>
          <ac:picMkLst>
            <pc:docMk/>
            <pc:sldMk cId="4028893296" sldId="577"/>
            <ac:picMk id="2" creationId="{10C070B5-5721-E8B5-855D-68475B8C89BC}"/>
          </ac:picMkLst>
        </pc:picChg>
        <pc:picChg chg="del">
          <ac:chgData name="Sharvari Kulkarni" userId="S::sharvari.kulkarni@webberec.com::5f0d8fd3-c69b-459f-ac2b-0e751844282f" providerId="AD" clId="Web-{87C7F0A4-CFB1-A116-6990-11CDA2619B4B}" dt="2025-04-24T13:49:04.903" v="0"/>
          <ac:picMkLst>
            <pc:docMk/>
            <pc:sldMk cId="4028893296" sldId="577"/>
            <ac:picMk id="3" creationId="{A3C92CF8-F1AB-4010-8497-55712DD33311}"/>
          </ac:picMkLst>
        </pc:picChg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</pc:sldChg>
    </pc:docChg>
  </pc:docChgLst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</pc:sldChg>
    </pc:docChg>
  </pc:docChgLst>
  <pc:docChgLst>
    <pc:chgData clId="Web-{57E622E3-7837-DF53-3DDE-400B0EDA1CFD}"/>
    <pc:docChg chg="modSld">
      <pc:chgData name="" userId="" providerId="" clId="Web-{57E622E3-7837-DF53-3DDE-400B0EDA1CFD}" dt="2025-03-04T12:33:56.298" v="0" actId="20577"/>
      <pc:docMkLst>
        <pc:docMk/>
      </pc:docMkLst>
      <pc:sldChg chg="modSp">
        <pc:chgData name="" userId="" providerId="" clId="Web-{57E622E3-7837-DF53-3DDE-400B0EDA1CFD}" dt="2025-03-04T12:33:56.298" v="0" actId="20577"/>
        <pc:sldMkLst>
          <pc:docMk/>
          <pc:sldMk cId="4028893296" sldId="577"/>
        </pc:sldMkLst>
        <pc:spChg chg="mod">
          <ac:chgData name="" userId="" providerId="" clId="Web-{57E622E3-7837-DF53-3DDE-400B0EDA1CFD}" dt="2025-03-04T12:33:56.298" v="0" actId="20577"/>
          <ac:spMkLst>
            <pc:docMk/>
            <pc:sldMk cId="4028893296" sldId="577"/>
            <ac:spMk id="5" creationId="{24959149-75EC-9836-7E67-3B7777D97851}"/>
          </ac:spMkLst>
        </pc:spChg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</pc:sldChg>
    </pc:docChg>
  </pc:docChgLst>
  <pc:docChgLst>
    <pc:chgData name="Bhanu Marwaha" userId="f39ffc35-35af-4f7b-b03f-a7583911184d" providerId="ADAL" clId="{C68D4F49-08F0-45A6-B014-0EEA93A0A333}"/>
    <pc:docChg chg="delSld modSld">
      <pc:chgData name="Bhanu Marwaha" userId="f39ffc35-35af-4f7b-b03f-a7583911184d" providerId="ADAL" clId="{C68D4F49-08F0-45A6-B014-0EEA93A0A333}" dt="2025-02-22T13:35:26.164" v="43" actId="20577"/>
      <pc:docMkLst>
        <pc:docMk/>
      </pc:docMkLst>
      <pc:sldChg chg="modSp mod">
        <pc:chgData name="Bhanu Marwaha" userId="f39ffc35-35af-4f7b-b03f-a7583911184d" providerId="ADAL" clId="{C68D4F49-08F0-45A6-B014-0EEA93A0A333}" dt="2025-02-22T13:29:08.466" v="1"/>
        <pc:sldMkLst>
          <pc:docMk/>
          <pc:sldMk cId="4028893296" sldId="577"/>
        </pc:sldMkLst>
        <pc:spChg chg="mod">
          <ac:chgData name="Bhanu Marwaha" userId="f39ffc35-35af-4f7b-b03f-a7583911184d" providerId="ADAL" clId="{C68D4F49-08F0-45A6-B014-0EEA93A0A333}" dt="2025-02-22T13:29:08.466" v="1"/>
          <ac:spMkLst>
            <pc:docMk/>
            <pc:sldMk cId="4028893296" sldId="577"/>
            <ac:spMk id="5" creationId="{24959149-75EC-9836-7E67-3B7777D97851}"/>
          </ac:spMkLst>
        </pc:spChg>
      </pc:sldChg>
      <pc:sldChg chg="modSp mod">
        <pc:chgData name="Bhanu Marwaha" userId="f39ffc35-35af-4f7b-b03f-a7583911184d" providerId="ADAL" clId="{C68D4F49-08F0-45A6-B014-0EEA93A0A333}" dt="2025-02-22T13:35:26.164" v="43" actId="20577"/>
        <pc:sldMkLst>
          <pc:docMk/>
          <pc:sldMk cId="2743113738" sldId="578"/>
        </pc:sldMkLst>
        <pc:graphicFrameChg chg="modGraphic">
          <ac:chgData name="Bhanu Marwaha" userId="f39ffc35-35af-4f7b-b03f-a7583911184d" providerId="ADAL" clId="{C68D4F49-08F0-45A6-B014-0EEA93A0A333}" dt="2025-02-22T13:35:26.164" v="4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Bhanu Marwaha" userId="f39ffc35-35af-4f7b-b03f-a7583911184d" providerId="ADAL" clId="{C68D4F49-08F0-45A6-B014-0EEA93A0A333}" dt="2025-02-22T13:33:46.840" v="25" actId="20577"/>
        <pc:sldMkLst>
          <pc:docMk/>
          <pc:sldMk cId="1054229470" sldId="581"/>
        </pc:sldMkLst>
        <pc:spChg chg="mod">
          <ac:chgData name="Bhanu Marwaha" userId="f39ffc35-35af-4f7b-b03f-a7583911184d" providerId="ADAL" clId="{C68D4F49-08F0-45A6-B014-0EEA93A0A333}" dt="2025-02-22T13:33:46.840" v="25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del">
        <pc:chgData name="Bhanu Marwaha" userId="f39ffc35-35af-4f7b-b03f-a7583911184d" providerId="ADAL" clId="{C68D4F49-08F0-45A6-B014-0EEA93A0A333}" dt="2025-02-22T13:29:57.840" v="2" actId="47"/>
        <pc:sldMkLst>
          <pc:docMk/>
          <pc:sldMk cId="1917565795" sldId="583"/>
        </pc:sldMkLst>
      </pc:sldChg>
      <pc:sldChg chg="del">
        <pc:chgData name="Bhanu Marwaha" userId="f39ffc35-35af-4f7b-b03f-a7583911184d" providerId="ADAL" clId="{C68D4F49-08F0-45A6-B014-0EEA93A0A333}" dt="2025-02-22T13:29:58.974" v="3" actId="47"/>
        <pc:sldMkLst>
          <pc:docMk/>
          <pc:sldMk cId="2234882258" sldId="584"/>
        </pc:sldMkLst>
      </pc:sldChg>
      <pc:sldChg chg="del">
        <pc:chgData name="Bhanu Marwaha" userId="f39ffc35-35af-4f7b-b03f-a7583911184d" providerId="ADAL" clId="{C68D4F49-08F0-45A6-B014-0EEA93A0A333}" dt="2025-02-22T13:34:21.256" v="26" actId="47"/>
        <pc:sldMkLst>
          <pc:docMk/>
          <pc:sldMk cId="3826781572" sldId="585"/>
        </pc:sldMkLst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7T06:56:52.912" v="1736" actId="1035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</pc:sldChg>
      <pc:sldChg chg="modSp mod">
        <pc:chgData name="Manuj" userId="1a07f523-e16f-486a-b610-37539cc763a0" providerId="ADAL" clId="{5140A015-BA9E-4355-9893-01A9F21393E9}" dt="2023-12-07T06:56:52.912" v="1736" actId="1035"/>
        <pc:sldMkLst>
          <pc:docMk/>
          <pc:sldMk cId="2743113738" sldId="578"/>
        </pc:sldMkLst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</pc:sldChg>
    </pc:docChg>
  </pc:docChgLst>
  <pc:docChgLst>
    <pc:chgData name="Sharvari Kulkarni" userId="S::sharvari.kulkarni@webberec.com::5f0d8fd3-c69b-459f-ac2b-0e751844282f" providerId="AD" clId="Web-{57E622E3-7837-DF53-3DDE-400B0EDA1CFD}"/>
    <pc:docChg chg="modSld">
      <pc:chgData name="Sharvari Kulkarni" userId="S::sharvari.kulkarni@webberec.com::5f0d8fd3-c69b-459f-ac2b-0e751844282f" providerId="AD" clId="Web-{57E622E3-7837-DF53-3DDE-400B0EDA1CFD}" dt="2025-03-04T12:35:15.549" v="8"/>
      <pc:docMkLst>
        <pc:docMk/>
      </pc:docMkLst>
      <pc:sldChg chg="modSp">
        <pc:chgData name="Sharvari Kulkarni" userId="S::sharvari.kulkarni@webberec.com::5f0d8fd3-c69b-459f-ac2b-0e751844282f" providerId="AD" clId="Web-{57E622E3-7837-DF53-3DDE-400B0EDA1CFD}" dt="2025-03-04T12:34:27.189" v="4" actId="1076"/>
        <pc:sldMkLst>
          <pc:docMk/>
          <pc:sldMk cId="2856650110" sldId="566"/>
        </pc:sldMkLst>
        <pc:spChg chg="mod">
          <ac:chgData name="Sharvari Kulkarni" userId="S::sharvari.kulkarni@webberec.com::5f0d8fd3-c69b-459f-ac2b-0e751844282f" providerId="AD" clId="Web-{57E622E3-7837-DF53-3DDE-400B0EDA1CFD}" dt="2025-03-04T12:34:27.189" v="4" actId="1076"/>
          <ac:spMkLst>
            <pc:docMk/>
            <pc:sldMk cId="2856650110" sldId="566"/>
            <ac:spMk id="2" creationId="{9565F4D1-DBDB-9A18-5610-68DBE96AFD6C}"/>
          </ac:spMkLst>
        </pc:spChg>
      </pc:sldChg>
      <pc:sldChg chg="modSp">
        <pc:chgData name="Sharvari Kulkarni" userId="S::sharvari.kulkarni@webberec.com::5f0d8fd3-c69b-459f-ac2b-0e751844282f" providerId="AD" clId="Web-{57E622E3-7837-DF53-3DDE-400B0EDA1CFD}" dt="2025-03-04T12:35:15.549" v="8"/>
        <pc:sldMkLst>
          <pc:docMk/>
          <pc:sldMk cId="247023824" sldId="572"/>
        </pc:sldMkLst>
        <pc:graphicFrameChg chg="mod modGraphic">
          <ac:chgData name="Sharvari Kulkarni" userId="S::sharvari.kulkarni@webberec.com::5f0d8fd3-c69b-459f-ac2b-0e751844282f" providerId="AD" clId="Web-{57E622E3-7837-DF53-3DDE-400B0EDA1CFD}" dt="2025-03-04T12:35:15.549" v="8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">
        <pc:chgData name="Sharvari Kulkarni" userId="S::sharvari.kulkarni@webberec.com::5f0d8fd3-c69b-459f-ac2b-0e751844282f" providerId="AD" clId="Web-{57E622E3-7837-DF53-3DDE-400B0EDA1CFD}" dt="2025-03-04T12:34:03.001" v="0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57E622E3-7837-DF53-3DDE-400B0EDA1CFD}" dt="2025-03-04T12:34:03.001" v="0" actId="20577"/>
          <ac:spMkLst>
            <pc:docMk/>
            <pc:sldMk cId="4028893296" sldId="577"/>
            <ac:spMk id="5" creationId="{24959149-75EC-9836-7E67-3B7777D97851}"/>
          </ac:spMkLst>
        </pc:spChg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</pc:sldChg>
    </pc:docChg>
  </pc:docChgLst>
  <pc:docChgLst>
    <pc:chgData name="Manuj Agrawal" userId="1a07f523-e16f-486a-b610-37539cc763a0" providerId="ADAL" clId="{F337C3EA-DA39-45D9-B19E-5D52F6D965BC}"/>
    <pc:docChg chg="modSld">
      <pc:chgData name="Manuj Agrawal" userId="1a07f523-e16f-486a-b610-37539cc763a0" providerId="ADAL" clId="{F337C3EA-DA39-45D9-B19E-5D52F6D965BC}" dt="2025-04-25T09:24:26.350" v="10" actId="20577"/>
      <pc:docMkLst>
        <pc:docMk/>
      </pc:docMkLst>
      <pc:sldChg chg="modSp mod">
        <pc:chgData name="Manuj Agrawal" userId="1a07f523-e16f-486a-b610-37539cc763a0" providerId="ADAL" clId="{F337C3EA-DA39-45D9-B19E-5D52F6D965BC}" dt="2025-04-25T09:24:26.350" v="10" actId="20577"/>
        <pc:sldMkLst>
          <pc:docMk/>
          <pc:sldMk cId="2743113738" sldId="578"/>
        </pc:sldMkLst>
        <pc:graphicFrameChg chg="modGraphic">
          <ac:chgData name="Manuj Agrawal" userId="1a07f523-e16f-486a-b610-37539cc763a0" providerId="ADAL" clId="{F337C3EA-DA39-45D9-B19E-5D52F6D965BC}" dt="2025-04-25T09:24:26.350" v="10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Manuj" userId="1a07f523-e16f-486a-b610-37539cc763a0" providerId="ADAL" clId="{B92D78A3-28D0-4146-9716-96460CC605E2}"/>
    <pc:docChg chg="custSel modSld">
      <pc:chgData name="Manuj" userId="1a07f523-e16f-486a-b610-37539cc763a0" providerId="ADAL" clId="{B92D78A3-28D0-4146-9716-96460CC605E2}" dt="2024-01-31T10:06:59.231" v="2" actId="478"/>
      <pc:docMkLst>
        <pc:docMk/>
      </pc:docMkLst>
      <pc:sldChg chg="addSp delSp modSp mod">
        <pc:chgData name="Manuj" userId="1a07f523-e16f-486a-b610-37539cc763a0" providerId="ADAL" clId="{B92D78A3-28D0-4146-9716-96460CC605E2}" dt="2024-01-31T10:06:59.231" v="2" actId="478"/>
        <pc:sldMkLst>
          <pc:docMk/>
          <pc:sldMk cId="4028893296" sldId="577"/>
        </pc:sldMkLst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8T09:54:45.236" v="433" actId="20577"/>
      <pc:docMkLst>
        <pc:docMk/>
      </pc:docMkLst>
      <pc:sldChg chg="delSp modSp mod">
        <pc:chgData name="Manuj" userId="1a07f523-e16f-486a-b610-37539cc763a0" providerId="ADAL" clId="{2AAAD2E6-91A8-422B-8AFE-3FE72AE9D124}" dt="2023-12-06T08:13:22.106" v="402" actId="1036"/>
        <pc:sldMkLst>
          <pc:docMk/>
          <pc:sldMk cId="247023824" sldId="572"/>
        </pc:sldMkLst>
      </pc:sldChg>
      <pc:sldChg chg="addSp modSp mod">
        <pc:chgData name="Manuj" userId="1a07f523-e16f-486a-b610-37539cc763a0" providerId="ADAL" clId="{2AAAD2E6-91A8-422B-8AFE-3FE72AE9D124}" dt="2023-12-08T09:53:14.320" v="423" actId="20577"/>
        <pc:sldMkLst>
          <pc:docMk/>
          <pc:sldMk cId="2743113738" sldId="578"/>
        </pc:sldMkLst>
      </pc:sldChg>
      <pc:sldChg chg="modSp mod">
        <pc:chgData name="Manuj" userId="1a07f523-e16f-486a-b610-37539cc763a0" providerId="ADAL" clId="{2AAAD2E6-91A8-422B-8AFE-3FE72AE9D124}" dt="2023-12-08T09:53:25.760" v="427" actId="20577"/>
        <pc:sldMkLst>
          <pc:docMk/>
          <pc:sldMk cId="1054229470" sldId="581"/>
        </pc:sldMkLst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</pc:sldChg>
      <pc:sldChg chg="modSp mod">
        <pc:chgData name="Manuj" userId="1a07f523-e16f-486a-b610-37539cc763a0" providerId="ADAL" clId="{2AAAD2E6-91A8-422B-8AFE-3FE72AE9D124}" dt="2023-12-08T09:54:45.236" v="433" actId="20577"/>
        <pc:sldMkLst>
          <pc:docMk/>
          <pc:sldMk cId="3826781572" sldId="585"/>
        </pc:sldMkLst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WBMS-SWLT 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16S </a:t>
            </a: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45A</a:t>
            </a:r>
            <a:endParaRPr lang="en-US" sz="4400" dirty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C070B5-5721-E8B5-855D-68475B8C8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47" y="5153779"/>
            <a:ext cx="5330448" cy="350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C75520D-2FF0-B3BE-C7B1-CAAB1961D9A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8417B4-1D44-7394-E4E4-DEC9157F6A3F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565F4D1-DBDB-9A18-5610-68DBE96AFD6C}"/>
                  </a:ext>
                </a:extLst>
              </p:cNvPr>
              <p:cNvSpPr/>
              <p:nvPr/>
            </p:nvSpPr>
            <p:spPr>
              <a:xfrm>
                <a:off x="3618173" y="5975350"/>
                <a:ext cx="1079669" cy="219663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NISO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A02428-7D43-BDEB-0B90-0550ADCFA9AE}"/>
                </a:ext>
              </a:extLst>
            </p:cNvPr>
            <p:cNvGrpSpPr/>
            <p:nvPr/>
          </p:nvGrpSpPr>
          <p:grpSpPr>
            <a:xfrm>
              <a:off x="2247729" y="6289153"/>
              <a:ext cx="1365294" cy="1179967"/>
              <a:chOff x="2247729" y="6289153"/>
              <a:chExt cx="1365294" cy="11799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8093C8-29C5-01A2-2462-AC0AFA1AD336}"/>
                  </a:ext>
                </a:extLst>
              </p:cNvPr>
              <p:cNvSpPr/>
              <p:nvPr/>
            </p:nvSpPr>
            <p:spPr>
              <a:xfrm>
                <a:off x="2247729" y="6289153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E5D9017-C92A-47F7-1885-2AF864FC9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9594" y="6289153"/>
                <a:ext cx="761563" cy="1122818"/>
              </a:xfrm>
              <a:prstGeom prst="rect">
                <a:avLst/>
              </a:prstGeom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251333"/>
            <a:ext cx="6010868" cy="817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120mA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048946"/>
              </p:ext>
            </p:extLst>
          </p:nvPr>
        </p:nvGraphicFramePr>
        <p:xfrm>
          <a:off x="435894" y="250483"/>
          <a:ext cx="6131250" cy="889846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72 mm X 21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45A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endParaRPr lang="en-US" sz="10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4408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WBMS-SW-Mini-LB: 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50~60 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WBMS-SW-Mini-HB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 100~120 mA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196934549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Four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</a:t>
                      </a:r>
                      <a:endParaRPr lang="en-IN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415772"/>
              </p:ext>
            </p:extLst>
          </p:nvPr>
        </p:nvGraphicFramePr>
        <p:xfrm>
          <a:off x="372590" y="3558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charge current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Threshold, 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Discharge Protection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Temperature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above configurable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Buzzer Output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892</Words>
  <Application>Microsoft Office PowerPoint</Application>
  <PresentationFormat>A4 Paper (210x297 mm)</PresentationFormat>
  <Paragraphs>176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Manuj Agrawal</cp:lastModifiedBy>
  <cp:revision>11</cp:revision>
  <cp:lastPrinted>2023-11-21T08:53:41Z</cp:lastPrinted>
  <dcterms:created xsi:type="dcterms:W3CDTF">2018-05-28T01:20:05Z</dcterms:created>
  <dcterms:modified xsi:type="dcterms:W3CDTF">2025-04-25T09:24:29Z</dcterms:modified>
</cp:coreProperties>
</file>