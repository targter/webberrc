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577" r:id="rId2"/>
    <p:sldId id="566" r:id="rId3"/>
    <p:sldId id="581" r:id="rId4"/>
    <p:sldId id="578" r:id="rId5"/>
    <p:sldId id="572" r:id="rId6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4F0"/>
    <a:srgbClr val="FFFFFF"/>
    <a:srgbClr val="FAF9F4"/>
    <a:srgbClr val="1B6CB3"/>
    <a:srgbClr val="00A44C"/>
    <a:srgbClr val="19974C"/>
    <a:srgbClr val="1EB45B"/>
    <a:srgbClr val="F5F3EB"/>
    <a:srgbClr val="CCFF33"/>
    <a:srgbClr val="9DC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A4B23-D9C9-7BB8-4DE7-B963F6215EB3}" v="191" dt="2025-02-13T12:40:19.262"/>
    <p1510:client id="{3F357E50-8D81-5FF9-9600-35D4AF8BDDD5}" v="243" dt="2025-02-13T14:33:08.295"/>
    <p1510:client id="{70A92EC4-85DB-69DD-AD69-6457BEB56D4A}" v="27" dt="2025-02-14T05:39:50.538"/>
    <p1510:client id="{70DA3AF4-2DBE-4705-B632-A81752ED0939}" v="31" dt="2025-02-14T06:33:21.099"/>
    <p1510:client id="{C3F2ABE1-915A-FF12-093D-5FCB1A0FD859}" v="2" dt="2025-02-14T05:42:08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08" y="-533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yama" userId="S::shyama@webberec.com::6bc29e3b-d18d-4efe-9776-d232efa51d08" providerId="AD" clId="Web-{AC142BA5-2448-7666-73E5-AC2DABF1202B}"/>
    <pc:docChg chg="addSld modSld sldOrd">
      <pc:chgData name="Shyama" userId="S::shyama@webberec.com::6bc29e3b-d18d-4efe-9776-d232efa51d08" providerId="AD" clId="Web-{AC142BA5-2448-7666-73E5-AC2DABF1202B}" dt="2023-04-22T15:52:23.369" v="174"/>
      <pc:docMkLst>
        <pc:docMk/>
      </pc:docMkLst>
      <pc:sldChg chg="addSp delSp modSp add ord replId">
        <pc:chgData name="Shyama" userId="S::shyama@webberec.com::6bc29e3b-d18d-4efe-9776-d232efa51d08" providerId="AD" clId="Web-{AC142BA5-2448-7666-73E5-AC2DABF1202B}" dt="2023-04-22T15:52:23.369" v="174"/>
        <pc:sldMkLst>
          <pc:docMk/>
          <pc:sldMk cId="744809073" sldId="574"/>
        </pc:sldMkLst>
      </pc:sldChg>
    </pc:docChg>
  </pc:docChgLst>
  <pc:docChgLst>
    <pc:chgData name="Sharvari Kulkarni" userId="S::sharvari.kulkarni@webberec.com::5f0d8fd3-c69b-459f-ac2b-0e751844282f" providerId="AD" clId="Web-{C3F2ABE1-915A-FF12-093D-5FCB1A0FD859}"/>
    <pc:docChg chg="modSld">
      <pc:chgData name="Sharvari Kulkarni" userId="S::sharvari.kulkarni@webberec.com::5f0d8fd3-c69b-459f-ac2b-0e751844282f" providerId="AD" clId="Web-{C3F2ABE1-915A-FF12-093D-5FCB1A0FD859}" dt="2025-02-14T05:42:08.631" v="1"/>
      <pc:docMkLst>
        <pc:docMk/>
      </pc:docMkLst>
      <pc:sldChg chg="modSp">
        <pc:chgData name="Sharvari Kulkarni" userId="S::sharvari.kulkarni@webberec.com::5f0d8fd3-c69b-459f-ac2b-0e751844282f" providerId="AD" clId="Web-{C3F2ABE1-915A-FF12-093D-5FCB1A0FD859}" dt="2025-02-14T05:42:08.631" v="1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C3F2ABE1-915A-FF12-093D-5FCB1A0FD859}" dt="2025-02-14T05:42:08.631" v="1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</pc:docChg>
  </pc:docChgLst>
  <pc:docChgLst>
    <pc:chgData name="Manuj Agrawal" userId="8275e378daeca5b2" providerId="LiveId" clId="{DDAC8C1A-5AD8-4CBD-8F61-8D233D03A885}"/>
    <pc:docChg chg="undo redo custSel addSld delSld modSld sldOrd">
      <pc:chgData name="Manuj Agrawal" userId="8275e378daeca5b2" providerId="LiveId" clId="{DDAC8C1A-5AD8-4CBD-8F61-8D233D03A885}" dt="2021-12-05T14:44:30.915" v="7617" actId="20577"/>
      <pc:docMkLst>
        <pc:docMk/>
      </pc:docMkLst>
      <pc:sldChg chg="add del modNotesTx">
        <pc:chgData name="Manuj Agrawal" userId="8275e378daeca5b2" providerId="LiveId" clId="{DDAC8C1A-5AD8-4CBD-8F61-8D233D03A885}" dt="2021-12-05T12:34:21.375" v="3197" actId="20577"/>
        <pc:sldMkLst>
          <pc:docMk/>
          <pc:sldMk cId="4132242691" sldId="439"/>
        </pc:sldMkLst>
      </pc:sldChg>
      <pc:sldChg chg="modNotesTx">
        <pc:chgData name="Manuj Agrawal" userId="8275e378daeca5b2" providerId="LiveId" clId="{DDAC8C1A-5AD8-4CBD-8F61-8D233D03A885}" dt="2021-12-05T14:40:54.198" v="7075" actId="20577"/>
        <pc:sldMkLst>
          <pc:docMk/>
          <pc:sldMk cId="2924652405" sldId="446"/>
        </pc:sldMkLst>
      </pc:sldChg>
      <pc:sldChg chg="modNotesTx">
        <pc:chgData name="Manuj Agrawal" userId="8275e378daeca5b2" providerId="LiveId" clId="{DDAC8C1A-5AD8-4CBD-8F61-8D233D03A885}" dt="2021-12-05T13:45:20.823" v="6367" actId="20577"/>
        <pc:sldMkLst>
          <pc:docMk/>
          <pc:sldMk cId="1886868575" sldId="452"/>
        </pc:sldMkLst>
      </pc:sldChg>
      <pc:sldChg chg="modSp mod modNotesTx">
        <pc:chgData name="Manuj Agrawal" userId="8275e378daeca5b2" providerId="LiveId" clId="{DDAC8C1A-5AD8-4CBD-8F61-8D233D03A885}" dt="2021-12-05T13:46:13.936" v="6557" actId="20577"/>
        <pc:sldMkLst>
          <pc:docMk/>
          <pc:sldMk cId="0" sldId="462"/>
        </pc:sldMkLst>
      </pc:sldChg>
      <pc:sldChg chg="modNotesTx">
        <pc:chgData name="Manuj Agrawal" userId="8275e378daeca5b2" providerId="LiveId" clId="{DDAC8C1A-5AD8-4CBD-8F61-8D233D03A885}" dt="2021-12-05T14:40:07.659" v="6905" actId="20577"/>
        <pc:sldMkLst>
          <pc:docMk/>
          <pc:sldMk cId="4070165547" sldId="472"/>
        </pc:sldMkLst>
      </pc:sldChg>
      <pc:sldChg chg="modSp mod modNotesTx">
        <pc:chgData name="Manuj Agrawal" userId="8275e378daeca5b2" providerId="LiveId" clId="{DDAC8C1A-5AD8-4CBD-8F61-8D233D03A885}" dt="2021-12-05T14:41:38.920" v="7257" actId="20577"/>
        <pc:sldMkLst>
          <pc:docMk/>
          <pc:sldMk cId="722639226" sldId="481"/>
        </pc:sldMkLst>
      </pc:sldChg>
      <pc:sldChg chg="modNotesTx">
        <pc:chgData name="Manuj Agrawal" userId="8275e378daeca5b2" providerId="LiveId" clId="{DDAC8C1A-5AD8-4CBD-8F61-8D233D03A885}" dt="2021-12-05T13:09:50.757" v="5364" actId="20577"/>
        <pc:sldMkLst>
          <pc:docMk/>
          <pc:sldMk cId="2413752973" sldId="486"/>
        </pc:sldMkLst>
      </pc:sldChg>
      <pc:sldChg chg="addSp delSp modSp mod ord modNotesTx">
        <pc:chgData name="Manuj Agrawal" userId="8275e378daeca5b2" providerId="LiveId" clId="{DDAC8C1A-5AD8-4CBD-8F61-8D233D03A885}" dt="2021-12-05T13:12:19.431" v="5582" actId="20577"/>
        <pc:sldMkLst>
          <pc:docMk/>
          <pc:sldMk cId="1954424249" sldId="487"/>
        </pc:sldMkLst>
      </pc:sldChg>
      <pc:sldChg chg="modNotesTx">
        <pc:chgData name="Manuj Agrawal" userId="8275e378daeca5b2" providerId="LiveId" clId="{DDAC8C1A-5AD8-4CBD-8F61-8D233D03A885}" dt="2021-12-05T13:10:18.075" v="5473" actId="20577"/>
        <pc:sldMkLst>
          <pc:docMk/>
          <pc:sldMk cId="57572407" sldId="488"/>
        </pc:sldMkLst>
      </pc:sldChg>
      <pc:sldChg chg="add del ord">
        <pc:chgData name="Manuj Agrawal" userId="8275e378daeca5b2" providerId="LiveId" clId="{DDAC8C1A-5AD8-4CBD-8F61-8D233D03A885}" dt="2021-12-05T11:53:24.254" v="795"/>
        <pc:sldMkLst>
          <pc:docMk/>
          <pc:sldMk cId="3461840701" sldId="489"/>
        </pc:sldMkLst>
      </pc:sldChg>
      <pc:sldChg chg="addSp delSp modSp mod modNotesTx">
        <pc:chgData name="Manuj Agrawal" userId="8275e378daeca5b2" providerId="LiveId" clId="{DDAC8C1A-5AD8-4CBD-8F61-8D233D03A885}" dt="2021-12-05T12:27:42.863" v="2752" actId="20577"/>
        <pc:sldMkLst>
          <pc:docMk/>
          <pc:sldMk cId="2332114638" sldId="503"/>
        </pc:sldMkLst>
      </pc:sldChg>
      <pc:sldChg chg="delSp modSp mod modNotesTx">
        <pc:chgData name="Manuj Agrawal" userId="8275e378daeca5b2" providerId="LiveId" clId="{DDAC8C1A-5AD8-4CBD-8F61-8D233D03A885}" dt="2021-12-05T13:48:49.783" v="6678" actId="20577"/>
        <pc:sldMkLst>
          <pc:docMk/>
          <pc:sldMk cId="1614889212" sldId="505"/>
        </pc:sldMkLst>
      </pc:sldChg>
      <pc:sldChg chg="modSp mod modNotesTx">
        <pc:chgData name="Manuj Agrawal" userId="8275e378daeca5b2" providerId="LiveId" clId="{DDAC8C1A-5AD8-4CBD-8F61-8D233D03A885}" dt="2021-12-05T12:43:42.631" v="3865" actId="20577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DDAC8C1A-5AD8-4CBD-8F61-8D233D03A885}" dt="2021-12-05T08:12:20.052" v="436" actId="2696"/>
        <pc:sldMkLst>
          <pc:docMk/>
          <pc:sldMk cId="3139977492" sldId="507"/>
        </pc:sldMkLst>
      </pc:sldChg>
      <pc:sldChg chg="delSp modSp mod modNotesTx">
        <pc:chgData name="Manuj Agrawal" userId="8275e378daeca5b2" providerId="LiveId" clId="{DDAC8C1A-5AD8-4CBD-8F61-8D233D03A885}" dt="2021-12-05T12:49:26.503" v="4237" actId="313"/>
        <pc:sldMkLst>
          <pc:docMk/>
          <pc:sldMk cId="3558071778" sldId="508"/>
        </pc:sldMkLst>
      </pc:sldChg>
      <pc:sldChg chg="ord modNotesTx">
        <pc:chgData name="Manuj Agrawal" userId="8275e378daeca5b2" providerId="LiveId" clId="{DDAC8C1A-5AD8-4CBD-8F61-8D233D03A885}" dt="2021-12-05T13:09:06.205" v="5263" actId="20577"/>
        <pc:sldMkLst>
          <pc:docMk/>
          <pc:sldMk cId="779782093" sldId="509"/>
        </pc:sldMkLst>
      </pc:sldChg>
      <pc:sldChg chg="addSp delSp modSp mod modNotesTx">
        <pc:chgData name="Manuj Agrawal" userId="8275e378daeca5b2" providerId="LiveId" clId="{DDAC8C1A-5AD8-4CBD-8F61-8D233D03A885}" dt="2021-12-05T13:52:21.339" v="6815" actId="20577"/>
        <pc:sldMkLst>
          <pc:docMk/>
          <pc:sldMk cId="2864755014" sldId="510"/>
        </pc:sldMkLst>
      </pc:sldChg>
      <pc:sldChg chg="modNotesTx">
        <pc:chgData name="Manuj Agrawal" userId="8275e378daeca5b2" providerId="LiveId" clId="{DDAC8C1A-5AD8-4CBD-8F61-8D233D03A885}" dt="2021-12-05T14:40:30.330" v="6981" actId="20577"/>
        <pc:sldMkLst>
          <pc:docMk/>
          <pc:sldMk cId="2155742826" sldId="511"/>
        </pc:sldMkLst>
      </pc:sldChg>
      <pc:sldChg chg="modNotesTx">
        <pc:chgData name="Manuj Agrawal" userId="8275e378daeca5b2" providerId="LiveId" clId="{DDAC8C1A-5AD8-4CBD-8F61-8D233D03A885}" dt="2021-12-05T14:40:46.182" v="7046" actId="20577"/>
        <pc:sldMkLst>
          <pc:docMk/>
          <pc:sldMk cId="320115848" sldId="512"/>
        </pc:sldMkLst>
      </pc:sldChg>
      <pc:sldChg chg="addSp delSp modSp mod ord modNotesTx">
        <pc:chgData name="Manuj Agrawal" userId="8275e378daeca5b2" providerId="LiveId" clId="{DDAC8C1A-5AD8-4CBD-8F61-8D233D03A885}" dt="2021-12-05T14:43:53.990" v="7517" actId="20577"/>
        <pc:sldMkLst>
          <pc:docMk/>
          <pc:sldMk cId="2864457999" sldId="513"/>
        </pc:sldMkLst>
      </pc:sldChg>
      <pc:sldChg chg="addSp delSp modSp add mod ord modNotesTx">
        <pc:chgData name="Manuj Agrawal" userId="8275e378daeca5b2" providerId="LiveId" clId="{DDAC8C1A-5AD8-4CBD-8F61-8D233D03A885}" dt="2021-12-05T13:50:27.991" v="6802" actId="20577"/>
        <pc:sldMkLst>
          <pc:docMk/>
          <pc:sldMk cId="3900484488" sldId="514"/>
        </pc:sldMkLst>
      </pc:sldChg>
      <pc:sldChg chg="addSp delSp modSp add mod ord modNotesTx">
        <pc:chgData name="Manuj Agrawal" userId="8275e378daeca5b2" providerId="LiveId" clId="{DDAC8C1A-5AD8-4CBD-8F61-8D233D03A885}" dt="2021-12-05T13:56:11.818" v="6870" actId="20577"/>
        <pc:sldMkLst>
          <pc:docMk/>
          <pc:sldMk cId="3115088553" sldId="515"/>
        </pc:sldMkLst>
      </pc:sldChg>
      <pc:sldChg chg="addSp delSp modSp add mod ord modNotesTx">
        <pc:chgData name="Manuj Agrawal" userId="8275e378daeca5b2" providerId="LiveId" clId="{DDAC8C1A-5AD8-4CBD-8F61-8D233D03A885}" dt="2021-12-05T13:05:18.940" v="4989" actId="20577"/>
        <pc:sldMkLst>
          <pc:docMk/>
          <pc:sldMk cId="3398521564" sldId="516"/>
        </pc:sldMkLst>
      </pc:sldChg>
      <pc:sldChg chg="modSp add mod modNotesTx">
        <pc:chgData name="Manuj Agrawal" userId="8275e378daeca5b2" providerId="LiveId" clId="{DDAC8C1A-5AD8-4CBD-8F61-8D233D03A885}" dt="2021-12-05T14:44:30.915" v="7617" actId="20577"/>
        <pc:sldMkLst>
          <pc:docMk/>
          <pc:sldMk cId="3154999266" sldId="517"/>
        </pc:sldMkLst>
      </pc:sldChg>
    </pc:docChg>
  </pc:docChgLst>
  <pc:docChgLst>
    <pc:chgData name="Manuj Agrawal" userId="8275e378daeca5b2" providerId="LiveId" clId="{64F0AB06-4F15-42AD-A165-0D0DB89594B8}"/>
    <pc:docChg chg="undo custSel addSld delSld modSld">
      <pc:chgData name="Manuj Agrawal" userId="8275e378daeca5b2" providerId="LiveId" clId="{64F0AB06-4F15-42AD-A165-0D0DB89594B8}" dt="2021-12-08T17:33:08.572" v="858"/>
      <pc:docMkLst>
        <pc:docMk/>
      </pc:docMkLst>
      <pc:sldChg chg="modSp mod">
        <pc:chgData name="Manuj Agrawal" userId="8275e378daeca5b2" providerId="LiveId" clId="{64F0AB06-4F15-42AD-A165-0D0DB89594B8}" dt="2021-12-08T16:55:52.092" v="405" actId="1076"/>
        <pc:sldMkLst>
          <pc:docMk/>
          <pc:sldMk cId="4132242691" sldId="439"/>
        </pc:sldMkLst>
      </pc:sldChg>
      <pc:sldChg chg="modSp mod">
        <pc:chgData name="Manuj Agrawal" userId="8275e378daeca5b2" providerId="LiveId" clId="{64F0AB06-4F15-42AD-A165-0D0DB89594B8}" dt="2021-12-08T17:06:00.276" v="574" actId="1076"/>
        <pc:sldMkLst>
          <pc:docMk/>
          <pc:sldMk cId="2413752973" sldId="486"/>
        </pc:sldMkLst>
      </pc:sldChg>
      <pc:sldChg chg="modSp mod">
        <pc:chgData name="Manuj Agrawal" userId="8275e378daeca5b2" providerId="LiveId" clId="{64F0AB06-4F15-42AD-A165-0D0DB89594B8}" dt="2021-12-08T16:53:31.526" v="374" actId="2711"/>
        <pc:sldMkLst>
          <pc:docMk/>
          <pc:sldMk cId="2332114638" sldId="503"/>
        </pc:sldMkLst>
      </pc:sldChg>
      <pc:sldChg chg="modSp mod">
        <pc:chgData name="Manuj Agrawal" userId="8275e378daeca5b2" providerId="LiveId" clId="{64F0AB06-4F15-42AD-A165-0D0DB89594B8}" dt="2021-12-08T16:55:05.320" v="391" actId="113"/>
        <pc:sldMkLst>
          <pc:docMk/>
          <pc:sldMk cId="1614889212" sldId="505"/>
        </pc:sldMkLst>
      </pc:sldChg>
      <pc:sldChg chg="modSp mod">
        <pc:chgData name="Manuj Agrawal" userId="8275e378daeca5b2" providerId="LiveId" clId="{64F0AB06-4F15-42AD-A165-0D0DB89594B8}" dt="2021-12-08T17:01:26.134" v="484" actId="108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64F0AB06-4F15-42AD-A165-0D0DB89594B8}" dt="2021-12-08T17:01:27.408" v="485" actId="108"/>
        <pc:sldMkLst>
          <pc:docMk/>
          <pc:sldMk cId="3558071778" sldId="508"/>
        </pc:sldMkLst>
      </pc:sldChg>
      <pc:sldChg chg="modSp mod">
        <pc:chgData name="Manuj Agrawal" userId="8275e378daeca5b2" providerId="LiveId" clId="{64F0AB06-4F15-42AD-A165-0D0DB89594B8}" dt="2021-12-08T17:03:35.745" v="540" actId="20577"/>
        <pc:sldMkLst>
          <pc:docMk/>
          <pc:sldMk cId="779782093" sldId="509"/>
        </pc:sldMkLst>
      </pc:sldChg>
      <pc:sldChg chg="addSp delSp modSp mod">
        <pc:chgData name="Manuj Agrawal" userId="8275e378daeca5b2" providerId="LiveId" clId="{64F0AB06-4F15-42AD-A165-0D0DB89594B8}" dt="2021-12-08T17:01:28.551" v="486" actId="108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64F0AB06-4F15-42AD-A165-0D0DB89594B8}" dt="2021-12-08T16:52:02.193" v="348" actId="20577"/>
        <pc:sldMkLst>
          <pc:docMk/>
          <pc:sldMk cId="3900484488" sldId="514"/>
        </pc:sldMkLst>
      </pc:sldChg>
      <pc:sldChg chg="addSp delSp modSp mod">
        <pc:chgData name="Manuj Agrawal" userId="8275e378daeca5b2" providerId="LiveId" clId="{64F0AB06-4F15-42AD-A165-0D0DB89594B8}" dt="2021-12-08T17:01:29.634" v="487" actId="113"/>
        <pc:sldMkLst>
          <pc:docMk/>
          <pc:sldMk cId="3398521564" sldId="516"/>
        </pc:sldMkLst>
      </pc:sldChg>
      <pc:sldChg chg="modSp del mod">
        <pc:chgData name="Manuj Agrawal" userId="8275e378daeca5b2" providerId="LiveId" clId="{64F0AB06-4F15-42AD-A165-0D0DB89594B8}" dt="2021-12-08T16:00:26.022" v="184" actId="2696"/>
        <pc:sldMkLst>
          <pc:docMk/>
          <pc:sldMk cId="1872303264" sldId="521"/>
        </pc:sldMkLst>
      </pc:sldChg>
      <pc:sldChg chg="modSp mod">
        <pc:chgData name="Manuj Agrawal" userId="8275e378daeca5b2" providerId="LiveId" clId="{64F0AB06-4F15-42AD-A165-0D0DB89594B8}" dt="2021-12-08T17:01:06.764" v="479" actId="113"/>
        <pc:sldMkLst>
          <pc:docMk/>
          <pc:sldMk cId="4275699470" sldId="522"/>
        </pc:sldMkLst>
      </pc:sldChg>
      <pc:sldChg chg="addSp delSp modSp mod">
        <pc:chgData name="Manuj Agrawal" userId="8275e378daeca5b2" providerId="LiveId" clId="{64F0AB06-4F15-42AD-A165-0D0DB89594B8}" dt="2021-12-08T16:57:30.489" v="429" actId="1076"/>
        <pc:sldMkLst>
          <pc:docMk/>
          <pc:sldMk cId="497741117" sldId="523"/>
        </pc:sldMkLst>
      </pc:sldChg>
      <pc:sldChg chg="modSp mod">
        <pc:chgData name="Manuj Agrawal" userId="8275e378daeca5b2" providerId="LiveId" clId="{64F0AB06-4F15-42AD-A165-0D0DB89594B8}" dt="2021-12-08T17:02:14.080" v="516" actId="1076"/>
        <pc:sldMkLst>
          <pc:docMk/>
          <pc:sldMk cId="1786916546" sldId="524"/>
        </pc:sldMkLst>
      </pc:sldChg>
      <pc:sldChg chg="modSp mod">
        <pc:chgData name="Manuj Agrawal" userId="8275e378daeca5b2" providerId="LiveId" clId="{64F0AB06-4F15-42AD-A165-0D0DB89594B8}" dt="2021-12-08T17:04:54.238" v="558" actId="404"/>
        <pc:sldMkLst>
          <pc:docMk/>
          <pc:sldMk cId="4219030133" sldId="526"/>
        </pc:sldMkLst>
      </pc:sldChg>
      <pc:sldChg chg="addSp delSp modSp add del mod">
        <pc:chgData name="Manuj Agrawal" userId="8275e378daeca5b2" providerId="LiveId" clId="{64F0AB06-4F15-42AD-A165-0D0DB89594B8}" dt="2021-12-08T17:32:37.847" v="856" actId="2696"/>
        <pc:sldMkLst>
          <pc:docMk/>
          <pc:sldMk cId="2647899511" sldId="527"/>
        </pc:sldMkLst>
      </pc:sldChg>
      <pc:sldChg chg="addSp delSp modSp add mod">
        <pc:chgData name="Manuj Agrawal" userId="8275e378daeca5b2" providerId="LiveId" clId="{64F0AB06-4F15-42AD-A165-0D0DB89594B8}" dt="2021-12-08T17:33:08.572" v="858"/>
        <pc:sldMkLst>
          <pc:docMk/>
          <pc:sldMk cId="1977399299" sldId="528"/>
        </pc:sldMkLst>
      </pc:sldChg>
    </pc:docChg>
  </pc:docChgLst>
  <pc:docChgLst>
    <pc:chgData name="Manuj" userId="1a07f523-e16f-486a-b610-37539cc763a0" providerId="ADAL" clId="{26C95123-53BF-4396-BBA0-E2E0D9D22832}"/>
    <pc:docChg chg="undo custSel addSld delSld modSld modMainMaster modNotesMaster">
      <pc:chgData name="Manuj" userId="1a07f523-e16f-486a-b610-37539cc763a0" providerId="ADAL" clId="{26C95123-53BF-4396-BBA0-E2E0D9D22832}" dt="2023-11-21T08:54:53.323" v="12"/>
      <pc:docMkLst>
        <pc:docMk/>
      </pc:docMkLst>
      <pc:sldChg chg="del">
        <pc:chgData name="Manuj" userId="1a07f523-e16f-486a-b610-37539cc763a0" providerId="ADAL" clId="{26C95123-53BF-4396-BBA0-E2E0D9D22832}" dt="2023-11-21T08:52:51.187" v="10" actId="47"/>
        <pc:sldMkLst>
          <pc:docMk/>
          <pc:sldMk cId="2654572283" sldId="456"/>
        </pc:sldMkLst>
      </pc:sldChg>
      <pc:sldChg chg="del">
        <pc:chgData name="Manuj" userId="1a07f523-e16f-486a-b610-37539cc763a0" providerId="ADAL" clId="{26C95123-53BF-4396-BBA0-E2E0D9D22832}" dt="2023-11-21T08:52:38.755" v="3" actId="47"/>
        <pc:sldMkLst>
          <pc:docMk/>
          <pc:sldMk cId="1213225221" sldId="546"/>
        </pc:sldMkLst>
      </pc:sldChg>
      <pc:sldChg chg="del">
        <pc:chgData name="Manuj" userId="1a07f523-e16f-486a-b610-37539cc763a0" providerId="ADAL" clId="{26C95123-53BF-4396-BBA0-E2E0D9D22832}" dt="2023-11-21T08:52:42.918" v="6" actId="47"/>
        <pc:sldMkLst>
          <pc:docMk/>
          <pc:sldMk cId="505145951" sldId="551"/>
        </pc:sldMkLst>
      </pc:sldChg>
      <pc:sldChg chg="del">
        <pc:chgData name="Manuj" userId="1a07f523-e16f-486a-b610-37539cc763a0" providerId="ADAL" clId="{26C95123-53BF-4396-BBA0-E2E0D9D22832}" dt="2023-11-21T08:52:38.045" v="2" actId="47"/>
        <pc:sldMkLst>
          <pc:docMk/>
          <pc:sldMk cId="2191335115" sldId="55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856650110" sldId="56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973246647" sldId="568"/>
        </pc:sldMkLst>
      </pc:sldChg>
      <pc:sldChg chg="del">
        <pc:chgData name="Manuj" userId="1a07f523-e16f-486a-b610-37539cc763a0" providerId="ADAL" clId="{26C95123-53BF-4396-BBA0-E2E0D9D22832}" dt="2023-11-21T08:52:45.016" v="7" actId="47"/>
        <pc:sldMkLst>
          <pc:docMk/>
          <pc:sldMk cId="4106624454" sldId="569"/>
        </pc:sldMkLst>
      </pc:sldChg>
      <pc:sldChg chg="del">
        <pc:chgData name="Manuj" userId="1a07f523-e16f-486a-b610-37539cc763a0" providerId="ADAL" clId="{26C95123-53BF-4396-BBA0-E2E0D9D22832}" dt="2023-11-21T08:52:40.190" v="5" actId="47"/>
        <pc:sldMkLst>
          <pc:docMk/>
          <pc:sldMk cId="3324685487" sldId="571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47023824" sldId="572"/>
        </pc:sldMkLst>
      </pc:sldChg>
      <pc:sldChg chg="del">
        <pc:chgData name="Manuj" userId="1a07f523-e16f-486a-b610-37539cc763a0" providerId="ADAL" clId="{26C95123-53BF-4396-BBA0-E2E0D9D22832}" dt="2023-11-21T08:52:32.765" v="1" actId="47"/>
        <pc:sldMkLst>
          <pc:docMk/>
          <pc:sldMk cId="744809073" sldId="574"/>
        </pc:sldMkLst>
      </pc:sldChg>
      <pc:sldChg chg="modSp add del modNotes">
        <pc:chgData name="Manuj" userId="1a07f523-e16f-486a-b610-37539cc763a0" providerId="ADAL" clId="{26C95123-53BF-4396-BBA0-E2E0D9D22832}" dt="2023-11-21T08:54:53.323" v="12"/>
        <pc:sldMkLst>
          <pc:docMk/>
          <pc:sldMk cId="3683471268" sldId="576"/>
        </pc:sldMkLst>
      </pc:sldChg>
      <pc:sldChg chg="modSp add modNotes">
        <pc:chgData name="Manuj" userId="1a07f523-e16f-486a-b610-37539cc763a0" providerId="ADAL" clId="{26C95123-53BF-4396-BBA0-E2E0D9D22832}" dt="2023-11-21T08:54:53.323" v="12"/>
        <pc:sldMkLst>
          <pc:docMk/>
          <pc:sldMk cId="4028893296" sldId="577"/>
        </pc:sldMkLst>
      </pc:sldChg>
      <pc:sldMasterChg chg="modSp modSldLayout">
        <pc:chgData name="Manuj" userId="1a07f523-e16f-486a-b610-37539cc763a0" providerId="ADAL" clId="{26C95123-53BF-4396-BBA0-E2E0D9D22832}" dt="2023-11-21T08:54:53.323" v="12"/>
        <pc:sldMasterMkLst>
          <pc:docMk/>
          <pc:sldMasterMk cId="0" sldId="2147483648"/>
        </pc:sldMasterMkLst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5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6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7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8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anuj Agrawal" userId="8275e378daeca5b2" providerId="LiveId" clId="{1B291F93-55DC-4A6B-8142-57A197F4726A}"/>
    <pc:docChg chg="custSel addSld modSld">
      <pc:chgData name="Manuj Agrawal" userId="8275e378daeca5b2" providerId="LiveId" clId="{1B291F93-55DC-4A6B-8142-57A197F4726A}" dt="2022-05-31T05:10:00.290" v="277" actId="1076"/>
      <pc:docMkLst>
        <pc:docMk/>
      </pc:docMkLst>
      <pc:sldChg chg="add">
        <pc:chgData name="Manuj Agrawal" userId="8275e378daeca5b2" providerId="LiveId" clId="{1B291F93-55DC-4A6B-8142-57A197F4726A}" dt="2022-05-31T05:05:27.934" v="240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1B291F93-55DC-4A6B-8142-57A197F4726A}" dt="2022-05-31T05:10:00.290" v="277" actId="1076"/>
        <pc:sldMkLst>
          <pc:docMk/>
          <pc:sldMk cId="2719421991" sldId="565"/>
        </pc:sldMkLst>
      </pc:sldChg>
      <pc:sldChg chg="addSp delSp modSp add mod">
        <pc:chgData name="Manuj Agrawal" userId="8275e378daeca5b2" providerId="LiveId" clId="{1B291F93-55DC-4A6B-8142-57A197F4726A}" dt="2022-05-23T17:14:46.447" v="233" actId="1076"/>
        <pc:sldMkLst>
          <pc:docMk/>
          <pc:sldMk cId="4106624454" sldId="569"/>
        </pc:sldMkLst>
      </pc:sldChg>
    </pc:docChg>
  </pc:docChgLst>
  <pc:docChgLst>
    <pc:chgData name="Shyama" userId="S::shyama@webberec.com::6bc29e3b-d18d-4efe-9776-d232efa51d08" providerId="AD" clId="Web-{A8DCE7A1-CDE2-F678-0C53-931023EF5E30}"/>
    <pc:docChg chg="modSld sldOrd">
      <pc:chgData name="Shyama" userId="S::shyama@webberec.com::6bc29e3b-d18d-4efe-9776-d232efa51d08" providerId="AD" clId="Web-{A8DCE7A1-CDE2-F678-0C53-931023EF5E30}" dt="2023-04-22T16:10:05.615" v="132"/>
      <pc:docMkLst>
        <pc:docMk/>
      </pc:docMkLst>
      <pc:sldChg chg="ord">
        <pc:chgData name="Shyama" userId="S::shyama@webberec.com::6bc29e3b-d18d-4efe-9776-d232efa51d08" providerId="AD" clId="Web-{A8DCE7A1-CDE2-F678-0C53-931023EF5E30}" dt="2023-04-22T16:07:52.516" v="50"/>
        <pc:sldMkLst>
          <pc:docMk/>
          <pc:sldMk cId="2191335115" sldId="556"/>
        </pc:sldMkLst>
      </pc:sldChg>
      <pc:sldChg chg="modSp">
        <pc:chgData name="Shyama" userId="S::shyama@webberec.com::6bc29e3b-d18d-4efe-9776-d232efa51d08" providerId="AD" clId="Web-{A8DCE7A1-CDE2-F678-0C53-931023EF5E30}" dt="2023-04-22T16:10:05.615" v="132"/>
        <pc:sldMkLst>
          <pc:docMk/>
          <pc:sldMk cId="2876836253" sldId="573"/>
        </pc:sldMkLst>
      </pc:sldChg>
    </pc:docChg>
  </pc:docChgLst>
  <pc:docChgLst>
    <pc:chgData name="Shyama" userId="S::shyama@webberec.com::6bc29e3b-d18d-4efe-9776-d232efa51d08" providerId="AD" clId="Web-{A36DB3EE-0833-9107-0022-9EC46DCAD0CA}"/>
    <pc:docChg chg="modSld">
      <pc:chgData name="Shyama" userId="S::shyama@webberec.com::6bc29e3b-d18d-4efe-9776-d232efa51d08" providerId="AD" clId="Web-{A36DB3EE-0833-9107-0022-9EC46DCAD0CA}" dt="2023-04-23T10:23:18.097" v="240" actId="14100"/>
      <pc:docMkLst>
        <pc:docMk/>
      </pc:docMkLst>
      <pc:sldChg chg="modSp">
        <pc:chgData name="Shyama" userId="S::shyama@webberec.com::6bc29e3b-d18d-4efe-9776-d232efa51d08" providerId="AD" clId="Web-{A36DB3EE-0833-9107-0022-9EC46DCAD0CA}" dt="2023-04-22T16:47:51.988" v="72" actId="20577"/>
        <pc:sldMkLst>
          <pc:docMk/>
          <pc:sldMk cId="3922207980" sldId="506"/>
        </pc:sldMkLst>
      </pc:sldChg>
      <pc:sldChg chg="modSp">
        <pc:chgData name="Shyama" userId="S::shyama@webberec.com::6bc29e3b-d18d-4efe-9776-d232efa51d08" providerId="AD" clId="Web-{A36DB3EE-0833-9107-0022-9EC46DCAD0CA}" dt="2023-04-22T16:36:57.132" v="15" actId="20577"/>
        <pc:sldMkLst>
          <pc:docMk/>
          <pc:sldMk cId="1213225221" sldId="546"/>
        </pc:sldMkLst>
      </pc:sldChg>
      <pc:sldChg chg="addSp modSp">
        <pc:chgData name="Shyama" userId="S::shyama@webberec.com::6bc29e3b-d18d-4efe-9776-d232efa51d08" providerId="AD" clId="Web-{A36DB3EE-0833-9107-0022-9EC46DCAD0CA}" dt="2023-04-22T16:37:40.853" v="17"/>
        <pc:sldMkLst>
          <pc:docMk/>
          <pc:sldMk cId="505145951" sldId="551"/>
        </pc:sldMkLst>
      </pc:sldChg>
      <pc:sldChg chg="modSp">
        <pc:chgData name="Shyama" userId="S::shyama@webberec.com::6bc29e3b-d18d-4efe-9776-d232efa51d08" providerId="AD" clId="Web-{A36DB3EE-0833-9107-0022-9EC46DCAD0CA}" dt="2023-04-23T10:21:43.048" v="231" actId="20577"/>
        <pc:sldMkLst>
          <pc:docMk/>
          <pc:sldMk cId="2856650110" sldId="566"/>
        </pc:sldMkLst>
      </pc:sldChg>
      <pc:sldChg chg="modSp">
        <pc:chgData name="Shyama" userId="S::shyama@webberec.com::6bc29e3b-d18d-4efe-9776-d232efa51d08" providerId="AD" clId="Web-{A36DB3EE-0833-9107-0022-9EC46DCAD0CA}" dt="2023-04-23T10:23:18.097" v="240" actId="14100"/>
        <pc:sldMkLst>
          <pc:docMk/>
          <pc:sldMk cId="3324685487" sldId="571"/>
        </pc:sldMkLst>
      </pc:sldChg>
      <pc:sldChg chg="addSp delSp modSp">
        <pc:chgData name="Shyama" userId="S::shyama@webberec.com::6bc29e3b-d18d-4efe-9776-d232efa51d08" providerId="AD" clId="Web-{A36DB3EE-0833-9107-0022-9EC46DCAD0CA}" dt="2023-04-23T10:00:14.359" v="102" actId="1076"/>
        <pc:sldMkLst>
          <pc:docMk/>
          <pc:sldMk cId="247023824" sldId="572"/>
        </pc:sldMkLst>
      </pc:sldChg>
      <pc:sldChg chg="modSp">
        <pc:chgData name="Shyama" userId="S::shyama@webberec.com::6bc29e3b-d18d-4efe-9776-d232efa51d08" providerId="AD" clId="Web-{A36DB3EE-0833-9107-0022-9EC46DCAD0CA}" dt="2023-04-23T10:14:26.428" v="226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CCEA2C1E-CDD4-48E8-AA49-FFEC3D0C86F8}"/>
    <pc:docChg chg="undo custSel addSld delSld modSld sldOrd">
      <pc:chgData name="Manuj Agrawal" userId="8275e378daeca5b2" providerId="LiveId" clId="{CCEA2C1E-CDD4-48E8-AA49-FFEC3D0C86F8}" dt="2021-11-26T09:44:32.706" v="6026" actId="20577"/>
      <pc:docMkLst>
        <pc:docMk/>
      </pc:docMkLst>
      <pc:sldChg chg="addSp delSp modSp del mod">
        <pc:chgData name="Manuj Agrawal" userId="8275e378daeca5b2" providerId="LiveId" clId="{CCEA2C1E-CDD4-48E8-AA49-FFEC3D0C86F8}" dt="2021-11-24T09:01:59.143" v="216" actId="2696"/>
        <pc:sldMkLst>
          <pc:docMk/>
          <pc:sldMk cId="0" sldId="437"/>
        </pc:sldMkLst>
      </pc:sldChg>
      <pc:sldChg chg="addSp delSp modSp mod ord">
        <pc:chgData name="Manuj Agrawal" userId="8275e378daeca5b2" providerId="LiveId" clId="{CCEA2C1E-CDD4-48E8-AA49-FFEC3D0C86F8}" dt="2021-11-26T08:53:26.030" v="5896"/>
        <pc:sldMkLst>
          <pc:docMk/>
          <pc:sldMk cId="4132242691" sldId="439"/>
        </pc:sldMkLst>
      </pc:sldChg>
      <pc:sldChg chg="ord">
        <pc:chgData name="Manuj Agrawal" userId="8275e378daeca5b2" providerId="LiveId" clId="{CCEA2C1E-CDD4-48E8-AA49-FFEC3D0C86F8}" dt="2021-11-25T14:56:57.110" v="2696"/>
        <pc:sldMkLst>
          <pc:docMk/>
          <pc:sldMk cId="2924652405" sldId="446"/>
        </pc:sldMkLst>
      </pc:sldChg>
      <pc:sldChg chg="modSp mod modNotesTx">
        <pc:chgData name="Manuj Agrawal" userId="8275e378daeca5b2" providerId="LiveId" clId="{CCEA2C1E-CDD4-48E8-AA49-FFEC3D0C86F8}" dt="2021-11-26T09:11:45.931" v="5981" actId="20577"/>
        <pc:sldMkLst>
          <pc:docMk/>
          <pc:sldMk cId="1886868575" sldId="452"/>
        </pc:sldMkLst>
      </pc:sldChg>
      <pc:sldChg chg="modSp add del mod ord">
        <pc:chgData name="Manuj Agrawal" userId="8275e378daeca5b2" providerId="LiveId" clId="{CCEA2C1E-CDD4-48E8-AA49-FFEC3D0C86F8}" dt="2021-11-25T18:51:34.517" v="4140" actId="47"/>
        <pc:sldMkLst>
          <pc:docMk/>
          <pc:sldMk cId="2809880194" sldId="455"/>
        </pc:sldMkLst>
      </pc:sldChg>
      <pc:sldChg chg="ord">
        <pc:chgData name="Manuj Agrawal" userId="8275e378daeca5b2" providerId="LiveId" clId="{CCEA2C1E-CDD4-48E8-AA49-FFEC3D0C86F8}" dt="2021-11-26T07:51:36.529" v="4668"/>
        <pc:sldMkLst>
          <pc:docMk/>
          <pc:sldMk cId="2654572283" sldId="456"/>
        </pc:sldMkLst>
      </pc:sldChg>
      <pc:sldChg chg="addSp delSp modSp mod modNotesTx">
        <pc:chgData name="Manuj Agrawal" userId="8275e378daeca5b2" providerId="LiveId" clId="{CCEA2C1E-CDD4-48E8-AA49-FFEC3D0C86F8}" dt="2021-11-26T08:46:35.554" v="5850" actId="20577"/>
        <pc:sldMkLst>
          <pc:docMk/>
          <pc:sldMk cId="0" sldId="462"/>
        </pc:sldMkLst>
      </pc:sldChg>
      <pc:sldChg chg="modSp mod ord">
        <pc:chgData name="Manuj Agrawal" userId="8275e378daeca5b2" providerId="LiveId" clId="{CCEA2C1E-CDD4-48E8-AA49-FFEC3D0C86F8}" dt="2021-11-26T09:44:32.706" v="6026" actId="20577"/>
        <pc:sldMkLst>
          <pc:docMk/>
          <pc:sldMk cId="3706521388" sldId="468"/>
        </pc:sldMkLst>
      </pc:sldChg>
      <pc:sldChg chg="addSp delSp modSp mod ord">
        <pc:chgData name="Manuj Agrawal" userId="8275e378daeca5b2" providerId="LiveId" clId="{CCEA2C1E-CDD4-48E8-AA49-FFEC3D0C86F8}" dt="2021-11-26T09:02:22.003" v="5970" actId="20577"/>
        <pc:sldMkLst>
          <pc:docMk/>
          <pc:sldMk cId="4070165547" sldId="472"/>
        </pc:sldMkLst>
      </pc:sldChg>
      <pc:sldChg chg="modSp mod ord">
        <pc:chgData name="Manuj Agrawal" userId="8275e378daeca5b2" providerId="LiveId" clId="{CCEA2C1E-CDD4-48E8-AA49-FFEC3D0C86F8}" dt="2021-11-25T14:58:21.902" v="2745" actId="20577"/>
        <pc:sldMkLst>
          <pc:docMk/>
          <pc:sldMk cId="1400922404" sldId="474"/>
        </pc:sldMkLst>
      </pc:sldChg>
      <pc:sldChg chg="addSp delSp modSp del mod">
        <pc:chgData name="Manuj Agrawal" userId="8275e378daeca5b2" providerId="LiveId" clId="{CCEA2C1E-CDD4-48E8-AA49-FFEC3D0C86F8}" dt="2021-11-25T09:31:07.075" v="1820" actId="47"/>
        <pc:sldMkLst>
          <pc:docMk/>
          <pc:sldMk cId="1449667408" sldId="482"/>
        </pc:sldMkLst>
      </pc:sldChg>
      <pc:sldChg chg="modSp mod ord">
        <pc:chgData name="Manuj Agrawal" userId="8275e378daeca5b2" providerId="LiveId" clId="{CCEA2C1E-CDD4-48E8-AA49-FFEC3D0C86F8}" dt="2021-11-25T14:57:33.285" v="2704"/>
        <pc:sldMkLst>
          <pc:docMk/>
          <pc:sldMk cId="321808071" sldId="485"/>
        </pc:sldMkLst>
      </pc:sldChg>
      <pc:sldChg chg="addSp modSp mod ord">
        <pc:chgData name="Manuj Agrawal" userId="8275e378daeca5b2" providerId="LiveId" clId="{CCEA2C1E-CDD4-48E8-AA49-FFEC3D0C86F8}" dt="2021-11-26T07:28:20.368" v="4411" actId="20577"/>
        <pc:sldMkLst>
          <pc:docMk/>
          <pc:sldMk cId="1954424249" sldId="487"/>
        </pc:sldMkLst>
      </pc:sldChg>
      <pc:sldChg chg="modSp mod ord">
        <pc:chgData name="Manuj Agrawal" userId="8275e378daeca5b2" providerId="LiveId" clId="{CCEA2C1E-CDD4-48E8-AA49-FFEC3D0C86F8}" dt="2021-11-25T14:57:41.670" v="2710"/>
        <pc:sldMkLst>
          <pc:docMk/>
          <pc:sldMk cId="3461840701" sldId="489"/>
        </pc:sldMkLst>
      </pc:sldChg>
      <pc:sldChg chg="ord">
        <pc:chgData name="Manuj Agrawal" userId="8275e378daeca5b2" providerId="LiveId" clId="{CCEA2C1E-CDD4-48E8-AA49-FFEC3D0C86F8}" dt="2021-11-25T14:57:52.062" v="2712"/>
        <pc:sldMkLst>
          <pc:docMk/>
          <pc:sldMk cId="3773446992" sldId="490"/>
        </pc:sldMkLst>
      </pc:sldChg>
      <pc:sldChg chg="addSp delSp modSp del mod ord">
        <pc:chgData name="Manuj Agrawal" userId="8275e378daeca5b2" providerId="LiveId" clId="{CCEA2C1E-CDD4-48E8-AA49-FFEC3D0C86F8}" dt="2021-11-25T18:49:26.564" v="4135" actId="47"/>
        <pc:sldMkLst>
          <pc:docMk/>
          <pc:sldMk cId="3329350431" sldId="502"/>
        </pc:sldMkLst>
      </pc:sldChg>
      <pc:sldChg chg="addSp delSp modSp add mod ord modNotesTx">
        <pc:chgData name="Manuj Agrawal" userId="8275e378daeca5b2" providerId="LiveId" clId="{CCEA2C1E-CDD4-48E8-AA49-FFEC3D0C86F8}" dt="2021-11-26T08:38:18.954" v="5491" actId="20577"/>
        <pc:sldMkLst>
          <pc:docMk/>
          <pc:sldMk cId="2332114638" sldId="503"/>
        </pc:sldMkLst>
      </pc:sldChg>
      <pc:sldChg chg="add del">
        <pc:chgData name="Manuj Agrawal" userId="8275e378daeca5b2" providerId="LiveId" clId="{CCEA2C1E-CDD4-48E8-AA49-FFEC3D0C86F8}" dt="2021-11-24T09:19:31.528" v="536" actId="47"/>
        <pc:sldMkLst>
          <pc:docMk/>
          <pc:sldMk cId="2737617716" sldId="504"/>
        </pc:sldMkLst>
      </pc:sldChg>
      <pc:sldChg chg="add del">
        <pc:chgData name="Manuj Agrawal" userId="8275e378daeca5b2" providerId="LiveId" clId="{CCEA2C1E-CDD4-48E8-AA49-FFEC3D0C86F8}" dt="2021-11-25T09:55:14.160" v="1833" actId="47"/>
        <pc:sldMkLst>
          <pc:docMk/>
          <pc:sldMk cId="3152888292" sldId="504"/>
        </pc:sldMkLst>
      </pc:sldChg>
      <pc:sldChg chg="add del">
        <pc:chgData name="Manuj Agrawal" userId="8275e378daeca5b2" providerId="LiveId" clId="{CCEA2C1E-CDD4-48E8-AA49-FFEC3D0C86F8}" dt="2021-11-24T10:45:41.695" v="1008" actId="47"/>
        <pc:sldMkLst>
          <pc:docMk/>
          <pc:sldMk cId="4291861054" sldId="504"/>
        </pc:sldMkLst>
      </pc:sldChg>
      <pc:sldChg chg="addSp delSp modSp add mod ord modNotesTx">
        <pc:chgData name="Manuj Agrawal" userId="8275e378daeca5b2" providerId="LiveId" clId="{CCEA2C1E-CDD4-48E8-AA49-FFEC3D0C86F8}" dt="2021-11-26T08:39:43.530" v="5762" actId="20577"/>
        <pc:sldMkLst>
          <pc:docMk/>
          <pc:sldMk cId="1614889212" sldId="505"/>
        </pc:sldMkLst>
      </pc:sldChg>
      <pc:sldChg chg="addSp delSp modSp add mod">
        <pc:chgData name="Manuj Agrawal" userId="8275e378daeca5b2" providerId="LiveId" clId="{CCEA2C1E-CDD4-48E8-AA49-FFEC3D0C86F8}" dt="2021-11-26T09:36:14.514" v="5982" actId="1076"/>
        <pc:sldMkLst>
          <pc:docMk/>
          <pc:sldMk cId="3139977492" sldId="507"/>
        </pc:sldMkLst>
      </pc:sldChg>
      <pc:sldChg chg="add del">
        <pc:chgData name="Manuj Agrawal" userId="8275e378daeca5b2" providerId="LiveId" clId="{CCEA2C1E-CDD4-48E8-AA49-FFEC3D0C86F8}" dt="2021-11-25T09:54:32.647" v="1832" actId="47"/>
        <pc:sldMkLst>
          <pc:docMk/>
          <pc:sldMk cId="1286174948" sldId="508"/>
        </pc:sldMkLst>
      </pc:sldChg>
      <pc:sldChg chg="addSp delSp modSp add mod">
        <pc:chgData name="Manuj Agrawal" userId="8275e378daeca5b2" providerId="LiveId" clId="{CCEA2C1E-CDD4-48E8-AA49-FFEC3D0C86F8}" dt="2021-11-26T08:54:39.747" v="5906" actId="20577"/>
        <pc:sldMkLst>
          <pc:docMk/>
          <pc:sldMk cId="3558071778" sldId="508"/>
        </pc:sldMkLst>
      </pc:sldChg>
      <pc:sldChg chg="addSp modSp add mod ord">
        <pc:chgData name="Manuj Agrawal" userId="8275e378daeca5b2" providerId="LiveId" clId="{CCEA2C1E-CDD4-48E8-AA49-FFEC3D0C86F8}" dt="2021-11-25T18:49:52.842" v="4137" actId="1076"/>
        <pc:sldMkLst>
          <pc:docMk/>
          <pc:sldMk cId="779782093" sldId="509"/>
        </pc:sldMkLst>
      </pc:sldChg>
      <pc:sldChg chg="addSp delSp modSp add mod ord">
        <pc:chgData name="Manuj Agrawal" userId="8275e378daeca5b2" providerId="LiveId" clId="{CCEA2C1E-CDD4-48E8-AA49-FFEC3D0C86F8}" dt="2021-11-26T09:36:20.938" v="5983" actId="1076"/>
        <pc:sldMkLst>
          <pc:docMk/>
          <pc:sldMk cId="2864755014" sldId="510"/>
        </pc:sldMkLst>
      </pc:sldChg>
      <pc:sldChg chg="addSp delSp modSp add mod">
        <pc:chgData name="Manuj Agrawal" userId="8275e378daeca5b2" providerId="LiveId" clId="{CCEA2C1E-CDD4-48E8-AA49-FFEC3D0C86F8}" dt="2021-11-26T09:02:24.212" v="5971" actId="20577"/>
        <pc:sldMkLst>
          <pc:docMk/>
          <pc:sldMk cId="2155742826" sldId="511"/>
        </pc:sldMkLst>
      </pc:sldChg>
      <pc:sldChg chg="addSp delSp modSp add mod">
        <pc:chgData name="Manuj Agrawal" userId="8275e378daeca5b2" providerId="LiveId" clId="{CCEA2C1E-CDD4-48E8-AA49-FFEC3D0C86F8}" dt="2021-11-26T09:02:26.769" v="5972"/>
        <pc:sldMkLst>
          <pc:docMk/>
          <pc:sldMk cId="320115848" sldId="512"/>
        </pc:sldMkLst>
      </pc:sldChg>
    </pc:docChg>
  </pc:docChgLst>
  <pc:docChgLst>
    <pc:chgData name="Manuj Agrawal" userId="8275e378daeca5b2" providerId="LiveId" clId="{FDA34FAC-7963-4A76-904C-E10DA2DD4877}"/>
    <pc:docChg chg="undo custSel addSld delSld modSld sldOrd">
      <pc:chgData name="Manuj Agrawal" userId="8275e378daeca5b2" providerId="LiveId" clId="{FDA34FAC-7963-4A76-904C-E10DA2DD4877}" dt="2023-02-23T08:18:27.068" v="1582" actId="20577"/>
      <pc:docMkLst>
        <pc:docMk/>
      </pc:docMkLst>
      <pc:sldChg chg="modNotesTx">
        <pc:chgData name="Manuj Agrawal" userId="8275e378daeca5b2" providerId="LiveId" clId="{FDA34FAC-7963-4A76-904C-E10DA2DD4877}" dt="2023-02-10T07:58:33.575" v="1554" actId="6549"/>
        <pc:sldMkLst>
          <pc:docMk/>
          <pc:sldMk cId="505145951" sldId="551"/>
        </pc:sldMkLst>
      </pc:sldChg>
      <pc:sldChg chg="ord modNotesTx">
        <pc:chgData name="Manuj Agrawal" userId="8275e378daeca5b2" providerId="LiveId" clId="{FDA34FAC-7963-4A76-904C-E10DA2DD4877}" dt="2023-02-10T07:58:19.934" v="1551" actId="20577"/>
        <pc:sldMkLst>
          <pc:docMk/>
          <pc:sldMk cId="2191335115" sldId="556"/>
        </pc:sldMkLst>
      </pc:sldChg>
      <pc:sldChg chg="del">
        <pc:chgData name="Manuj Agrawal" userId="8275e378daeca5b2" providerId="LiveId" clId="{FDA34FAC-7963-4A76-904C-E10DA2DD4877}" dt="2023-02-10T07:01:59.965" v="38" actId="47"/>
        <pc:sldMkLst>
          <pc:docMk/>
          <pc:sldMk cId="3569473709" sldId="560"/>
        </pc:sldMkLst>
      </pc:sldChg>
      <pc:sldChg chg="del">
        <pc:chgData name="Manuj Agrawal" userId="8275e378daeca5b2" providerId="LiveId" clId="{FDA34FAC-7963-4A76-904C-E10DA2DD4877}" dt="2023-02-10T07:56:48.889" v="1547" actId="47"/>
        <pc:sldMkLst>
          <pc:docMk/>
          <pc:sldMk cId="2268483656" sldId="563"/>
        </pc:sldMkLst>
      </pc:sldChg>
      <pc:sldChg chg="del">
        <pc:chgData name="Manuj Agrawal" userId="8275e378daeca5b2" providerId="LiveId" clId="{FDA34FAC-7963-4A76-904C-E10DA2DD4877}" dt="2023-02-10T07:56:49.816" v="1548" actId="47"/>
        <pc:sldMkLst>
          <pc:docMk/>
          <pc:sldMk cId="2415168758" sldId="564"/>
        </pc:sldMkLst>
      </pc:sldChg>
      <pc:sldChg chg="addSp delSp modSp mod modNotesTx">
        <pc:chgData name="Manuj Agrawal" userId="8275e378daeca5b2" providerId="LiveId" clId="{FDA34FAC-7963-4A76-904C-E10DA2DD4877}" dt="2023-02-10T07:58:40.490" v="1556" actId="6549"/>
        <pc:sldMkLst>
          <pc:docMk/>
          <pc:sldMk cId="2719421991" sldId="565"/>
        </pc:sldMkLst>
      </pc:sldChg>
      <pc:sldChg chg="addSp delSp modSp mod ord modNotesTx">
        <pc:chgData name="Manuj Agrawal" userId="8275e378daeca5b2" providerId="LiveId" clId="{FDA34FAC-7963-4A76-904C-E10DA2DD4877}" dt="2023-02-10T13:00:36.850" v="1576" actId="20577"/>
        <pc:sldMkLst>
          <pc:docMk/>
          <pc:sldMk cId="2856650110" sldId="566"/>
        </pc:sldMkLst>
      </pc:sldChg>
      <pc:sldChg chg="del">
        <pc:chgData name="Manuj Agrawal" userId="8275e378daeca5b2" providerId="LiveId" clId="{FDA34FAC-7963-4A76-904C-E10DA2DD4877}" dt="2023-02-10T07:00:36.168" v="27" actId="47"/>
        <pc:sldMkLst>
          <pc:docMk/>
          <pc:sldMk cId="3947572015" sldId="567"/>
        </pc:sldMkLst>
      </pc:sldChg>
      <pc:sldChg chg="modNotesTx">
        <pc:chgData name="Manuj Agrawal" userId="8275e378daeca5b2" providerId="LiveId" clId="{FDA34FAC-7963-4A76-904C-E10DA2DD4877}" dt="2023-02-10T07:58:11.786" v="1549" actId="20577"/>
        <pc:sldMkLst>
          <pc:docMk/>
          <pc:sldMk cId="2973246647" sldId="568"/>
        </pc:sldMkLst>
      </pc:sldChg>
      <pc:sldChg chg="addSp modSp mod modNotesTx">
        <pc:chgData name="Manuj Agrawal" userId="8275e378daeca5b2" providerId="LiveId" clId="{FDA34FAC-7963-4A76-904C-E10DA2DD4877}" dt="2023-02-10T07:58:36.827" v="1555" actId="6549"/>
        <pc:sldMkLst>
          <pc:docMk/>
          <pc:sldMk cId="4106624454" sldId="569"/>
        </pc:sldMkLst>
      </pc:sldChg>
      <pc:sldChg chg="del">
        <pc:chgData name="Manuj Agrawal" userId="8275e378daeca5b2" providerId="LiveId" clId="{FDA34FAC-7963-4A76-904C-E10DA2DD4877}" dt="2023-02-10T07:56:46.865" v="1546" actId="47"/>
        <pc:sldMkLst>
          <pc:docMk/>
          <pc:sldMk cId="3870056208" sldId="570"/>
        </pc:sldMkLst>
      </pc:sldChg>
      <pc:sldChg chg="modSp add mod ord modNotesTx">
        <pc:chgData name="Manuj Agrawal" userId="8275e378daeca5b2" providerId="LiveId" clId="{FDA34FAC-7963-4A76-904C-E10DA2DD4877}" dt="2023-02-10T07:59:07.425" v="1566" actId="1037"/>
        <pc:sldMkLst>
          <pc:docMk/>
          <pc:sldMk cId="3324685487" sldId="571"/>
        </pc:sldMkLst>
      </pc:sldChg>
      <pc:sldChg chg="addSp delSp modSp add mod">
        <pc:chgData name="Manuj Agrawal" userId="8275e378daeca5b2" providerId="LiveId" clId="{FDA34FAC-7963-4A76-904C-E10DA2DD4877}" dt="2023-02-23T08:18:27.068" v="1582" actId="20577"/>
        <pc:sldMkLst>
          <pc:docMk/>
          <pc:sldMk cId="247023824" sldId="572"/>
        </pc:sldMkLst>
      </pc:sldChg>
    </pc:docChg>
  </pc:docChgLst>
  <pc:docChgLst>
    <pc:chgData name="Shyama" userId="S::shyama@webberec.com::6bc29e3b-d18d-4efe-9776-d232efa51d08" providerId="AD" clId="Web-{BB34392D-4E5C-4A6D-D149-86854F25DF13}"/>
    <pc:docChg chg="modSld">
      <pc:chgData name="Shyama" userId="S::shyama@webberec.com::6bc29e3b-d18d-4efe-9776-d232efa51d08" providerId="AD" clId="Web-{BB34392D-4E5C-4A6D-D149-86854F25DF13}" dt="2023-09-22T08:51:56.880" v="93" actId="20577"/>
      <pc:docMkLst>
        <pc:docMk/>
      </pc:docMkLst>
      <pc:sldChg chg="addSp delSp modSp">
        <pc:chgData name="Shyama" userId="S::shyama@webberec.com::6bc29e3b-d18d-4efe-9776-d232efa51d08" providerId="AD" clId="Web-{BB34392D-4E5C-4A6D-D149-86854F25DF13}" dt="2023-09-22T08:49:04" v="74" actId="1076"/>
        <pc:sldMkLst>
          <pc:docMk/>
          <pc:sldMk cId="3324685487" sldId="571"/>
        </pc:sldMkLst>
      </pc:sldChg>
      <pc:sldChg chg="modSp">
        <pc:chgData name="Shyama" userId="S::shyama@webberec.com::6bc29e3b-d18d-4efe-9776-d232efa51d08" providerId="AD" clId="Web-{BB34392D-4E5C-4A6D-D149-86854F25DF13}" dt="2023-09-22T08:51:56.880" v="93" actId="20577"/>
        <pc:sldMkLst>
          <pc:docMk/>
          <pc:sldMk cId="744809073" sldId="574"/>
        </pc:sldMkLst>
      </pc:sldChg>
    </pc:docChg>
  </pc:docChgLst>
  <pc:docChgLst>
    <pc:chgData name="Shyama" userId="S::shyama@webberec.com::6bc29e3b-d18d-4efe-9776-d232efa51d08" providerId="AD" clId="Web-{D2224911-5A4D-D005-B1B5-D64807EE6C57}"/>
    <pc:docChg chg="modSld">
      <pc:chgData name="Shyama" userId="S::shyama@webberec.com::6bc29e3b-d18d-4efe-9776-d232efa51d08" providerId="AD" clId="Web-{D2224911-5A4D-D005-B1B5-D64807EE6C57}" dt="2023-04-23T10:35:27.493" v="12"/>
      <pc:docMkLst>
        <pc:docMk/>
      </pc:docMkLst>
      <pc:sldChg chg="modSp">
        <pc:chgData name="Shyama" userId="S::shyama@webberec.com::6bc29e3b-d18d-4efe-9776-d232efa51d08" providerId="AD" clId="Web-{D2224911-5A4D-D005-B1B5-D64807EE6C57}" dt="2023-04-23T10:30:10" v="10"/>
        <pc:sldMkLst>
          <pc:docMk/>
          <pc:sldMk cId="4106624454" sldId="569"/>
        </pc:sldMkLst>
      </pc:sldChg>
      <pc:sldChg chg="modSp">
        <pc:chgData name="Shyama" userId="S::shyama@webberec.com::6bc29e3b-d18d-4efe-9776-d232efa51d08" providerId="AD" clId="Web-{D2224911-5A4D-D005-B1B5-D64807EE6C57}" dt="2023-04-23T10:35:27.493" v="12"/>
        <pc:sldMkLst>
          <pc:docMk/>
          <pc:sldMk cId="3324685487" sldId="571"/>
        </pc:sldMkLst>
      </pc:sldChg>
    </pc:docChg>
  </pc:docChgLst>
  <pc:docChgLst>
    <pc:chgData name="Shyama" userId="S::shyama@webberec.com::6bc29e3b-d18d-4efe-9776-d232efa51d08" providerId="AD" clId="Web-{B1E70649-5A6D-B990-E1DC-1EC53A1C5CF2}"/>
    <pc:docChg chg="modSld">
      <pc:chgData name="Shyama" userId="S::shyama@webberec.com::6bc29e3b-d18d-4efe-9776-d232efa51d08" providerId="AD" clId="Web-{B1E70649-5A6D-B990-E1DC-1EC53A1C5CF2}" dt="2023-04-22T14:54:30.263" v="350" actId="20577"/>
      <pc:docMkLst>
        <pc:docMk/>
      </pc:docMkLst>
      <pc:sldChg chg="addSp delSp modSp">
        <pc:chgData name="Shyama" userId="S::shyama@webberec.com::6bc29e3b-d18d-4efe-9776-d232efa51d08" providerId="AD" clId="Web-{B1E70649-5A6D-B990-E1DC-1EC53A1C5CF2}" dt="2023-04-22T14:54:30.263" v="350" actId="20577"/>
        <pc:sldMkLst>
          <pc:docMk/>
          <pc:sldMk cId="3324685487" sldId="571"/>
        </pc:sldMkLst>
      </pc:sldChg>
    </pc:docChg>
  </pc:docChgLst>
  <pc:docChgLst>
    <pc:chgData name="Manuj Agrawal" userId="8275e378daeca5b2" providerId="LiveId" clId="{2CDBD468-9682-4E8E-A0E9-8A4D067D4745}"/>
    <pc:docChg chg="undo custSel addSld delSld modSld sldOrd">
      <pc:chgData name="Manuj Agrawal" userId="8275e378daeca5b2" providerId="LiveId" clId="{2CDBD468-9682-4E8E-A0E9-8A4D067D4745}" dt="2021-12-21T12:42:59.084" v="1567" actId="20577"/>
      <pc:docMkLst>
        <pc:docMk/>
      </pc:docMkLst>
      <pc:sldChg chg="modSp mod">
        <pc:chgData name="Manuj Agrawal" userId="8275e378daeca5b2" providerId="LiveId" clId="{2CDBD468-9682-4E8E-A0E9-8A4D067D4745}" dt="2021-12-21T12:32:54.895" v="1373" actId="1076"/>
        <pc:sldMkLst>
          <pc:docMk/>
          <pc:sldMk cId="2654572283" sldId="456"/>
        </pc:sldMkLst>
      </pc:sldChg>
      <pc:sldChg chg="addSp delSp modSp mod">
        <pc:chgData name="Manuj Agrawal" userId="8275e378daeca5b2" providerId="LiveId" clId="{2CDBD468-9682-4E8E-A0E9-8A4D067D4745}" dt="2021-12-18T10:57:45.774" v="812" actId="1076"/>
        <pc:sldMkLst>
          <pc:docMk/>
          <pc:sldMk cId="3922207980" sldId="506"/>
        </pc:sldMkLst>
      </pc:sldChg>
      <pc:sldChg chg="addSp delSp modSp add mod">
        <pc:chgData name="Manuj Agrawal" userId="8275e378daeca5b2" providerId="LiveId" clId="{2CDBD468-9682-4E8E-A0E9-8A4D067D4745}" dt="2021-12-18T12:44:50.852" v="1278" actId="14100"/>
        <pc:sldMkLst>
          <pc:docMk/>
          <pc:sldMk cId="3154999266" sldId="517"/>
        </pc:sldMkLst>
      </pc:sldChg>
      <pc:sldChg chg="del">
        <pc:chgData name="Manuj Agrawal" userId="8275e378daeca5b2" providerId="LiveId" clId="{2CDBD468-9682-4E8E-A0E9-8A4D067D4745}" dt="2021-12-18T12:01:57.864" v="902" actId="47"/>
        <pc:sldMkLst>
          <pc:docMk/>
          <pc:sldMk cId="4219030133" sldId="526"/>
        </pc:sldMkLst>
      </pc:sldChg>
      <pc:sldChg chg="modSp mod">
        <pc:chgData name="Manuj Agrawal" userId="8275e378daeca5b2" providerId="LiveId" clId="{2CDBD468-9682-4E8E-A0E9-8A4D067D4745}" dt="2021-12-21T11:42:31.800" v="1357" actId="1076"/>
        <pc:sldMkLst>
          <pc:docMk/>
          <pc:sldMk cId="2701607129" sldId="532"/>
        </pc:sldMkLst>
      </pc:sldChg>
      <pc:sldChg chg="del">
        <pc:chgData name="Manuj Agrawal" userId="8275e378daeca5b2" providerId="LiveId" clId="{2CDBD468-9682-4E8E-A0E9-8A4D067D4745}" dt="2021-12-18T09:47:05.826" v="229" actId="47"/>
        <pc:sldMkLst>
          <pc:docMk/>
          <pc:sldMk cId="1475965068" sldId="535"/>
        </pc:sldMkLst>
      </pc:sldChg>
      <pc:sldChg chg="modSp mod">
        <pc:chgData name="Manuj Agrawal" userId="8275e378daeca5b2" providerId="LiveId" clId="{2CDBD468-9682-4E8E-A0E9-8A4D067D4745}" dt="2021-12-18T09:59:09.500" v="55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CDBD468-9682-4E8E-A0E9-8A4D067D4745}" dt="2021-12-18T09:50:43.358" v="336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2CDBD468-9682-4E8E-A0E9-8A4D067D4745}" dt="2021-12-18T12:08:18.618" v="971" actId="1076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2CDBD468-9682-4E8E-A0E9-8A4D067D4745}" dt="2021-12-21T11:48:32.560" v="1368" actId="478"/>
        <pc:sldMkLst>
          <pc:docMk/>
          <pc:sldMk cId="477807685" sldId="544"/>
        </pc:sldMkLst>
      </pc:sldChg>
      <pc:sldChg chg="addSp modSp mod">
        <pc:chgData name="Manuj Agrawal" userId="8275e378daeca5b2" providerId="LiveId" clId="{2CDBD468-9682-4E8E-A0E9-8A4D067D4745}" dt="2021-12-21T11:24:11.791" v="1355" actId="1076"/>
        <pc:sldMkLst>
          <pc:docMk/>
          <pc:sldMk cId="1213225221" sldId="546"/>
        </pc:sldMkLst>
      </pc:sldChg>
      <pc:sldChg chg="addSp delSp modSp add del mod">
        <pc:chgData name="Manuj Agrawal" userId="8275e378daeca5b2" providerId="LiveId" clId="{2CDBD468-9682-4E8E-A0E9-8A4D067D4745}" dt="2021-12-18T12:18:40.775" v="1094" actId="47"/>
        <pc:sldMkLst>
          <pc:docMk/>
          <pc:sldMk cId="930509588" sldId="547"/>
        </pc:sldMkLst>
      </pc:sldChg>
      <pc:sldChg chg="addSp delSp modSp add mod">
        <pc:chgData name="Manuj Agrawal" userId="8275e378daeca5b2" providerId="LiveId" clId="{2CDBD468-9682-4E8E-A0E9-8A4D067D4745}" dt="2021-12-18T12:23:11.484" v="1095" actId="14100"/>
        <pc:sldMkLst>
          <pc:docMk/>
          <pc:sldMk cId="286348938" sldId="548"/>
        </pc:sldMkLst>
      </pc:sldChg>
      <pc:sldChg chg="add del">
        <pc:chgData name="Manuj Agrawal" userId="8275e378daeca5b2" providerId="LiveId" clId="{2CDBD468-9682-4E8E-A0E9-8A4D067D4745}" dt="2021-12-18T10:28:27.709" v="616" actId="2890"/>
        <pc:sldMkLst>
          <pc:docMk/>
          <pc:sldMk cId="791809223" sldId="548"/>
        </pc:sldMkLst>
      </pc:sldChg>
      <pc:sldChg chg="add del">
        <pc:chgData name="Manuj Agrawal" userId="8275e378daeca5b2" providerId="LiveId" clId="{2CDBD468-9682-4E8E-A0E9-8A4D067D4745}" dt="2021-12-18T12:18:39.290" v="1093" actId="47"/>
        <pc:sldMkLst>
          <pc:docMk/>
          <pc:sldMk cId="2128622295" sldId="549"/>
        </pc:sldMkLst>
      </pc:sldChg>
      <pc:sldChg chg="delSp modSp add mod ord">
        <pc:chgData name="Manuj Agrawal" userId="8275e378daeca5b2" providerId="LiveId" clId="{2CDBD468-9682-4E8E-A0E9-8A4D067D4745}" dt="2021-12-18T12:39:04.555" v="1140" actId="478"/>
        <pc:sldMkLst>
          <pc:docMk/>
          <pc:sldMk cId="2505042578" sldId="549"/>
        </pc:sldMkLst>
      </pc:sldChg>
      <pc:sldChg chg="add del">
        <pc:chgData name="Manuj Agrawal" userId="8275e378daeca5b2" providerId="LiveId" clId="{2CDBD468-9682-4E8E-A0E9-8A4D067D4745}" dt="2021-12-18T12:39:43.348" v="1142" actId="2890"/>
        <pc:sldMkLst>
          <pc:docMk/>
          <pc:sldMk cId="690020468" sldId="550"/>
        </pc:sldMkLst>
      </pc:sldChg>
      <pc:sldChg chg="modSp mod">
        <pc:chgData name="Manuj Agrawal" userId="8275e378daeca5b2" providerId="LiveId" clId="{2CDBD468-9682-4E8E-A0E9-8A4D067D4745}" dt="2021-12-21T12:33:35.841" v="1375" actId="1076"/>
        <pc:sldMkLst>
          <pc:docMk/>
          <pc:sldMk cId="3840176979" sldId="550"/>
        </pc:sldMkLst>
      </pc:sldChg>
      <pc:sldChg chg="modSp mod">
        <pc:chgData name="Manuj Agrawal" userId="8275e378daeca5b2" providerId="LiveId" clId="{2CDBD468-9682-4E8E-A0E9-8A4D067D4745}" dt="2021-12-21T11:06:15.891" v="1282" actId="1076"/>
        <pc:sldMkLst>
          <pc:docMk/>
          <pc:sldMk cId="505145951" sldId="551"/>
        </pc:sldMkLst>
      </pc:sldChg>
      <pc:sldChg chg="modSp add del mod">
        <pc:chgData name="Manuj Agrawal" userId="8275e378daeca5b2" providerId="LiveId" clId="{2CDBD468-9682-4E8E-A0E9-8A4D067D4745}" dt="2021-12-21T12:39:07.005" v="1437" actId="47"/>
        <pc:sldMkLst>
          <pc:docMk/>
          <pc:sldMk cId="902917179" sldId="552"/>
        </pc:sldMkLst>
      </pc:sldChg>
      <pc:sldChg chg="addSp delSp modSp add mod">
        <pc:chgData name="Manuj Agrawal" userId="8275e378daeca5b2" providerId="LiveId" clId="{2CDBD468-9682-4E8E-A0E9-8A4D067D4745}" dt="2021-12-21T12:42:59.084" v="1567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2CDBD468-9682-4E8E-A0E9-8A4D067D4745}" dt="2021-12-21T12:39:10.386" v="1438" actId="47"/>
        <pc:sldMkLst>
          <pc:docMk/>
          <pc:sldMk cId="2472620853" sldId="554"/>
        </pc:sldMkLst>
      </pc:sldChg>
    </pc:docChg>
  </pc:docChgLst>
  <pc:docChgLst>
    <pc:chgData name="Manuj Agrawal" userId="8275e378daeca5b2" providerId="LiveId" clId="{8C337947-1A57-4C41-90F9-05BE238E37C0}"/>
    <pc:docChg chg="undo custSel addSld modSld">
      <pc:chgData name="Manuj Agrawal" userId="8275e378daeca5b2" providerId="LiveId" clId="{8C337947-1A57-4C41-90F9-05BE238E37C0}" dt="2021-12-25T08:55:17.943" v="628" actId="1076"/>
      <pc:docMkLst>
        <pc:docMk/>
      </pc:docMkLst>
      <pc:sldChg chg="addSp delSp modSp mod">
        <pc:chgData name="Manuj Agrawal" userId="8275e378daeca5b2" providerId="LiveId" clId="{8C337947-1A57-4C41-90F9-05BE238E37C0}" dt="2021-12-25T08:55:17.943" v="628" actId="1076"/>
        <pc:sldMkLst>
          <pc:docMk/>
          <pc:sldMk cId="722639226" sldId="481"/>
        </pc:sldMkLst>
      </pc:sldChg>
      <pc:sldChg chg="add">
        <pc:chgData name="Manuj Agrawal" userId="8275e378daeca5b2" providerId="LiveId" clId="{8C337947-1A57-4C41-90F9-05BE238E37C0}" dt="2021-12-25T08:21:46.069" v="0" actId="2890"/>
        <pc:sldMkLst>
          <pc:docMk/>
          <pc:sldMk cId="2079074756" sldId="554"/>
        </pc:sldMkLst>
      </pc:sldChg>
    </pc:docChg>
  </pc:docChgLst>
  <pc:docChgLst>
    <pc:chgData name="Sharvari Kulkarni" userId="S::sharvari.kulkarni@webberec.com::5f0d8fd3-c69b-459f-ac2b-0e751844282f" providerId="AD" clId="Web-{1C8A4B23-D9C9-7BB8-4DE7-B963F6215EB3}"/>
    <pc:docChg chg="modSld">
      <pc:chgData name="Sharvari Kulkarni" userId="S::sharvari.kulkarni@webberec.com::5f0d8fd3-c69b-459f-ac2b-0e751844282f" providerId="AD" clId="Web-{1C8A4B23-D9C9-7BB8-4DE7-B963F6215EB3}" dt="2025-02-13T12:40:19.262" v="120"/>
      <pc:docMkLst>
        <pc:docMk/>
      </pc:docMkLst>
      <pc:sldChg chg="modSp">
        <pc:chgData name="Sharvari Kulkarni" userId="S::sharvari.kulkarni@webberec.com::5f0d8fd3-c69b-459f-ac2b-0e751844282f" providerId="AD" clId="Web-{1C8A4B23-D9C9-7BB8-4DE7-B963F6215EB3}" dt="2025-02-13T10:45:54.761" v="24" actId="20577"/>
        <pc:sldMkLst>
          <pc:docMk/>
          <pc:sldMk cId="4028893296" sldId="577"/>
        </pc:sldMkLst>
        <pc:spChg chg="mod">
          <ac:chgData name="Sharvari Kulkarni" userId="S::sharvari.kulkarni@webberec.com::5f0d8fd3-c69b-459f-ac2b-0e751844282f" providerId="AD" clId="Web-{1C8A4B23-D9C9-7BB8-4DE7-B963F6215EB3}" dt="2025-02-13T10:45:42.136" v="22" actId="20577"/>
          <ac:spMkLst>
            <pc:docMk/>
            <pc:sldMk cId="4028893296" sldId="577"/>
            <ac:spMk id="5" creationId="{24959149-75EC-9836-7E67-3B7777D97851}"/>
          </ac:spMkLst>
        </pc:spChg>
        <pc:spChg chg="mod">
          <ac:chgData name="Sharvari Kulkarni" userId="S::sharvari.kulkarni@webberec.com::5f0d8fd3-c69b-459f-ac2b-0e751844282f" providerId="AD" clId="Web-{1C8A4B23-D9C9-7BB8-4DE7-B963F6215EB3}" dt="2025-02-13T10:45:54.761" v="24" actId="20577"/>
          <ac:spMkLst>
            <pc:docMk/>
            <pc:sldMk cId="4028893296" sldId="577"/>
            <ac:spMk id="14" creationId="{514D091D-50A9-520B-1F2C-76DA6EC04245}"/>
          </ac:spMkLst>
        </pc:spChg>
      </pc:sldChg>
      <pc:sldChg chg="addSp delSp modSp">
        <pc:chgData name="Sharvari Kulkarni" userId="S::sharvari.kulkarni@webberec.com::5f0d8fd3-c69b-459f-ac2b-0e751844282f" providerId="AD" clId="Web-{1C8A4B23-D9C9-7BB8-4DE7-B963F6215EB3}" dt="2025-02-13T12:38:52.852" v="113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1C8A4B23-D9C9-7BB8-4DE7-B963F6215EB3}" dt="2025-02-13T12:38:52.852" v="113"/>
          <ac:graphicFrameMkLst>
            <pc:docMk/>
            <pc:sldMk cId="2743113738" sldId="578"/>
            <ac:graphicFrameMk id="2" creationId="{6E79A8D3-628D-7E3E-8F3C-441BDEA0E306}"/>
          </ac:graphicFrameMkLst>
        </pc:graphicFrameChg>
        <pc:inkChg chg="add del">
          <ac:chgData name="Sharvari Kulkarni" userId="S::sharvari.kulkarni@webberec.com::5f0d8fd3-c69b-459f-ac2b-0e751844282f" providerId="AD" clId="Web-{1C8A4B23-D9C9-7BB8-4DE7-B963F6215EB3}" dt="2025-02-13T11:41:48.855" v="39"/>
          <ac:inkMkLst>
            <pc:docMk/>
            <pc:sldMk cId="2743113738" sldId="578"/>
            <ac:inkMk id="4" creationId="{6B9B28BF-DE1F-9FB9-A000-86D6964CAE9E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1:47.449" v="38"/>
          <ac:inkMkLst>
            <pc:docMk/>
            <pc:sldMk cId="2743113738" sldId="578"/>
            <ac:inkMk id="6" creationId="{5F855493-95F2-FEA7-489D-769CA451FBB4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1:47.449" v="37"/>
          <ac:inkMkLst>
            <pc:docMk/>
            <pc:sldMk cId="2743113738" sldId="578"/>
            <ac:inkMk id="7" creationId="{6B36ACE4-EBDC-6988-52CA-08038E341CB6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1:46.418" v="36"/>
          <ac:inkMkLst>
            <pc:docMk/>
            <pc:sldMk cId="2743113738" sldId="578"/>
            <ac:inkMk id="8" creationId="{693B5F5C-0141-0EB8-A5E3-5464065B36B2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1:46.418" v="35"/>
          <ac:inkMkLst>
            <pc:docMk/>
            <pc:sldMk cId="2743113738" sldId="578"/>
            <ac:inkMk id="9" creationId="{62D4198C-513B-FAF1-6083-D051F6C9D30C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2:01.528" v="45"/>
          <ac:inkMkLst>
            <pc:docMk/>
            <pc:sldMk cId="2743113738" sldId="578"/>
            <ac:inkMk id="10" creationId="{9F3EDEF7-BAA4-805E-CCA1-BCC5F4D6AE84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2:18.184" v="47"/>
          <ac:inkMkLst>
            <pc:docMk/>
            <pc:sldMk cId="2743113738" sldId="578"/>
            <ac:inkMk id="11" creationId="{E92AA4EB-0BC2-FD0B-5C34-EFF0631C792A}"/>
          </ac:inkMkLst>
        </pc:inkChg>
      </pc:sldChg>
      <pc:sldChg chg="modSp">
        <pc:chgData name="Sharvari Kulkarni" userId="S::sharvari.kulkarni@webberec.com::5f0d8fd3-c69b-459f-ac2b-0e751844282f" providerId="AD" clId="Web-{1C8A4B23-D9C9-7BB8-4DE7-B963F6215EB3}" dt="2025-02-13T10:45:22.807" v="16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1C8A4B23-D9C9-7BB8-4DE7-B963F6215EB3}" dt="2025-02-13T10:45:22.807" v="16" actId="20577"/>
          <ac:spMkLst>
            <pc:docMk/>
            <pc:sldMk cId="1054229470" sldId="581"/>
            <ac:spMk id="4" creationId="{607776AC-6D13-6EF2-4DAE-6DC747EE478E}"/>
          </ac:spMkLst>
        </pc:spChg>
      </pc:sldChg>
    </pc:docChg>
  </pc:docChgLst>
  <pc:docChgLst>
    <pc:chgData name="Manuj Agrawal" userId="8275e378daeca5b2" providerId="LiveId" clId="{34F33E52-A1F9-4AD9-B720-39C6CFB5E7BA}"/>
    <pc:docChg chg="undo custSel addSld delSld modSld sldOrd">
      <pc:chgData name="Manuj Agrawal" userId="8275e378daeca5b2" providerId="LiveId" clId="{34F33E52-A1F9-4AD9-B720-39C6CFB5E7BA}" dt="2021-12-08T11:32:35.949" v="2989" actId="20577"/>
      <pc:docMkLst>
        <pc:docMk/>
      </pc:docMkLst>
      <pc:sldChg chg="modSp mod ord">
        <pc:chgData name="Manuj Agrawal" userId="8275e378daeca5b2" providerId="LiveId" clId="{34F33E52-A1F9-4AD9-B720-39C6CFB5E7BA}" dt="2021-12-08T07:55:19.391" v="2112"/>
        <pc:sldMkLst>
          <pc:docMk/>
          <pc:sldMk cId="4132242691" sldId="439"/>
        </pc:sldMkLst>
      </pc:sldChg>
      <pc:sldChg chg="modSp mod">
        <pc:chgData name="Manuj Agrawal" userId="8275e378daeca5b2" providerId="LiveId" clId="{34F33E52-A1F9-4AD9-B720-39C6CFB5E7BA}" dt="2021-12-08T11:32:35.949" v="2989" actId="20577"/>
        <pc:sldMkLst>
          <pc:docMk/>
          <pc:sldMk cId="2654572283" sldId="456"/>
        </pc:sldMkLst>
      </pc:sldChg>
      <pc:sldChg chg="del">
        <pc:chgData name="Manuj Agrawal" userId="8275e378daeca5b2" providerId="LiveId" clId="{34F33E52-A1F9-4AD9-B720-39C6CFB5E7BA}" dt="2021-12-07T12:07:22.953" v="0" actId="47"/>
        <pc:sldMkLst>
          <pc:docMk/>
          <pc:sldMk cId="0" sldId="462"/>
        </pc:sldMkLst>
      </pc:sldChg>
      <pc:sldChg chg="modSp mod ord">
        <pc:chgData name="Manuj Agrawal" userId="8275e378daeca5b2" providerId="LiveId" clId="{34F33E52-A1F9-4AD9-B720-39C6CFB5E7BA}" dt="2021-12-07T14:35:39.420" v="1435" actId="1076"/>
        <pc:sldMkLst>
          <pc:docMk/>
          <pc:sldMk cId="3706521388" sldId="468"/>
        </pc:sldMkLst>
      </pc:sldChg>
      <pc:sldChg chg="modSp mod">
        <pc:chgData name="Manuj Agrawal" userId="8275e378daeca5b2" providerId="LiveId" clId="{34F33E52-A1F9-4AD9-B720-39C6CFB5E7BA}" dt="2021-12-07T14:26:54.190" v="1340" actId="20577"/>
        <pc:sldMkLst>
          <pc:docMk/>
          <pc:sldMk cId="722639226" sldId="481"/>
        </pc:sldMkLst>
      </pc:sldChg>
      <pc:sldChg chg="addSp delSp modSp mod">
        <pc:chgData name="Manuj Agrawal" userId="8275e378daeca5b2" providerId="LiveId" clId="{34F33E52-A1F9-4AD9-B720-39C6CFB5E7BA}" dt="2021-12-07T13:37:48.671" v="1060" actId="1076"/>
        <pc:sldMkLst>
          <pc:docMk/>
          <pc:sldMk cId="1954424249" sldId="487"/>
        </pc:sldMkLst>
      </pc:sldChg>
      <pc:sldChg chg="mod">
        <pc:chgData name="Manuj Agrawal" userId="8275e378daeca5b2" providerId="LiveId" clId="{34F33E52-A1F9-4AD9-B720-39C6CFB5E7BA}" dt="2021-12-07T14:23:43.107" v="1302" actId="27918"/>
        <pc:sldMkLst>
          <pc:docMk/>
          <pc:sldMk cId="57572407" sldId="488"/>
        </pc:sldMkLst>
      </pc:sldChg>
      <pc:sldChg chg="modSp mod ord">
        <pc:chgData name="Manuj Agrawal" userId="8275e378daeca5b2" providerId="LiveId" clId="{34F33E52-A1F9-4AD9-B720-39C6CFB5E7BA}" dt="2021-12-08T07:54:49.215" v="2110"/>
        <pc:sldMkLst>
          <pc:docMk/>
          <pc:sldMk cId="1614889212" sldId="505"/>
        </pc:sldMkLst>
      </pc:sldChg>
      <pc:sldChg chg="modSp mod">
        <pc:chgData name="Manuj Agrawal" userId="8275e378daeca5b2" providerId="LiveId" clId="{34F33E52-A1F9-4AD9-B720-39C6CFB5E7BA}" dt="2021-12-07T14:57:46.778" v="1741" actId="1076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34F33E52-A1F9-4AD9-B720-39C6CFB5E7BA}" dt="2021-12-08T10:13:14.404" v="2852" actId="20577"/>
        <pc:sldMkLst>
          <pc:docMk/>
          <pc:sldMk cId="779782093" sldId="509"/>
        </pc:sldMkLst>
      </pc:sldChg>
      <pc:sldChg chg="addSp modSp mod">
        <pc:chgData name="Manuj Agrawal" userId="8275e378daeca5b2" providerId="LiveId" clId="{34F33E52-A1F9-4AD9-B720-39C6CFB5E7BA}" dt="2021-12-08T08:27:57.711" v="2306" actId="14861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34F33E52-A1F9-4AD9-B720-39C6CFB5E7BA}" dt="2021-12-07T13:25:15.177" v="687" actId="1076"/>
        <pc:sldMkLst>
          <pc:docMk/>
          <pc:sldMk cId="3900484488" sldId="514"/>
        </pc:sldMkLst>
      </pc:sldChg>
      <pc:sldChg chg="addSp delSp modSp del">
        <pc:chgData name="Manuj Agrawal" userId="8275e378daeca5b2" providerId="LiveId" clId="{34F33E52-A1F9-4AD9-B720-39C6CFB5E7BA}" dt="2021-12-07T14:29:28.326" v="1423" actId="47"/>
        <pc:sldMkLst>
          <pc:docMk/>
          <pc:sldMk cId="3115088553" sldId="515"/>
        </pc:sldMkLst>
      </pc:sldChg>
      <pc:sldChg chg="addSp modSp mod">
        <pc:chgData name="Manuj Agrawal" userId="8275e378daeca5b2" providerId="LiveId" clId="{34F33E52-A1F9-4AD9-B720-39C6CFB5E7BA}" dt="2021-12-08T08:27:41.368" v="2305" actId="14861"/>
        <pc:sldMkLst>
          <pc:docMk/>
          <pc:sldMk cId="3398521564" sldId="516"/>
        </pc:sldMkLst>
      </pc:sldChg>
      <pc:sldChg chg="addSp delSp modSp mod">
        <pc:chgData name="Manuj Agrawal" userId="8275e378daeca5b2" providerId="LiveId" clId="{34F33E52-A1F9-4AD9-B720-39C6CFB5E7BA}" dt="2021-12-07T14:59:53.212" v="1759" actId="20577"/>
        <pc:sldMkLst>
          <pc:docMk/>
          <pc:sldMk cId="3154999266" sldId="517"/>
        </pc:sldMkLst>
      </pc:sldChg>
      <pc:sldChg chg="modSp del mod">
        <pc:chgData name="Manuj Agrawal" userId="8275e378daeca5b2" providerId="LiveId" clId="{34F33E52-A1F9-4AD9-B720-39C6CFB5E7BA}" dt="2021-12-07T13:07:26.983" v="270" actId="2696"/>
        <pc:sldMkLst>
          <pc:docMk/>
          <pc:sldMk cId="2963754046" sldId="520"/>
        </pc:sldMkLst>
      </pc:sldChg>
      <pc:sldChg chg="addSp modSp add mod">
        <pc:chgData name="Manuj Agrawal" userId="8275e378daeca5b2" providerId="LiveId" clId="{34F33E52-A1F9-4AD9-B720-39C6CFB5E7BA}" dt="2021-12-08T07:56:34.623" v="2121" actId="20577"/>
        <pc:sldMkLst>
          <pc:docMk/>
          <pc:sldMk cId="1872303264" sldId="521"/>
        </pc:sldMkLst>
      </pc:sldChg>
      <pc:sldChg chg="addSp delSp modSp add mod">
        <pc:chgData name="Manuj Agrawal" userId="8275e378daeca5b2" providerId="LiveId" clId="{34F33E52-A1F9-4AD9-B720-39C6CFB5E7BA}" dt="2021-12-08T08:13:24.814" v="2236" actId="20577"/>
        <pc:sldMkLst>
          <pc:docMk/>
          <pc:sldMk cId="4275699470" sldId="522"/>
        </pc:sldMkLst>
      </pc:sldChg>
      <pc:sldChg chg="addSp delSp modSp add mod ord">
        <pc:chgData name="Manuj Agrawal" userId="8275e378daeca5b2" providerId="LiveId" clId="{34F33E52-A1F9-4AD9-B720-39C6CFB5E7BA}" dt="2021-12-08T08:25:02.771" v="2302" actId="14100"/>
        <pc:sldMkLst>
          <pc:docMk/>
          <pc:sldMk cId="497741117" sldId="523"/>
        </pc:sldMkLst>
      </pc:sldChg>
      <pc:sldChg chg="addSp delSp modSp add mod">
        <pc:chgData name="Manuj Agrawal" userId="8275e378daeca5b2" providerId="LiveId" clId="{34F33E52-A1F9-4AD9-B720-39C6CFB5E7BA}" dt="2021-12-08T08:12:40.284" v="2232" actId="1076"/>
        <pc:sldMkLst>
          <pc:docMk/>
          <pc:sldMk cId="1786916546" sldId="524"/>
        </pc:sldMkLst>
      </pc:sldChg>
      <pc:sldChg chg="modSp add del mod">
        <pc:chgData name="Manuj Agrawal" userId="8275e378daeca5b2" providerId="LiveId" clId="{34F33E52-A1F9-4AD9-B720-39C6CFB5E7BA}" dt="2021-12-08T08:24:26.270" v="2296" actId="2696"/>
        <pc:sldMkLst>
          <pc:docMk/>
          <pc:sldMk cId="292879640" sldId="525"/>
        </pc:sldMkLst>
      </pc:sldChg>
      <pc:sldChg chg="delSp modSp add del mod">
        <pc:chgData name="Manuj Agrawal" userId="8275e378daeca5b2" providerId="LiveId" clId="{34F33E52-A1F9-4AD9-B720-39C6CFB5E7BA}" dt="2021-12-08T10:06:35.967" v="2821" actId="2696"/>
        <pc:sldMkLst>
          <pc:docMk/>
          <pc:sldMk cId="1704733649" sldId="525"/>
        </pc:sldMkLst>
      </pc:sldChg>
      <pc:sldChg chg="addSp delSp modSp add mod ord">
        <pc:chgData name="Manuj Agrawal" userId="8275e378daeca5b2" providerId="LiveId" clId="{34F33E52-A1F9-4AD9-B720-39C6CFB5E7BA}" dt="2021-12-08T10:17:34.226" v="2933" actId="1076"/>
        <pc:sldMkLst>
          <pc:docMk/>
          <pc:sldMk cId="4219030133" sldId="526"/>
        </pc:sldMkLst>
      </pc:sldChg>
    </pc:docChg>
  </pc:docChgLst>
  <pc:docChgLst>
    <pc:chgData name="Shyama" userId="S::shyama@webberec.com::6bc29e3b-d18d-4efe-9776-d232efa51d08" providerId="AD" clId="Web-{E91D7C8E-5CE4-3EE0-32BD-E72F6BC05404}"/>
    <pc:docChg chg="addSld modSld">
      <pc:chgData name="Shyama" userId="S::shyama@webberec.com::6bc29e3b-d18d-4efe-9776-d232efa51d08" providerId="AD" clId="Web-{E91D7C8E-5CE4-3EE0-32BD-E72F6BC05404}" dt="2023-04-22T09:37:20.697" v="592" actId="1076"/>
      <pc:docMkLst>
        <pc:docMk/>
      </pc:docMkLst>
      <pc:sldChg chg="addSp delSp modSp">
        <pc:chgData name="Shyama" userId="S::shyama@webberec.com::6bc29e3b-d18d-4efe-9776-d232efa51d08" providerId="AD" clId="Web-{E91D7C8E-5CE4-3EE0-32BD-E72F6BC05404}" dt="2023-04-22T08:15:23.740" v="528" actId="1076"/>
        <pc:sldMkLst>
          <pc:docMk/>
          <pc:sldMk cId="2719421991" sldId="565"/>
        </pc:sldMkLst>
      </pc:sldChg>
      <pc:sldChg chg="modSp">
        <pc:chgData name="Shyama" userId="S::shyama@webberec.com::6bc29e3b-d18d-4efe-9776-d232efa51d08" providerId="AD" clId="Web-{E91D7C8E-5CE4-3EE0-32BD-E72F6BC05404}" dt="2023-04-22T07:57:37.187" v="427" actId="20577"/>
        <pc:sldMkLst>
          <pc:docMk/>
          <pc:sldMk cId="2856650110" sldId="566"/>
        </pc:sldMkLst>
      </pc:sldChg>
      <pc:sldChg chg="addSp delSp modSp">
        <pc:chgData name="Shyama" userId="S::shyama@webberec.com::6bc29e3b-d18d-4efe-9776-d232efa51d08" providerId="AD" clId="Web-{E91D7C8E-5CE4-3EE0-32BD-E72F6BC05404}" dt="2023-04-22T09:37:20.697" v="592" actId="1076"/>
        <pc:sldMkLst>
          <pc:docMk/>
          <pc:sldMk cId="4106624454" sldId="569"/>
        </pc:sldMkLst>
      </pc:sldChg>
      <pc:sldChg chg="addSp delSp modSp add replId">
        <pc:chgData name="Shyama" userId="S::shyama@webberec.com::6bc29e3b-d18d-4efe-9776-d232efa51d08" providerId="AD" clId="Web-{E91D7C8E-5CE4-3EE0-32BD-E72F6BC05404}" dt="2023-04-22T08:41:05.013" v="537" actId="1076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6C5FEE81-405C-4CA2-B89A-E496C4A0925C}"/>
    <pc:docChg chg="undo custSel modSld">
      <pc:chgData name="Manuj Agrawal" userId="8275e378daeca5b2" providerId="LiveId" clId="{6C5FEE81-405C-4CA2-B89A-E496C4A0925C}" dt="2021-12-26T18:56:44.266" v="95" actId="403"/>
      <pc:docMkLst>
        <pc:docMk/>
      </pc:docMkLst>
      <pc:sldChg chg="modSp mod">
        <pc:chgData name="Manuj Agrawal" userId="8275e378daeca5b2" providerId="LiveId" clId="{6C5FEE81-405C-4CA2-B89A-E496C4A0925C}" dt="2021-12-26T18:50:31.167" v="29" actId="20577"/>
        <pc:sldMkLst>
          <pc:docMk/>
          <pc:sldMk cId="1316161972" sldId="542"/>
        </pc:sldMkLst>
      </pc:sldChg>
      <pc:sldChg chg="modSp mod">
        <pc:chgData name="Manuj Agrawal" userId="8275e378daeca5b2" providerId="LiveId" clId="{6C5FEE81-405C-4CA2-B89A-E496C4A0925C}" dt="2021-12-26T18:56:44.266" v="95" actId="403"/>
        <pc:sldMkLst>
          <pc:docMk/>
          <pc:sldMk cId="492392778" sldId="559"/>
        </pc:sldMkLst>
      </pc:sldChg>
    </pc:docChg>
  </pc:docChgLst>
  <pc:docChgLst>
    <pc:chgData name="Manuj Agrawal" userId="8275e378daeca5b2" providerId="LiveId" clId="{316D9F79-00BA-41CF-AA83-D3F31A222D18}"/>
    <pc:docChg chg="modSld sldOrd">
      <pc:chgData name="Manuj Agrawal" userId="8275e378daeca5b2" providerId="LiveId" clId="{316D9F79-00BA-41CF-AA83-D3F31A222D18}" dt="2022-05-30T12:21:55.439" v="20" actId="1076"/>
      <pc:docMkLst>
        <pc:docMk/>
      </pc:docMkLst>
      <pc:sldChg chg="modSp mod">
        <pc:chgData name="Manuj Agrawal" userId="8275e378daeca5b2" providerId="LiveId" clId="{316D9F79-00BA-41CF-AA83-D3F31A222D18}" dt="2022-05-20T10:41:28.148" v="16" actId="20577"/>
        <pc:sldMkLst>
          <pc:docMk/>
          <pc:sldMk cId="2719421991" sldId="565"/>
        </pc:sldMkLst>
      </pc:sldChg>
      <pc:sldChg chg="modSp mod">
        <pc:chgData name="Manuj Agrawal" userId="8275e378daeca5b2" providerId="LiveId" clId="{316D9F79-00BA-41CF-AA83-D3F31A222D18}" dt="2022-05-30T12:21:55.439" v="20" actId="1076"/>
        <pc:sldMkLst>
          <pc:docMk/>
          <pc:sldMk cId="4106624454" sldId="569"/>
        </pc:sldMkLst>
      </pc:sldChg>
    </pc:docChg>
  </pc:docChgLst>
  <pc:docChgLst>
    <pc:chgData name="Manuj Agrawal" userId="8275e378daeca5b2" providerId="LiveId" clId="{4E7904EE-1E3D-44AA-8108-34F7CBA47241}"/>
    <pc:docChg chg="undo custSel addSld delSld modSld sldOrd">
      <pc:chgData name="Manuj Agrawal" userId="8275e378daeca5b2" providerId="LiveId" clId="{4E7904EE-1E3D-44AA-8108-34F7CBA47241}" dt="2021-12-16T21:10:03.961" v="2267" actId="1076"/>
      <pc:docMkLst>
        <pc:docMk/>
      </pc:docMkLst>
      <pc:sldChg chg="del">
        <pc:chgData name="Manuj Agrawal" userId="8275e378daeca5b2" providerId="LiveId" clId="{4E7904EE-1E3D-44AA-8108-34F7CBA47241}" dt="2021-12-16T16:53:14.762" v="0" actId="47"/>
        <pc:sldMkLst>
          <pc:docMk/>
          <pc:sldMk cId="1886868575" sldId="452"/>
        </pc:sldMkLst>
      </pc:sldChg>
      <pc:sldChg chg="addSp delSp modSp add del mod">
        <pc:chgData name="Manuj Agrawal" userId="8275e378daeca5b2" providerId="LiveId" clId="{4E7904EE-1E3D-44AA-8108-34F7CBA47241}" dt="2021-12-16T19:36:08.021" v="1775" actId="47"/>
        <pc:sldMkLst>
          <pc:docMk/>
          <pc:sldMk cId="2332114638" sldId="503"/>
        </pc:sldMkLst>
      </pc:sldChg>
      <pc:sldChg chg="modSp mod">
        <pc:chgData name="Manuj Agrawal" userId="8275e378daeca5b2" providerId="LiveId" clId="{4E7904EE-1E3D-44AA-8108-34F7CBA47241}" dt="2021-12-16T20:41:41.860" v="2255" actId="207"/>
        <pc:sldMkLst>
          <pc:docMk/>
          <pc:sldMk cId="779782093" sldId="509"/>
        </pc:sldMkLst>
      </pc:sldChg>
      <pc:sldChg chg="modSp mod setBg">
        <pc:chgData name="Manuj Agrawal" userId="8275e378daeca5b2" providerId="LiveId" clId="{4E7904EE-1E3D-44AA-8108-34F7CBA47241}" dt="2021-12-16T20:42:04.081" v="2259" actId="207"/>
        <pc:sldMkLst>
          <pc:docMk/>
          <pc:sldMk cId="4219030133" sldId="526"/>
        </pc:sldMkLst>
      </pc:sldChg>
      <pc:sldChg chg="addSp delSp modSp del mod">
        <pc:chgData name="Manuj Agrawal" userId="8275e378daeca5b2" providerId="LiveId" clId="{4E7904EE-1E3D-44AA-8108-34F7CBA47241}" dt="2021-12-16T19:38:01.463" v="1798" actId="47"/>
        <pc:sldMkLst>
          <pc:docMk/>
          <pc:sldMk cId="7716307" sldId="530"/>
        </pc:sldMkLst>
      </pc:sldChg>
      <pc:sldChg chg="addSp delSp modSp mod">
        <pc:chgData name="Manuj Agrawal" userId="8275e378daeca5b2" providerId="LiveId" clId="{4E7904EE-1E3D-44AA-8108-34F7CBA47241}" dt="2021-12-16T20:32:12.863" v="2215" actId="1076"/>
        <pc:sldMkLst>
          <pc:docMk/>
          <pc:sldMk cId="1737797681" sldId="531"/>
        </pc:sldMkLst>
      </pc:sldChg>
      <pc:sldChg chg="modSp mod modNotesTx">
        <pc:chgData name="Manuj Agrawal" userId="8275e378daeca5b2" providerId="LiveId" clId="{4E7904EE-1E3D-44AA-8108-34F7CBA47241}" dt="2021-12-16T21:10:03.961" v="226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4E7904EE-1E3D-44AA-8108-34F7CBA47241}" dt="2021-12-16T18:17:18.918" v="852" actId="1076"/>
        <pc:sldMkLst>
          <pc:docMk/>
          <pc:sldMk cId="1475965068" sldId="535"/>
        </pc:sldMkLst>
      </pc:sldChg>
      <pc:sldChg chg="addSp delSp modSp del mod modNotesTx">
        <pc:chgData name="Manuj Agrawal" userId="8275e378daeca5b2" providerId="LiveId" clId="{4E7904EE-1E3D-44AA-8108-34F7CBA47241}" dt="2021-12-16T19:56:40.379" v="2058" actId="47"/>
        <pc:sldMkLst>
          <pc:docMk/>
          <pc:sldMk cId="1444475964" sldId="536"/>
        </pc:sldMkLst>
      </pc:sldChg>
      <pc:sldChg chg="modSp mod">
        <pc:chgData name="Manuj Agrawal" userId="8275e378daeca5b2" providerId="LiveId" clId="{4E7904EE-1E3D-44AA-8108-34F7CBA47241}" dt="2021-12-16T17:56:02.325" v="522" actId="20577"/>
        <pc:sldMkLst>
          <pc:docMk/>
          <pc:sldMk cId="958035667" sldId="537"/>
        </pc:sldMkLst>
      </pc:sldChg>
      <pc:sldChg chg="add del">
        <pc:chgData name="Manuj Agrawal" userId="8275e378daeca5b2" providerId="LiveId" clId="{4E7904EE-1E3D-44AA-8108-34F7CBA47241}" dt="2021-12-16T17:52:03.557" v="512" actId="47"/>
        <pc:sldMkLst>
          <pc:docMk/>
          <pc:sldMk cId="2600589139" sldId="538"/>
        </pc:sldMkLst>
      </pc:sldChg>
      <pc:sldChg chg="addSp delSp modSp add del mod">
        <pc:chgData name="Manuj Agrawal" userId="8275e378daeca5b2" providerId="LiveId" clId="{4E7904EE-1E3D-44AA-8108-34F7CBA47241}" dt="2021-12-16T19:56:37.586" v="2057" actId="47"/>
        <pc:sldMkLst>
          <pc:docMk/>
          <pc:sldMk cId="2840915516" sldId="538"/>
        </pc:sldMkLst>
      </pc:sldChg>
      <pc:sldChg chg="add del">
        <pc:chgData name="Manuj Agrawal" userId="8275e378daeca5b2" providerId="LiveId" clId="{4E7904EE-1E3D-44AA-8108-34F7CBA47241}" dt="2021-12-16T18:45:21.737" v="1330" actId="2696"/>
        <pc:sldMkLst>
          <pc:docMk/>
          <pc:sldMk cId="3006407059" sldId="538"/>
        </pc:sldMkLst>
      </pc:sldChg>
      <pc:sldChg chg="addSp delSp modSp add del mod">
        <pc:chgData name="Manuj Agrawal" userId="8275e378daeca5b2" providerId="LiveId" clId="{4E7904EE-1E3D-44AA-8108-34F7CBA47241}" dt="2021-12-16T19:29:49.917" v="1730" actId="47"/>
        <pc:sldMkLst>
          <pc:docMk/>
          <pc:sldMk cId="28360573" sldId="539"/>
        </pc:sldMkLst>
      </pc:sldChg>
      <pc:sldChg chg="addSp delSp modSp add mod setBg">
        <pc:chgData name="Manuj Agrawal" userId="8275e378daeca5b2" providerId="LiveId" clId="{4E7904EE-1E3D-44AA-8108-34F7CBA47241}" dt="2021-12-16T20:45:50.479" v="2266" actId="14100"/>
        <pc:sldMkLst>
          <pc:docMk/>
          <pc:sldMk cId="370230266" sldId="540"/>
        </pc:sldMkLst>
      </pc:sldChg>
      <pc:sldChg chg="modSp add mod">
        <pc:chgData name="Manuj Agrawal" userId="8275e378daeca5b2" providerId="LiveId" clId="{4E7904EE-1E3D-44AA-8108-34F7CBA47241}" dt="2021-12-16T20:40:59.590" v="2249" actId="207"/>
        <pc:sldMkLst>
          <pc:docMk/>
          <pc:sldMk cId="1146830387" sldId="541"/>
        </pc:sldMkLst>
      </pc:sldChg>
      <pc:sldChg chg="addSp delSp modSp add mod ord">
        <pc:chgData name="Manuj Agrawal" userId="8275e378daeca5b2" providerId="LiveId" clId="{4E7904EE-1E3D-44AA-8108-34F7CBA47241}" dt="2021-12-16T20:40:20.645" v="2246" actId="207"/>
        <pc:sldMkLst>
          <pc:docMk/>
          <pc:sldMk cId="1316161972" sldId="542"/>
        </pc:sldMkLst>
      </pc:sldChg>
    </pc:docChg>
  </pc:docChgLst>
  <pc:docChgLst>
    <pc:chgData name="Manuj Agrawal" userId="8275e378daeca5b2" providerId="LiveId" clId="{AFBFD12A-1053-4ACF-B729-DA3BA73EDBC3}"/>
    <pc:docChg chg="undo custSel addSld delSld modSld sldOrd">
      <pc:chgData name="Manuj Agrawal" userId="8275e378daeca5b2" providerId="LiveId" clId="{AFBFD12A-1053-4ACF-B729-DA3BA73EDBC3}" dt="2022-01-06T03:05:52.550" v="1320" actId="478"/>
      <pc:docMkLst>
        <pc:docMk/>
      </pc:docMkLst>
      <pc:sldChg chg="ord">
        <pc:chgData name="Manuj Agrawal" userId="8275e378daeca5b2" providerId="LiveId" clId="{AFBFD12A-1053-4ACF-B729-DA3BA73EDBC3}" dt="2022-01-05T13:33:56.418" v="782"/>
        <pc:sldMkLst>
          <pc:docMk/>
          <pc:sldMk cId="722639226" sldId="481"/>
        </pc:sldMkLst>
      </pc:sldChg>
      <pc:sldChg chg="ord">
        <pc:chgData name="Manuj Agrawal" userId="8275e378daeca5b2" providerId="LiveId" clId="{AFBFD12A-1053-4ACF-B729-DA3BA73EDBC3}" dt="2022-01-05T13:34:10.125" v="784"/>
        <pc:sldMkLst>
          <pc:docMk/>
          <pc:sldMk cId="2413752973" sldId="486"/>
        </pc:sldMkLst>
      </pc:sldChg>
      <pc:sldChg chg="modSp mod">
        <pc:chgData name="Manuj Agrawal" userId="8275e378daeca5b2" providerId="LiveId" clId="{AFBFD12A-1053-4ACF-B729-DA3BA73EDBC3}" dt="2022-01-05T08:53:01.409" v="119" actId="20577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AFBFD12A-1053-4ACF-B729-DA3BA73EDBC3}" dt="2022-01-06T02:51:44.085" v="1078" actId="1076"/>
        <pc:sldMkLst>
          <pc:docMk/>
          <pc:sldMk cId="1146830387" sldId="541"/>
        </pc:sldMkLst>
      </pc:sldChg>
      <pc:sldChg chg="delSp mod">
        <pc:chgData name="Manuj Agrawal" userId="8275e378daeca5b2" providerId="LiveId" clId="{AFBFD12A-1053-4ACF-B729-DA3BA73EDBC3}" dt="2022-01-06T03:05:52.550" v="1320" actId="478"/>
        <pc:sldMkLst>
          <pc:docMk/>
          <pc:sldMk cId="1213225221" sldId="546"/>
        </pc:sldMkLst>
      </pc:sldChg>
      <pc:sldChg chg="addSp delSp modSp mod">
        <pc:chgData name="Manuj Agrawal" userId="8275e378daeca5b2" providerId="LiveId" clId="{AFBFD12A-1053-4ACF-B729-DA3BA73EDBC3}" dt="2022-01-06T02:54:00.300" v="1093" actId="1076"/>
        <pc:sldMkLst>
          <pc:docMk/>
          <pc:sldMk cId="505145951" sldId="551"/>
        </pc:sldMkLst>
      </pc:sldChg>
      <pc:sldChg chg="modSp mod">
        <pc:chgData name="Manuj Agrawal" userId="8275e378daeca5b2" providerId="LiveId" clId="{AFBFD12A-1053-4ACF-B729-DA3BA73EDBC3}" dt="2022-01-05T12:48:47.731" v="778" actId="20577"/>
        <pc:sldMkLst>
          <pc:docMk/>
          <pc:sldMk cId="1004415067" sldId="553"/>
        </pc:sldMkLst>
      </pc:sldChg>
      <pc:sldChg chg="modSp mod">
        <pc:chgData name="Manuj Agrawal" userId="8275e378daeca5b2" providerId="LiveId" clId="{AFBFD12A-1053-4ACF-B729-DA3BA73EDBC3}" dt="2022-01-05T10:26:46.983" v="192" actId="1076"/>
        <pc:sldMkLst>
          <pc:docMk/>
          <pc:sldMk cId="2191335115" sldId="556"/>
        </pc:sldMkLst>
      </pc:sldChg>
      <pc:sldChg chg="add del ord">
        <pc:chgData name="Manuj Agrawal" userId="8275e378daeca5b2" providerId="LiveId" clId="{AFBFD12A-1053-4ACF-B729-DA3BA73EDBC3}" dt="2022-01-05T09:39:02.588" v="120" actId="2696"/>
        <pc:sldMkLst>
          <pc:docMk/>
          <pc:sldMk cId="1458837357" sldId="560"/>
        </pc:sldMkLst>
      </pc:sldChg>
      <pc:sldChg chg="add del">
        <pc:chgData name="Manuj Agrawal" userId="8275e378daeca5b2" providerId="LiveId" clId="{AFBFD12A-1053-4ACF-B729-DA3BA73EDBC3}" dt="2022-01-06T02:54:08.750" v="1094" actId="47"/>
        <pc:sldMkLst>
          <pc:docMk/>
          <pc:sldMk cId="2765457545" sldId="560"/>
        </pc:sldMkLst>
      </pc:sldChg>
      <pc:sldChg chg="addSp delSp modSp add mod">
        <pc:chgData name="Manuj Agrawal" userId="8275e378daeca5b2" providerId="LiveId" clId="{AFBFD12A-1053-4ACF-B729-DA3BA73EDBC3}" dt="2022-01-06T03:05:18.377" v="1316" actId="1076"/>
        <pc:sldMkLst>
          <pc:docMk/>
          <pc:sldMk cId="3569473709" sldId="560"/>
        </pc:sldMkLst>
      </pc:sldChg>
      <pc:sldChg chg="modSp add del mod">
        <pc:chgData name="Manuj Agrawal" userId="8275e378daeca5b2" providerId="LiveId" clId="{AFBFD12A-1053-4ACF-B729-DA3BA73EDBC3}" dt="2022-01-05T13:58:03.561" v="824" actId="47"/>
        <pc:sldMkLst>
          <pc:docMk/>
          <pc:sldMk cId="3616895577" sldId="560"/>
        </pc:sldMkLst>
      </pc:sldChg>
      <pc:sldChg chg="modSp add del mod">
        <pc:chgData name="Manuj Agrawal" userId="8275e378daeca5b2" providerId="LiveId" clId="{AFBFD12A-1053-4ACF-B729-DA3BA73EDBC3}" dt="2022-01-06T03:05:44.990" v="1318" actId="2696"/>
        <pc:sldMkLst>
          <pc:docMk/>
          <pc:sldMk cId="3766237460" sldId="561"/>
        </pc:sldMkLst>
      </pc:sldChg>
      <pc:sldChg chg="add del">
        <pc:chgData name="Manuj Agrawal" userId="8275e378daeca5b2" providerId="LiveId" clId="{AFBFD12A-1053-4ACF-B729-DA3BA73EDBC3}" dt="2022-01-06T03:05:47.061" v="1319" actId="2696"/>
        <pc:sldMkLst>
          <pc:docMk/>
          <pc:sldMk cId="2756493403" sldId="562"/>
        </pc:sldMkLst>
      </pc:sldChg>
    </pc:docChg>
  </pc:docChgLst>
  <pc:docChgLst>
    <pc:chgData name="Manuj" userId="1a07f523-e16f-486a-b610-37539cc763a0" providerId="ADAL" clId="{850F98AA-AE2A-4081-B180-725FB7075F49}"/>
    <pc:docChg chg="modSld">
      <pc:chgData name="Manuj" userId="1a07f523-e16f-486a-b610-37539cc763a0" providerId="ADAL" clId="{850F98AA-AE2A-4081-B180-725FB7075F49}" dt="2024-01-30T08:23:32.249" v="31" actId="20577"/>
      <pc:docMkLst>
        <pc:docMk/>
      </pc:docMkLst>
      <pc:sldChg chg="modSp mod">
        <pc:chgData name="Manuj" userId="1a07f523-e16f-486a-b610-37539cc763a0" providerId="ADAL" clId="{850F98AA-AE2A-4081-B180-725FB7075F49}" dt="2024-01-30T08:18:04.483" v="1" actId="20577"/>
        <pc:sldMkLst>
          <pc:docMk/>
          <pc:sldMk cId="4028893296" sldId="577"/>
        </pc:sldMkLst>
      </pc:sldChg>
      <pc:sldChg chg="modSp mod">
        <pc:chgData name="Manuj" userId="1a07f523-e16f-486a-b610-37539cc763a0" providerId="ADAL" clId="{850F98AA-AE2A-4081-B180-725FB7075F49}" dt="2024-01-30T08:18:26.476" v="4" actId="20577"/>
        <pc:sldMkLst>
          <pc:docMk/>
          <pc:sldMk cId="2743113738" sldId="578"/>
        </pc:sldMkLst>
      </pc:sldChg>
      <pc:sldChg chg="modSp mod">
        <pc:chgData name="Manuj" userId="1a07f523-e16f-486a-b610-37539cc763a0" providerId="ADAL" clId="{850F98AA-AE2A-4081-B180-725FB7075F49}" dt="2024-01-30T08:23:32.249" v="31" actId="20577"/>
        <pc:sldMkLst>
          <pc:docMk/>
          <pc:sldMk cId="1054229470" sldId="581"/>
        </pc:sldMkLst>
      </pc:sldChg>
      <pc:sldChg chg="modSp mod">
        <pc:chgData name="Manuj" userId="1a07f523-e16f-486a-b610-37539cc763a0" providerId="ADAL" clId="{850F98AA-AE2A-4081-B180-725FB7075F49}" dt="2024-01-30T08:18:55.658" v="14" actId="20577"/>
        <pc:sldMkLst>
          <pc:docMk/>
          <pc:sldMk cId="3826781572" sldId="585"/>
        </pc:sldMkLst>
      </pc:sldChg>
    </pc:docChg>
  </pc:docChgLst>
  <pc:docChgLst>
    <pc:chgData name="Manuj Agrawal" userId="8275e378daeca5b2" providerId="LiveId" clId="{7D7327DA-B3F9-48D7-B8AA-D5F20E65E84C}"/>
    <pc:docChg chg="undo custSel addSld delSld modSld sldOrd">
      <pc:chgData name="Manuj Agrawal" userId="8275e378daeca5b2" providerId="LiveId" clId="{7D7327DA-B3F9-48D7-B8AA-D5F20E65E84C}" dt="2022-08-09T13:45:03.123" v="1243" actId="20577"/>
      <pc:docMkLst>
        <pc:docMk/>
      </pc:docMkLst>
      <pc:sldChg chg="del">
        <pc:chgData name="Manuj Agrawal" userId="8275e378daeca5b2" providerId="LiveId" clId="{7D7327DA-B3F9-48D7-B8AA-D5F20E65E84C}" dt="2022-06-17T09:54:47.260" v="0" actId="4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7D7327DA-B3F9-48D7-B8AA-D5F20E65E84C}" dt="2022-08-04T09:27:30.076" v="123" actId="1076"/>
        <pc:sldMkLst>
          <pc:docMk/>
          <pc:sldMk cId="2719421991" sldId="565"/>
        </pc:sldMkLst>
      </pc:sldChg>
      <pc:sldChg chg="addSp delSp modSp mod">
        <pc:chgData name="Manuj Agrawal" userId="8275e378daeca5b2" providerId="LiveId" clId="{7D7327DA-B3F9-48D7-B8AA-D5F20E65E84C}" dt="2022-06-17T09:56:42.547" v="12" actId="1076"/>
        <pc:sldMkLst>
          <pc:docMk/>
          <pc:sldMk cId="4106624454" sldId="569"/>
        </pc:sldMkLst>
      </pc:sldChg>
      <pc:sldChg chg="addSp delSp modSp add mod">
        <pc:chgData name="Manuj Agrawal" userId="8275e378daeca5b2" providerId="LiveId" clId="{7D7327DA-B3F9-48D7-B8AA-D5F20E65E84C}" dt="2022-08-09T13:45:03.123" v="1243" actId="20577"/>
        <pc:sldMkLst>
          <pc:docMk/>
          <pc:sldMk cId="3870056208" sldId="570"/>
        </pc:sldMkLst>
      </pc:sldChg>
    </pc:docChg>
  </pc:docChgLst>
  <pc:docChgLst>
    <pc:chgData name="Manuj Agrawal" userId="8275e378daeca5b2" providerId="LiveId" clId="{48A01276-CC8E-4C54-9BB8-DB1CAD9AB3D4}"/>
    <pc:docChg chg="undo custSel addSld delSld modSld">
      <pc:chgData name="Manuj Agrawal" userId="8275e378daeca5b2" providerId="LiveId" clId="{48A01276-CC8E-4C54-9BB8-DB1CAD9AB3D4}" dt="2021-12-24T13:33:13.358" v="430" actId="20577"/>
      <pc:docMkLst>
        <pc:docMk/>
      </pc:docMkLst>
      <pc:sldChg chg="addSp delSp modSp mod">
        <pc:chgData name="Manuj Agrawal" userId="8275e378daeca5b2" providerId="LiveId" clId="{48A01276-CC8E-4C54-9BB8-DB1CAD9AB3D4}" dt="2021-12-24T13:33:13.358" v="430" actId="20577"/>
        <pc:sldMkLst>
          <pc:docMk/>
          <pc:sldMk cId="958035667" sldId="537"/>
        </pc:sldMkLst>
      </pc:sldChg>
      <pc:sldChg chg="addSp delSp modSp mod">
        <pc:chgData name="Manuj Agrawal" userId="8275e378daeca5b2" providerId="LiveId" clId="{48A01276-CC8E-4C54-9BB8-DB1CAD9AB3D4}" dt="2021-12-24T13:18:53.484" v="427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48A01276-CC8E-4C54-9BB8-DB1CAD9AB3D4}" dt="2021-12-24T13:31:21.459" v="428" actId="207"/>
        <pc:sldMkLst>
          <pc:docMk/>
          <pc:sldMk cId="1004415067" sldId="553"/>
        </pc:sldMkLst>
      </pc:sldChg>
      <pc:sldChg chg="addSp delSp modSp add del mod setBg">
        <pc:chgData name="Manuj Agrawal" userId="8275e378daeca5b2" providerId="LiveId" clId="{48A01276-CC8E-4C54-9BB8-DB1CAD9AB3D4}" dt="2021-12-24T12:48:37.992" v="271" actId="47"/>
        <pc:sldMkLst>
          <pc:docMk/>
          <pc:sldMk cId="885989510" sldId="554"/>
        </pc:sldMkLst>
      </pc:sldChg>
      <pc:sldChg chg="addSp delSp modSp add del mod setBg">
        <pc:chgData name="Manuj Agrawal" userId="8275e378daeca5b2" providerId="LiveId" clId="{48A01276-CC8E-4C54-9BB8-DB1CAD9AB3D4}" dt="2021-12-23T15:50:50.347" v="56" actId="47"/>
        <pc:sldMkLst>
          <pc:docMk/>
          <pc:sldMk cId="3969272908" sldId="554"/>
        </pc:sldMkLst>
      </pc:sldChg>
      <pc:sldChg chg="addSp delSp modSp add del mod">
        <pc:chgData name="Manuj Agrawal" userId="8275e378daeca5b2" providerId="LiveId" clId="{48A01276-CC8E-4C54-9BB8-DB1CAD9AB3D4}" dt="2021-12-24T12:44:31.555" v="261" actId="47"/>
        <pc:sldMkLst>
          <pc:docMk/>
          <pc:sldMk cId="614898759" sldId="555"/>
        </pc:sldMkLst>
      </pc:sldChg>
      <pc:sldChg chg="modSp add del mod">
        <pc:chgData name="Manuj Agrawal" userId="8275e378daeca5b2" providerId="LiveId" clId="{48A01276-CC8E-4C54-9BB8-DB1CAD9AB3D4}" dt="2021-12-24T12:41:42.132" v="246" actId="47"/>
        <pc:sldMkLst>
          <pc:docMk/>
          <pc:sldMk cId="836118903" sldId="555"/>
        </pc:sldMkLst>
      </pc:sldChg>
      <pc:sldChg chg="addSp delSp modSp add del mod">
        <pc:chgData name="Manuj Agrawal" userId="8275e378daeca5b2" providerId="LiveId" clId="{48A01276-CC8E-4C54-9BB8-DB1CAD9AB3D4}" dt="2021-12-24T12:41:39.613" v="245" actId="47"/>
        <pc:sldMkLst>
          <pc:docMk/>
          <pc:sldMk cId="4246415715" sldId="556"/>
        </pc:sldMkLst>
      </pc:sldChg>
    </pc:docChg>
  </pc:docChgLst>
  <pc:docChgLst>
    <pc:chgData name="Manuj Agrawal" userId="8275e378daeca5b2" providerId="LiveId" clId="{0650EDF7-034B-43E1-BD64-3192B560829B}"/>
    <pc:docChg chg="undo custSel addSld delSld modSld sldOrd">
      <pc:chgData name="Manuj Agrawal" userId="8275e378daeca5b2" providerId="LiveId" clId="{0650EDF7-034B-43E1-BD64-3192B560829B}" dt="2021-12-16T16:52:13.695" v="506" actId="20577"/>
      <pc:docMkLst>
        <pc:docMk/>
      </pc:docMkLst>
      <pc:sldChg chg="addSp modSp mod">
        <pc:chgData name="Manuj Agrawal" userId="8275e378daeca5b2" providerId="LiveId" clId="{0650EDF7-034B-43E1-BD64-3192B560829B}" dt="2021-12-16T16:42:34.984" v="341" actId="20577"/>
        <pc:sldMkLst>
          <pc:docMk/>
          <pc:sldMk cId="1886868575" sldId="452"/>
        </pc:sldMkLst>
      </pc:sldChg>
      <pc:sldChg chg="modSp mod">
        <pc:chgData name="Manuj Agrawal" userId="8275e378daeca5b2" providerId="LiveId" clId="{0650EDF7-034B-43E1-BD64-3192B560829B}" dt="2021-12-16T16:34:52.023" v="332" actId="1076"/>
        <pc:sldMkLst>
          <pc:docMk/>
          <pc:sldMk cId="2654572283" sldId="456"/>
        </pc:sldMkLst>
      </pc:sldChg>
      <pc:sldChg chg="ord">
        <pc:chgData name="Manuj Agrawal" userId="8275e378daeca5b2" providerId="LiveId" clId="{0650EDF7-034B-43E1-BD64-3192B560829B}" dt="2021-12-15T17:15:19.629" v="209"/>
        <pc:sldMkLst>
          <pc:docMk/>
          <pc:sldMk cId="1954424249" sldId="487"/>
        </pc:sldMkLst>
      </pc:sldChg>
      <pc:sldChg chg="modSp mod">
        <pc:chgData name="Manuj Agrawal" userId="8275e378daeca5b2" providerId="LiveId" clId="{0650EDF7-034B-43E1-BD64-3192B560829B}" dt="2021-12-15T19:02:25.828" v="303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0650EDF7-034B-43E1-BD64-3192B560829B}" dt="2021-12-15T19:04:16.703" v="310" actId="403"/>
        <pc:sldMkLst>
          <pc:docMk/>
          <pc:sldMk cId="1614889212" sldId="505"/>
        </pc:sldMkLst>
      </pc:sldChg>
      <pc:sldChg chg="modSp mod">
        <pc:chgData name="Manuj Agrawal" userId="8275e378daeca5b2" providerId="LiveId" clId="{0650EDF7-034B-43E1-BD64-3192B560829B}" dt="2021-12-15T19:02:21.633" v="302" actId="20577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0650EDF7-034B-43E1-BD64-3192B560829B}" dt="2021-12-15T17:15:26.406" v="210" actId="47"/>
        <pc:sldMkLst>
          <pc:docMk/>
          <pc:sldMk cId="4219030133" sldId="526"/>
        </pc:sldMkLst>
      </pc:sldChg>
      <pc:sldChg chg="ord">
        <pc:chgData name="Manuj Agrawal" userId="8275e378daeca5b2" providerId="LiveId" clId="{0650EDF7-034B-43E1-BD64-3192B560829B}" dt="2021-12-15T17:09:58.141" v="180"/>
        <pc:sldMkLst>
          <pc:docMk/>
          <pc:sldMk cId="1977399299" sldId="528"/>
        </pc:sldMkLst>
      </pc:sldChg>
      <pc:sldChg chg="addSp delSp modSp add mod">
        <pc:chgData name="Manuj Agrawal" userId="8275e378daeca5b2" providerId="LiveId" clId="{0650EDF7-034B-43E1-BD64-3192B560829B}" dt="2021-12-15T17:14:37.024" v="207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0650EDF7-034B-43E1-BD64-3192B560829B}" dt="2021-12-16T16:32:26.526" v="315" actId="1076"/>
        <pc:sldMkLst>
          <pc:docMk/>
          <pc:sldMk cId="7716307" sldId="530"/>
        </pc:sldMkLst>
      </pc:sldChg>
      <pc:sldChg chg="modSp mod">
        <pc:chgData name="Manuj Agrawal" userId="8275e378daeca5b2" providerId="LiveId" clId="{0650EDF7-034B-43E1-BD64-3192B560829B}" dt="2021-12-16T16:28:20.387" v="314" actId="115"/>
        <pc:sldMkLst>
          <pc:docMk/>
          <pc:sldMk cId="1444475964" sldId="536"/>
        </pc:sldMkLst>
      </pc:sldChg>
      <pc:sldChg chg="modSp add mod">
        <pc:chgData name="Manuj Agrawal" userId="8275e378daeca5b2" providerId="LiveId" clId="{0650EDF7-034B-43E1-BD64-3192B560829B}" dt="2021-12-16T16:52:13.695" v="506" actId="20577"/>
        <pc:sldMkLst>
          <pc:docMk/>
          <pc:sldMk cId="958035667" sldId="537"/>
        </pc:sldMkLst>
      </pc:sldChg>
    </pc:docChg>
  </pc:docChgLst>
  <pc:docChgLst>
    <pc:chgData name="Manuj Agrawal" userId="8275e378daeca5b2" providerId="LiveId" clId="{332BA2EF-6F51-4E17-845A-EA2D7E378A6C}"/>
    <pc:docChg chg="undo custSel addSld delSld modSld sldOrd">
      <pc:chgData name="Manuj Agrawal" userId="8275e378daeca5b2" providerId="LiveId" clId="{332BA2EF-6F51-4E17-845A-EA2D7E378A6C}" dt="2021-12-25T12:14:53.822" v="2502" actId="20577"/>
      <pc:docMkLst>
        <pc:docMk/>
      </pc:docMkLst>
      <pc:sldChg chg="addSp delSp modSp del mod">
        <pc:chgData name="Manuj Agrawal" userId="8275e378daeca5b2" providerId="LiveId" clId="{332BA2EF-6F51-4E17-845A-EA2D7E378A6C}" dt="2021-12-25T11:34:25.060" v="2082" actId="47"/>
        <pc:sldMkLst>
          <pc:docMk/>
          <pc:sldMk cId="1737797681" sldId="531"/>
        </pc:sldMkLst>
      </pc:sldChg>
      <pc:sldChg chg="addSp delSp modSp del mod">
        <pc:chgData name="Manuj Agrawal" userId="8275e378daeca5b2" providerId="LiveId" clId="{332BA2EF-6F51-4E17-845A-EA2D7E378A6C}" dt="2021-12-25T09:35:21.764" v="541" actId="47"/>
        <pc:sldMkLst>
          <pc:docMk/>
          <pc:sldMk cId="2701607129" sldId="532"/>
        </pc:sldMkLst>
      </pc:sldChg>
      <pc:sldChg chg="addSp modSp mod">
        <pc:chgData name="Manuj Agrawal" userId="8275e378daeca5b2" providerId="LiveId" clId="{332BA2EF-6F51-4E17-845A-EA2D7E378A6C}" dt="2021-12-25T12:12:48.134" v="2494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332BA2EF-6F51-4E17-845A-EA2D7E378A6C}" dt="2021-12-25T12:07:10.577" v="2380" actId="1038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332BA2EF-6F51-4E17-845A-EA2D7E378A6C}" dt="2021-12-25T12:12:00.507" v="2490" actId="1076"/>
        <pc:sldMkLst>
          <pc:docMk/>
          <pc:sldMk cId="477807685" sldId="544"/>
        </pc:sldMkLst>
      </pc:sldChg>
      <pc:sldChg chg="modSp mod">
        <pc:chgData name="Manuj Agrawal" userId="8275e378daeca5b2" providerId="LiveId" clId="{332BA2EF-6F51-4E17-845A-EA2D7E378A6C}" dt="2021-12-25T09:52:09.227" v="822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332BA2EF-6F51-4E17-845A-EA2D7E378A6C}" dt="2021-12-25T12:14:53.822" v="2502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332BA2EF-6F51-4E17-845A-EA2D7E378A6C}" dt="2021-12-25T09:14:48.525" v="227" actId="47"/>
        <pc:sldMkLst>
          <pc:docMk/>
          <pc:sldMk cId="2008832774" sldId="554"/>
        </pc:sldMkLst>
      </pc:sldChg>
      <pc:sldChg chg="del">
        <pc:chgData name="Manuj Agrawal" userId="8275e378daeca5b2" providerId="LiveId" clId="{332BA2EF-6F51-4E17-845A-EA2D7E378A6C}" dt="2021-12-25T08:57:45.597" v="5" actId="47"/>
        <pc:sldMkLst>
          <pc:docMk/>
          <pc:sldMk cId="2079074756" sldId="554"/>
        </pc:sldMkLst>
      </pc:sldChg>
      <pc:sldChg chg="add del">
        <pc:chgData name="Manuj Agrawal" userId="8275e378daeca5b2" providerId="LiveId" clId="{332BA2EF-6F51-4E17-845A-EA2D7E378A6C}" dt="2021-12-25T09:39:58.390" v="574" actId="47"/>
        <pc:sldMkLst>
          <pc:docMk/>
          <pc:sldMk cId="3049755934" sldId="554"/>
        </pc:sldMkLst>
      </pc:sldChg>
      <pc:sldChg chg="add del">
        <pc:chgData name="Manuj Agrawal" userId="8275e378daeca5b2" providerId="LiveId" clId="{332BA2EF-6F51-4E17-845A-EA2D7E378A6C}" dt="2021-12-25T09:21:34.516" v="297" actId="47"/>
        <pc:sldMkLst>
          <pc:docMk/>
          <pc:sldMk cId="3443449937" sldId="554"/>
        </pc:sldMkLst>
      </pc:sldChg>
      <pc:sldChg chg="add del">
        <pc:chgData name="Manuj Agrawal" userId="8275e378daeca5b2" providerId="LiveId" clId="{332BA2EF-6F51-4E17-845A-EA2D7E378A6C}" dt="2021-12-25T09:39:57.106" v="573" actId="47"/>
        <pc:sldMkLst>
          <pc:docMk/>
          <pc:sldMk cId="2424644475" sldId="555"/>
        </pc:sldMkLst>
      </pc:sldChg>
      <pc:sldChg chg="delSp modSp add mod ord">
        <pc:chgData name="Manuj Agrawal" userId="8275e378daeca5b2" providerId="LiveId" clId="{332BA2EF-6F51-4E17-845A-EA2D7E378A6C}" dt="2021-12-25T10:48:20.644" v="1741"/>
        <pc:sldMkLst>
          <pc:docMk/>
          <pc:sldMk cId="2191335115" sldId="556"/>
        </pc:sldMkLst>
      </pc:sldChg>
      <pc:sldChg chg="addSp delSp modSp add del mod">
        <pc:chgData name="Manuj Agrawal" userId="8275e378daeca5b2" providerId="LiveId" clId="{332BA2EF-6F51-4E17-845A-EA2D7E378A6C}" dt="2021-12-25T09:39:55.762" v="572" actId="47"/>
        <pc:sldMkLst>
          <pc:docMk/>
          <pc:sldMk cId="1307434001" sldId="557"/>
        </pc:sldMkLst>
      </pc:sldChg>
      <pc:sldChg chg="add del">
        <pc:chgData name="Manuj Agrawal" userId="8275e378daeca5b2" providerId="LiveId" clId="{332BA2EF-6F51-4E17-845A-EA2D7E378A6C}" dt="2021-12-25T11:35:22.949" v="2084" actId="47"/>
        <pc:sldMkLst>
          <pc:docMk/>
          <pc:sldMk cId="2849654633" sldId="557"/>
        </pc:sldMkLst>
      </pc:sldChg>
      <pc:sldChg chg="add del">
        <pc:chgData name="Manuj Agrawal" userId="8275e378daeca5b2" providerId="LiveId" clId="{332BA2EF-6F51-4E17-845A-EA2D7E378A6C}" dt="2021-12-25T10:42:03.307" v="1735" actId="47"/>
        <pc:sldMkLst>
          <pc:docMk/>
          <pc:sldMk cId="2984561128" sldId="557"/>
        </pc:sldMkLst>
      </pc:sldChg>
      <pc:sldChg chg="addSp modSp add del mod">
        <pc:chgData name="Manuj Agrawal" userId="8275e378daeca5b2" providerId="LiveId" clId="{332BA2EF-6F51-4E17-845A-EA2D7E378A6C}" dt="2021-12-25T11:34:21.468" v="2081" actId="47"/>
        <pc:sldMkLst>
          <pc:docMk/>
          <pc:sldMk cId="213247219" sldId="558"/>
        </pc:sldMkLst>
      </pc:sldChg>
      <pc:sldChg chg="add del">
        <pc:chgData name="Manuj Agrawal" userId="8275e378daeca5b2" providerId="LiveId" clId="{332BA2EF-6F51-4E17-845A-EA2D7E378A6C}" dt="2021-12-25T10:40:10.117" v="1693" actId="47"/>
        <pc:sldMkLst>
          <pc:docMk/>
          <pc:sldMk cId="2319325564" sldId="558"/>
        </pc:sldMkLst>
      </pc:sldChg>
      <pc:sldChg chg="addSp delSp modSp add mod">
        <pc:chgData name="Manuj Agrawal" userId="8275e378daeca5b2" providerId="LiveId" clId="{332BA2EF-6F51-4E17-845A-EA2D7E378A6C}" dt="2021-12-25T12:03:31.696" v="2300" actId="20577"/>
        <pc:sldMkLst>
          <pc:docMk/>
          <pc:sldMk cId="492392778" sldId="559"/>
        </pc:sldMkLst>
      </pc:sldChg>
      <pc:sldChg chg="add del">
        <pc:chgData name="Manuj Agrawal" userId="8275e378daeca5b2" providerId="LiveId" clId="{332BA2EF-6F51-4E17-845A-EA2D7E378A6C}" dt="2021-12-25T11:46:15.797" v="2189" actId="47"/>
        <pc:sldMkLst>
          <pc:docMk/>
          <pc:sldMk cId="2944719309" sldId="560"/>
        </pc:sldMkLst>
      </pc:sldChg>
    </pc:docChg>
  </pc:docChgLst>
  <pc:docChgLst>
    <pc:chgData name="Manuj Agrawal" userId="8275e378daeca5b2" providerId="LiveId" clId="{5DE4E82D-B273-4C85-AA15-3C6A6428828C}"/>
    <pc:docChg chg="undo custSel delSld modSld">
      <pc:chgData name="Manuj Agrawal" userId="8275e378daeca5b2" providerId="LiveId" clId="{5DE4E82D-B273-4C85-AA15-3C6A6428828C}" dt="2021-12-21T14:29:49.538" v="150" actId="1076"/>
      <pc:docMkLst>
        <pc:docMk/>
      </pc:docMkLst>
      <pc:sldChg chg="del">
        <pc:chgData name="Manuj Agrawal" userId="8275e378daeca5b2" providerId="LiveId" clId="{5DE4E82D-B273-4C85-AA15-3C6A6428828C}" dt="2021-12-21T12:44:27.483" v="0" actId="47"/>
        <pc:sldMkLst>
          <pc:docMk/>
          <pc:sldMk cId="3840176979" sldId="550"/>
        </pc:sldMkLst>
      </pc:sldChg>
      <pc:sldChg chg="modSp mod">
        <pc:chgData name="Manuj Agrawal" userId="8275e378daeca5b2" providerId="LiveId" clId="{5DE4E82D-B273-4C85-AA15-3C6A6428828C}" dt="2021-12-21T14:29:49.538" v="150" actId="1076"/>
        <pc:sldMkLst>
          <pc:docMk/>
          <pc:sldMk cId="1004415067" sldId="553"/>
        </pc:sldMkLst>
      </pc:sldChg>
    </pc:docChg>
  </pc:docChgLst>
  <pc:docChgLst>
    <pc:chgData name="Manuj" userId="1a07f523-e16f-486a-b610-37539cc763a0" providerId="ADAL" clId="{5140A015-BA9E-4355-9893-01A9F21393E9}"/>
    <pc:docChg chg="undo custSel addSld delSld modSld sldOrd">
      <pc:chgData name="Manuj" userId="1a07f523-e16f-486a-b610-37539cc763a0" providerId="ADAL" clId="{5140A015-BA9E-4355-9893-01A9F21393E9}" dt="2023-12-07T06:56:52.912" v="1736" actId="1035"/>
      <pc:docMkLst>
        <pc:docMk/>
      </pc:docMkLst>
      <pc:sldChg chg="addSp modSp">
        <pc:chgData name="Manuj" userId="1a07f523-e16f-486a-b610-37539cc763a0" providerId="ADAL" clId="{5140A015-BA9E-4355-9893-01A9F21393E9}" dt="2023-12-03T15:59:56.464" v="1509" actId="571"/>
        <pc:sldMkLst>
          <pc:docMk/>
          <pc:sldMk cId="2856650110" sldId="566"/>
        </pc:sldMkLst>
      </pc:sldChg>
      <pc:sldChg chg="addSp modSp mod">
        <pc:chgData name="Manuj" userId="1a07f523-e16f-486a-b610-37539cc763a0" providerId="ADAL" clId="{5140A015-BA9E-4355-9893-01A9F21393E9}" dt="2023-12-03T15:57:31.007" v="1502" actId="1035"/>
        <pc:sldMkLst>
          <pc:docMk/>
          <pc:sldMk cId="247023824" sldId="572"/>
        </pc:sldMkLst>
      </pc:sldChg>
      <pc:sldChg chg="modSp mod">
        <pc:chgData name="Manuj" userId="1a07f523-e16f-486a-b610-37539cc763a0" providerId="ADAL" clId="{5140A015-BA9E-4355-9893-01A9F21393E9}" dt="2023-12-03T15:58:06.154" v="1506" actId="20577"/>
        <pc:sldMkLst>
          <pc:docMk/>
          <pc:sldMk cId="4028893296" sldId="577"/>
        </pc:sldMkLst>
      </pc:sldChg>
      <pc:sldChg chg="modSp mod">
        <pc:chgData name="Manuj" userId="1a07f523-e16f-486a-b610-37539cc763a0" providerId="ADAL" clId="{5140A015-BA9E-4355-9893-01A9F21393E9}" dt="2023-12-07T06:56:52.912" v="1736" actId="1035"/>
        <pc:sldMkLst>
          <pc:docMk/>
          <pc:sldMk cId="2743113738" sldId="578"/>
        </pc:sldMkLst>
      </pc:sldChg>
      <pc:sldChg chg="modSp mod">
        <pc:chgData name="Manuj" userId="1a07f523-e16f-486a-b610-37539cc763a0" providerId="ADAL" clId="{5140A015-BA9E-4355-9893-01A9F21393E9}" dt="2023-12-03T15:52:40.965" v="1481" actId="108"/>
        <pc:sldMkLst>
          <pc:docMk/>
          <pc:sldMk cId="1054229470" sldId="581"/>
        </pc:sldMkLst>
      </pc:sldChg>
      <pc:sldChg chg="addSp modSp mod">
        <pc:chgData name="Manuj" userId="1a07f523-e16f-486a-b610-37539cc763a0" providerId="ADAL" clId="{5140A015-BA9E-4355-9893-01A9F21393E9}" dt="2023-12-03T16:01:35.755" v="1672" actId="404"/>
        <pc:sldMkLst>
          <pc:docMk/>
          <pc:sldMk cId="1917565795" sldId="583"/>
        </pc:sldMkLst>
      </pc:sldChg>
      <pc:sldChg chg="addSp modSp mod">
        <pc:chgData name="Manuj" userId="1a07f523-e16f-486a-b610-37539cc763a0" providerId="ADAL" clId="{5140A015-BA9E-4355-9893-01A9F21393E9}" dt="2023-12-03T16:01:27.093" v="1671" actId="404"/>
        <pc:sldMkLst>
          <pc:docMk/>
          <pc:sldMk cId="2234882258" sldId="584"/>
        </pc:sldMkLst>
      </pc:sldChg>
      <pc:sldChg chg="new del">
        <pc:chgData name="Manuj" userId="1a07f523-e16f-486a-b610-37539cc763a0" providerId="ADAL" clId="{5140A015-BA9E-4355-9893-01A9F21393E9}" dt="2023-12-03T13:53:27.123" v="478" actId="680"/>
        <pc:sldMkLst>
          <pc:docMk/>
          <pc:sldMk cId="3645182740" sldId="585"/>
        </pc:sldMkLst>
      </pc:sldChg>
      <pc:sldChg chg="addSp delSp modSp add mod ord">
        <pc:chgData name="Manuj" userId="1a07f523-e16f-486a-b610-37539cc763a0" providerId="ADAL" clId="{5140A015-BA9E-4355-9893-01A9F21393E9}" dt="2023-12-03T18:58:31.902" v="1680" actId="20577"/>
        <pc:sldMkLst>
          <pc:docMk/>
          <pc:sldMk cId="3826781572" sldId="585"/>
        </pc:sldMkLst>
      </pc:sldChg>
    </pc:docChg>
  </pc:docChgLst>
  <pc:docChgLst>
    <pc:chgData name="Manuj Agrawal" userId="8275e378daeca5b2" providerId="LiveId" clId="{31C785AA-7854-43E7-BC92-2F281DCEAA99}"/>
    <pc:docChg chg="undo custSel delSld modSld sldOrd">
      <pc:chgData name="Manuj Agrawal" userId="8275e378daeca5b2" providerId="LiveId" clId="{31C785AA-7854-43E7-BC92-2F281DCEAA99}" dt="2021-12-08T13:44:34.351" v="262" actId="5793"/>
      <pc:docMkLst>
        <pc:docMk/>
      </pc:docMkLst>
      <pc:sldChg chg="del">
        <pc:chgData name="Manuj Agrawal" userId="8275e378daeca5b2" providerId="LiveId" clId="{31C785AA-7854-43E7-BC92-2F281DCEAA99}" dt="2021-12-08T13:29:22.696" v="1" actId="47"/>
        <pc:sldMkLst>
          <pc:docMk/>
          <pc:sldMk cId="839510395" sldId="445"/>
        </pc:sldMkLst>
      </pc:sldChg>
      <pc:sldChg chg="modSp mod">
        <pc:chgData name="Manuj Agrawal" userId="8275e378daeca5b2" providerId="LiveId" clId="{31C785AA-7854-43E7-BC92-2F281DCEAA99}" dt="2021-12-08T13:42:13.834" v="253" actId="20577"/>
        <pc:sldMkLst>
          <pc:docMk/>
          <pc:sldMk cId="2654572283" sldId="456"/>
        </pc:sldMkLst>
      </pc:sldChg>
      <pc:sldChg chg="modSp mod">
        <pc:chgData name="Manuj Agrawal" userId="8275e378daeca5b2" providerId="LiveId" clId="{31C785AA-7854-43E7-BC92-2F281DCEAA99}" dt="2021-12-08T13:41:08.052" v="197" actId="207"/>
        <pc:sldMkLst>
          <pc:docMk/>
          <pc:sldMk cId="3706521388" sldId="468"/>
        </pc:sldMkLst>
      </pc:sldChg>
      <pc:sldChg chg="del">
        <pc:chgData name="Manuj Agrawal" userId="8275e378daeca5b2" providerId="LiveId" clId="{31C785AA-7854-43E7-BC92-2F281DCEAA99}" dt="2021-12-08T13:29:24.446" v="3" actId="47"/>
        <pc:sldMkLst>
          <pc:docMk/>
          <pc:sldMk cId="1400922404" sldId="474"/>
        </pc:sldMkLst>
      </pc:sldChg>
      <pc:sldChg chg="del">
        <pc:chgData name="Manuj Agrawal" userId="8275e378daeca5b2" providerId="LiveId" clId="{31C785AA-7854-43E7-BC92-2F281DCEAA99}" dt="2021-12-08T13:29:23.562" v="2" actId="47"/>
        <pc:sldMkLst>
          <pc:docMk/>
          <pc:sldMk cId="1342799671" sldId="477"/>
        </pc:sldMkLst>
      </pc:sldChg>
      <pc:sldChg chg="del">
        <pc:chgData name="Manuj Agrawal" userId="8275e378daeca5b2" providerId="LiveId" clId="{31C785AA-7854-43E7-BC92-2F281DCEAA99}" dt="2021-12-08T13:29:21.877" v="0" actId="47"/>
        <pc:sldMkLst>
          <pc:docMk/>
          <pc:sldMk cId="2926853988" sldId="484"/>
        </pc:sldMkLst>
      </pc:sldChg>
      <pc:sldChg chg="del">
        <pc:chgData name="Manuj Agrawal" userId="8275e378daeca5b2" providerId="LiveId" clId="{31C785AA-7854-43E7-BC92-2F281DCEAA99}" dt="2021-12-08T13:29:25.374" v="4" actId="47"/>
        <pc:sldMkLst>
          <pc:docMk/>
          <pc:sldMk cId="321808071" sldId="485"/>
        </pc:sldMkLst>
      </pc:sldChg>
      <pc:sldChg chg="ord">
        <pc:chgData name="Manuj Agrawal" userId="8275e378daeca5b2" providerId="LiveId" clId="{31C785AA-7854-43E7-BC92-2F281DCEAA99}" dt="2021-12-08T13:29:27.719" v="6"/>
        <pc:sldMkLst>
          <pc:docMk/>
          <pc:sldMk cId="3773446992" sldId="490"/>
        </pc:sldMkLst>
      </pc:sldChg>
      <pc:sldChg chg="modSp mod">
        <pc:chgData name="Manuj Agrawal" userId="8275e378daeca5b2" providerId="LiveId" clId="{31C785AA-7854-43E7-BC92-2F281DCEAA99}" dt="2021-12-08T13:44:34.351" v="262" actId="5793"/>
        <pc:sldMkLst>
          <pc:docMk/>
          <pc:sldMk cId="1872303264" sldId="521"/>
        </pc:sldMkLst>
      </pc:sldChg>
    </pc:docChg>
  </pc:docChgLst>
  <pc:docChgLst>
    <pc:chgData name="Manuj Agrawal" userId="8275e378daeca5b2" providerId="LiveId" clId="{7A90282D-519A-4C8A-8647-E097FFF10555}"/>
    <pc:docChg chg="undo custSel addSld delSld modSld sldOrd">
      <pc:chgData name="Manuj Agrawal" userId="8275e378daeca5b2" providerId="LiveId" clId="{7A90282D-519A-4C8A-8647-E097FFF10555}" dt="2022-01-07T18:20:36.241" v="5380" actId="20577"/>
      <pc:docMkLst>
        <pc:docMk/>
      </pc:docMkLst>
      <pc:sldChg chg="ord">
        <pc:chgData name="Manuj Agrawal" userId="8275e378daeca5b2" providerId="LiveId" clId="{7A90282D-519A-4C8A-8647-E097FFF10555}" dt="2022-01-06T03:11:56.826" v="33"/>
        <pc:sldMkLst>
          <pc:docMk/>
          <pc:sldMk cId="2654572283" sldId="456"/>
        </pc:sldMkLst>
      </pc:sldChg>
      <pc:sldChg chg="modSp mod ord modNotesTx">
        <pc:chgData name="Manuj Agrawal" userId="8275e378daeca5b2" providerId="LiveId" clId="{7A90282D-519A-4C8A-8647-E097FFF10555}" dt="2022-01-07T17:06:01.193" v="5308" actId="20577"/>
        <pc:sldMkLst>
          <pc:docMk/>
          <pc:sldMk cId="722639226" sldId="481"/>
        </pc:sldMkLst>
      </pc:sldChg>
      <pc:sldChg chg="del">
        <pc:chgData name="Manuj Agrawal" userId="8275e378daeca5b2" providerId="LiveId" clId="{7A90282D-519A-4C8A-8647-E097FFF10555}" dt="2022-01-06T04:49:09.042" v="4409" actId="47"/>
        <pc:sldMkLst>
          <pc:docMk/>
          <pc:sldMk cId="2413752973" sldId="486"/>
        </pc:sldMkLst>
      </pc:sldChg>
      <pc:sldChg chg="modSp mod ord modNotesTx">
        <pc:chgData name="Manuj Agrawal" userId="8275e378daeca5b2" providerId="LiveId" clId="{7A90282D-519A-4C8A-8647-E097FFF10555}" dt="2022-01-07T16:40:41.853" v="4875" actId="20577"/>
        <pc:sldMkLst>
          <pc:docMk/>
          <pc:sldMk cId="3922207980" sldId="506"/>
        </pc:sldMkLst>
      </pc:sldChg>
      <pc:sldChg chg="del">
        <pc:chgData name="Manuj Agrawal" userId="8275e378daeca5b2" providerId="LiveId" clId="{7A90282D-519A-4C8A-8647-E097FFF10555}" dt="2022-01-06T04:49:18.448" v="4411" actId="47"/>
        <pc:sldMkLst>
          <pc:docMk/>
          <pc:sldMk cId="2137804776" sldId="529"/>
        </pc:sldMkLst>
      </pc:sldChg>
      <pc:sldChg chg="modNotesTx">
        <pc:chgData name="Manuj Agrawal" userId="8275e378daeca5b2" providerId="LiveId" clId="{7A90282D-519A-4C8A-8647-E097FFF10555}" dt="2022-01-07T18:20:36.241" v="5380" actId="20577"/>
        <pc:sldMkLst>
          <pc:docMk/>
          <pc:sldMk cId="958035667" sldId="537"/>
        </pc:sldMkLst>
      </pc:sldChg>
      <pc:sldChg chg="del">
        <pc:chgData name="Manuj Agrawal" userId="8275e378daeca5b2" providerId="LiveId" clId="{7A90282D-519A-4C8A-8647-E097FFF10555}" dt="2022-01-06T04:49:06.446" v="4408" actId="47"/>
        <pc:sldMkLst>
          <pc:docMk/>
          <pc:sldMk cId="1146830387" sldId="541"/>
        </pc:sldMkLst>
      </pc:sldChg>
      <pc:sldChg chg="modSp mod ord modNotesTx">
        <pc:chgData name="Manuj Agrawal" userId="8275e378daeca5b2" providerId="LiveId" clId="{7A90282D-519A-4C8A-8647-E097FFF10555}" dt="2022-01-07T18:01:22.598" v="5379" actId="20577"/>
        <pc:sldMkLst>
          <pc:docMk/>
          <pc:sldMk cId="1316161972" sldId="542"/>
        </pc:sldMkLst>
      </pc:sldChg>
      <pc:sldChg chg="del ord">
        <pc:chgData name="Manuj Agrawal" userId="8275e378daeca5b2" providerId="LiveId" clId="{7A90282D-519A-4C8A-8647-E097FFF10555}" dt="2022-01-06T04:49:02.044" v="4407" actId="47"/>
        <pc:sldMkLst>
          <pc:docMk/>
          <pc:sldMk cId="477807685" sldId="544"/>
        </pc:sldMkLst>
      </pc:sldChg>
      <pc:sldChg chg="addSp delSp modSp mod ord modNotesTx">
        <pc:chgData name="Manuj Agrawal" userId="8275e378daeca5b2" providerId="LiveId" clId="{7A90282D-519A-4C8A-8647-E097FFF10555}" dt="2022-01-07T16:18:10.456" v="4812" actId="688"/>
        <pc:sldMkLst>
          <pc:docMk/>
          <pc:sldMk cId="1213225221" sldId="546"/>
        </pc:sldMkLst>
      </pc:sldChg>
      <pc:sldChg chg="ord modNotesTx">
        <pc:chgData name="Manuj Agrawal" userId="8275e378daeca5b2" providerId="LiveId" clId="{7A90282D-519A-4C8A-8647-E097FFF10555}" dt="2022-01-07T16:56:03.300" v="5129" actId="6549"/>
        <pc:sldMkLst>
          <pc:docMk/>
          <pc:sldMk cId="505145951" sldId="551"/>
        </pc:sldMkLst>
      </pc:sldChg>
      <pc:sldChg chg="del">
        <pc:chgData name="Manuj Agrawal" userId="8275e378daeca5b2" providerId="LiveId" clId="{7A90282D-519A-4C8A-8647-E097FFF10555}" dt="2022-01-06T04:49:10.740" v="4410" actId="47"/>
        <pc:sldMkLst>
          <pc:docMk/>
          <pc:sldMk cId="1004415067" sldId="553"/>
        </pc:sldMkLst>
      </pc:sldChg>
      <pc:sldChg chg="ord modNotesTx">
        <pc:chgData name="Manuj Agrawal" userId="8275e378daeca5b2" providerId="LiveId" clId="{7A90282D-519A-4C8A-8647-E097FFF10555}" dt="2022-01-07T16:45:35.003" v="5030" actId="20577"/>
        <pc:sldMkLst>
          <pc:docMk/>
          <pc:sldMk cId="2191335115" sldId="556"/>
        </pc:sldMkLst>
      </pc:sldChg>
      <pc:sldChg chg="delSp modSp mod ord modNotesTx">
        <pc:chgData name="Manuj Agrawal" userId="8275e378daeca5b2" providerId="LiveId" clId="{7A90282D-519A-4C8A-8647-E097FFF10555}" dt="2022-01-07T12:01:28.514" v="4506" actId="1076"/>
        <pc:sldMkLst>
          <pc:docMk/>
          <pc:sldMk cId="492392778" sldId="559"/>
        </pc:sldMkLst>
      </pc:sldChg>
      <pc:sldChg chg="ord modNotesTx">
        <pc:chgData name="Manuj Agrawal" userId="8275e378daeca5b2" providerId="LiveId" clId="{7A90282D-519A-4C8A-8647-E097FFF10555}" dt="2022-01-06T04:09:34.802" v="3020" actId="20577"/>
        <pc:sldMkLst>
          <pc:docMk/>
          <pc:sldMk cId="3569473709" sldId="560"/>
        </pc:sldMkLst>
      </pc:sldChg>
      <pc:sldChg chg="new del">
        <pc:chgData name="Manuj Agrawal" userId="8275e378daeca5b2" providerId="LiveId" clId="{7A90282D-519A-4C8A-8647-E097FFF10555}" dt="2022-01-06T06:09:35.098" v="4413" actId="47"/>
        <pc:sldMkLst>
          <pc:docMk/>
          <pc:sldMk cId="1668937640" sldId="561"/>
        </pc:sldMkLst>
      </pc:sldChg>
    </pc:docChg>
  </pc:docChgLst>
  <pc:docChgLst>
    <pc:chgData name="Manuj Agrawal" userId="8275e378daeca5b2" providerId="LiveId" clId="{68B1B6EF-79EC-4841-9EAA-2A4CF5756281}"/>
    <pc:docChg chg="undo redo custSel addSld delSld modSld sldOrd">
      <pc:chgData name="Manuj Agrawal" userId="8275e378daeca5b2" providerId="LiveId" clId="{68B1B6EF-79EC-4841-9EAA-2A4CF5756281}" dt="2021-12-17T14:43:10.701" v="1969"/>
      <pc:docMkLst>
        <pc:docMk/>
      </pc:docMkLst>
      <pc:sldChg chg="addSp delSp modSp mod">
        <pc:chgData name="Manuj Agrawal" userId="8275e378daeca5b2" providerId="LiveId" clId="{68B1B6EF-79EC-4841-9EAA-2A4CF5756281}" dt="2021-12-17T14:35:26.684" v="1967" actId="1076"/>
        <pc:sldMkLst>
          <pc:docMk/>
          <pc:sldMk cId="722639226" sldId="481"/>
        </pc:sldMkLst>
      </pc:sldChg>
      <pc:sldChg chg="modSp mod">
        <pc:chgData name="Manuj Agrawal" userId="8275e378daeca5b2" providerId="LiveId" clId="{68B1B6EF-79EC-4841-9EAA-2A4CF5756281}" dt="2021-12-17T14:20:40.061" v="1898" actId="1076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68B1B6EF-79EC-4841-9EAA-2A4CF5756281}" dt="2021-12-17T14:14:15.191" v="1777" actId="47"/>
        <pc:sldMkLst>
          <pc:docMk/>
          <pc:sldMk cId="779782093" sldId="509"/>
        </pc:sldMkLst>
      </pc:sldChg>
      <pc:sldChg chg="modSp mod">
        <pc:chgData name="Manuj Agrawal" userId="8275e378daeca5b2" providerId="LiveId" clId="{68B1B6EF-79EC-4841-9EAA-2A4CF5756281}" dt="2021-12-17T11:46:08.106" v="1176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68B1B6EF-79EC-4841-9EAA-2A4CF5756281}" dt="2021-12-17T11:43:48.090" v="1173" actId="20577"/>
        <pc:sldMkLst>
          <pc:docMk/>
          <pc:sldMk cId="1737797681" sldId="531"/>
        </pc:sldMkLst>
      </pc:sldChg>
      <pc:sldChg chg="addSp modSp mod">
        <pc:chgData name="Manuj Agrawal" userId="8275e378daeca5b2" providerId="LiveId" clId="{68B1B6EF-79EC-4841-9EAA-2A4CF5756281}" dt="2021-12-17T14:19:37.318" v="189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68B1B6EF-79EC-4841-9EAA-2A4CF5756281}" dt="2021-12-17T14:25:01.646" v="1923"/>
        <pc:sldMkLst>
          <pc:docMk/>
          <pc:sldMk cId="1475965068" sldId="535"/>
        </pc:sldMkLst>
      </pc:sldChg>
      <pc:sldChg chg="modSp mod">
        <pc:chgData name="Manuj Agrawal" userId="8275e378daeca5b2" providerId="LiveId" clId="{68B1B6EF-79EC-4841-9EAA-2A4CF5756281}" dt="2021-12-17T14:28:55.813" v="1943" actId="20577"/>
        <pc:sldMkLst>
          <pc:docMk/>
          <pc:sldMk cId="958035667" sldId="537"/>
        </pc:sldMkLst>
      </pc:sldChg>
      <pc:sldChg chg="del">
        <pc:chgData name="Manuj Agrawal" userId="8275e378daeca5b2" providerId="LiveId" clId="{68B1B6EF-79EC-4841-9EAA-2A4CF5756281}" dt="2021-12-17T11:22:23.362" v="1124" actId="47"/>
        <pc:sldMkLst>
          <pc:docMk/>
          <pc:sldMk cId="370230266" sldId="540"/>
        </pc:sldMkLst>
      </pc:sldChg>
      <pc:sldChg chg="modSp mod ord">
        <pc:chgData name="Manuj Agrawal" userId="8275e378daeca5b2" providerId="LiveId" clId="{68B1B6EF-79EC-4841-9EAA-2A4CF5756281}" dt="2021-12-17T14:43:10.701" v="1969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68B1B6EF-79EC-4841-9EAA-2A4CF5756281}" dt="2021-12-17T14:30:29.132" v="1944" actId="1076"/>
        <pc:sldMkLst>
          <pc:docMk/>
          <pc:sldMk cId="1316161972" sldId="542"/>
        </pc:sldMkLst>
      </pc:sldChg>
      <pc:sldChg chg="addSp delSp modSp add del mod">
        <pc:chgData name="Manuj Agrawal" userId="8275e378daeca5b2" providerId="LiveId" clId="{68B1B6EF-79EC-4841-9EAA-2A4CF5756281}" dt="2021-12-17T11:22:12.447" v="1123" actId="47"/>
        <pc:sldMkLst>
          <pc:docMk/>
          <pc:sldMk cId="348760751" sldId="543"/>
        </pc:sldMkLst>
      </pc:sldChg>
      <pc:sldChg chg="modSp add del mod">
        <pc:chgData name="Manuj Agrawal" userId="8275e378daeca5b2" providerId="LiveId" clId="{68B1B6EF-79EC-4841-9EAA-2A4CF5756281}" dt="2021-12-17T10:53:47.091" v="1012" actId="47"/>
        <pc:sldMkLst>
          <pc:docMk/>
          <pc:sldMk cId="1553821400" sldId="543"/>
        </pc:sldMkLst>
      </pc:sldChg>
      <pc:sldChg chg="addSp delSp modSp add del mod">
        <pc:chgData name="Manuj Agrawal" userId="8275e378daeca5b2" providerId="LiveId" clId="{68B1B6EF-79EC-4841-9EAA-2A4CF5756281}" dt="2021-12-17T10:59:02.111" v="1032" actId="47"/>
        <pc:sldMkLst>
          <pc:docMk/>
          <pc:sldMk cId="3750926214" sldId="543"/>
        </pc:sldMkLst>
      </pc:sldChg>
      <pc:sldChg chg="addSp delSp modSp add mod">
        <pc:chgData name="Manuj Agrawal" userId="8275e378daeca5b2" providerId="LiveId" clId="{68B1B6EF-79EC-4841-9EAA-2A4CF5756281}" dt="2021-12-17T14:31:43.360" v="1948" actId="20577"/>
        <pc:sldMkLst>
          <pc:docMk/>
          <pc:sldMk cId="477807685" sldId="544"/>
        </pc:sldMkLst>
      </pc:sldChg>
      <pc:sldChg chg="addSp delSp modSp add del mod">
        <pc:chgData name="Manuj Agrawal" userId="8275e378daeca5b2" providerId="LiveId" clId="{68B1B6EF-79EC-4841-9EAA-2A4CF5756281}" dt="2021-12-17T11:32:27.564" v="1138" actId="47"/>
        <pc:sldMkLst>
          <pc:docMk/>
          <pc:sldMk cId="1498934181" sldId="545"/>
        </pc:sldMkLst>
      </pc:sldChg>
      <pc:sldChg chg="delSp modSp add del mod">
        <pc:chgData name="Manuj Agrawal" userId="8275e378daeca5b2" providerId="LiveId" clId="{68B1B6EF-79EC-4841-9EAA-2A4CF5756281}" dt="2021-12-17T14:04:03.508" v="1687" actId="47"/>
        <pc:sldMkLst>
          <pc:docMk/>
          <pc:sldMk cId="4253634691" sldId="545"/>
        </pc:sldMkLst>
      </pc:sldChg>
      <pc:sldChg chg="addSp delSp modSp add mod">
        <pc:chgData name="Manuj Agrawal" userId="8275e378daeca5b2" providerId="LiveId" clId="{68B1B6EF-79EC-4841-9EAA-2A4CF5756281}" dt="2021-12-17T14:15:54.209" v="1793" actId="14861"/>
        <pc:sldMkLst>
          <pc:docMk/>
          <pc:sldMk cId="1213225221" sldId="546"/>
        </pc:sldMkLst>
      </pc:sldChg>
    </pc:docChg>
  </pc:docChgLst>
  <pc:docChgLst>
    <pc:chgData name="Manuj" userId="1a07f523-e16f-486a-b610-37539cc763a0" providerId="ADAL" clId="{BADCAD8F-9DF4-483D-B37A-A884F5ACEA34}"/>
    <pc:docChg chg="undo custSel delSld modSld modMainMaster">
      <pc:chgData name="Manuj" userId="1a07f523-e16f-486a-b610-37539cc763a0" providerId="ADAL" clId="{BADCAD8F-9DF4-483D-B37A-A884F5ACEA34}" dt="2023-12-01T07:15:15.501" v="73" actId="20577"/>
      <pc:docMkLst>
        <pc:docMk/>
      </pc:docMkLst>
      <pc:sldChg chg="addSp delSp modSp mod setBg">
        <pc:chgData name="Manuj" userId="1a07f523-e16f-486a-b610-37539cc763a0" providerId="ADAL" clId="{BADCAD8F-9DF4-483D-B37A-A884F5ACEA34}" dt="2023-11-29T11:54:10.134" v="69" actId="1076"/>
        <pc:sldMkLst>
          <pc:docMk/>
          <pc:sldMk cId="2856650110" sldId="566"/>
        </pc:sldMkLst>
      </pc:sldChg>
      <pc:sldChg chg="del setBg">
        <pc:chgData name="Manuj" userId="1a07f523-e16f-486a-b610-37539cc763a0" providerId="ADAL" clId="{BADCAD8F-9DF4-483D-B37A-A884F5ACEA34}" dt="2023-11-29T11:50:54.223" v="68" actId="47"/>
        <pc:sldMkLst>
          <pc:docMk/>
          <pc:sldMk cId="2973246647" sldId="568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247023824" sldId="572"/>
        </pc:sldMkLst>
      </pc:sldChg>
      <pc:sldChg chg="addSp delSp modSp mod setBg">
        <pc:chgData name="Manuj" userId="1a07f523-e16f-486a-b610-37539cc763a0" providerId="ADAL" clId="{BADCAD8F-9DF4-483D-B37A-A884F5ACEA34}" dt="2023-11-29T11:50:46.340" v="67"/>
        <pc:sldMkLst>
          <pc:docMk/>
          <pc:sldMk cId="3683471268" sldId="576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4028893296" sldId="577"/>
        </pc:sldMkLst>
      </pc:sldChg>
      <pc:sldChg chg="modSp mod">
        <pc:chgData name="Manuj" userId="1a07f523-e16f-486a-b610-37539cc763a0" providerId="ADAL" clId="{BADCAD8F-9DF4-483D-B37A-A884F5ACEA34}" dt="2023-12-01T07:15:15.501" v="73" actId="20577"/>
        <pc:sldMkLst>
          <pc:docMk/>
          <pc:sldMk cId="2743113738" sldId="578"/>
        </pc:sldMkLst>
      </pc:sldChg>
      <pc:sldMasterChg chg="setBg modSldLayout">
        <pc:chgData name="Manuj" userId="1a07f523-e16f-486a-b610-37539cc763a0" providerId="ADAL" clId="{BADCAD8F-9DF4-483D-B37A-A884F5ACEA34}" dt="2023-11-29T11:50:39.488" v="66"/>
        <pc:sldMasterMkLst>
          <pc:docMk/>
          <pc:sldMasterMk cId="0" sldId="2147483648"/>
        </pc:sldMasterMkLst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arvari Kulkarni" userId="S::sharvari.kulkarni@webberec.com::5f0d8fd3-c69b-459f-ac2b-0e751844282f" providerId="AD" clId="Web-{70A92EC4-85DB-69DD-AD69-6457BEB56D4A}"/>
    <pc:docChg chg="modSld">
      <pc:chgData name="Sharvari Kulkarni" userId="S::sharvari.kulkarni@webberec.com::5f0d8fd3-c69b-459f-ac2b-0e751844282f" providerId="AD" clId="Web-{70A92EC4-85DB-69DD-AD69-6457BEB56D4A}" dt="2025-02-14T05:39:50.538" v="13" actId="20577"/>
      <pc:docMkLst>
        <pc:docMk/>
      </pc:docMkLst>
      <pc:sldChg chg="modSp">
        <pc:chgData name="Sharvari Kulkarni" userId="S::sharvari.kulkarni@webberec.com::5f0d8fd3-c69b-459f-ac2b-0e751844282f" providerId="AD" clId="Web-{70A92EC4-85DB-69DD-AD69-6457BEB56D4A}" dt="2025-02-14T05:39:50.538" v="13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70A92EC4-85DB-69DD-AD69-6457BEB56D4A}" dt="2025-02-14T05:39:50.538" v="13" actId="20577"/>
          <ac:spMkLst>
            <pc:docMk/>
            <pc:sldMk cId="1054229470" sldId="581"/>
            <ac:spMk id="4" creationId="{607776AC-6D13-6EF2-4DAE-6DC747EE478E}"/>
          </ac:spMkLst>
        </pc:spChg>
      </pc:sldChg>
    </pc:docChg>
  </pc:docChgLst>
  <pc:docChgLst>
    <pc:chgData name="Manuj Agrawal" userId="8275e378daeca5b2" providerId="LiveId" clId="{CAD1D656-CB9D-4E7F-B16D-5F224DEB5C95}"/>
    <pc:docChg chg="undo custSel addSld delSld modSld sldOrd">
      <pc:chgData name="Manuj Agrawal" userId="8275e378daeca5b2" providerId="LiveId" clId="{CAD1D656-CB9D-4E7F-B16D-5F224DEB5C95}" dt="2021-12-07T12:05:28.016" v="1583" actId="20577"/>
      <pc:docMkLst>
        <pc:docMk/>
      </pc:docMkLst>
      <pc:sldChg chg="ord">
        <pc:chgData name="Manuj Agrawal" userId="8275e378daeca5b2" providerId="LiveId" clId="{CAD1D656-CB9D-4E7F-B16D-5F224DEB5C95}" dt="2021-12-05T14:57:18.409" v="183"/>
        <pc:sldMkLst>
          <pc:docMk/>
          <pc:sldMk cId="839510395" sldId="445"/>
        </pc:sldMkLst>
      </pc:sldChg>
      <pc:sldChg chg="modNotesTx">
        <pc:chgData name="Manuj Agrawal" userId="8275e378daeca5b2" providerId="LiveId" clId="{CAD1D656-CB9D-4E7F-B16D-5F224DEB5C95}" dt="2021-12-05T15:03:16.870" v="286" actId="20577"/>
        <pc:sldMkLst>
          <pc:docMk/>
          <pc:sldMk cId="1886868575" sldId="452"/>
        </pc:sldMkLst>
      </pc:sldChg>
      <pc:sldChg chg="ord">
        <pc:chgData name="Manuj Agrawal" userId="8275e378daeca5b2" providerId="LiveId" clId="{CAD1D656-CB9D-4E7F-B16D-5F224DEB5C95}" dt="2021-12-05T15:00:35.534" v="189"/>
        <pc:sldMkLst>
          <pc:docMk/>
          <pc:sldMk cId="2654572283" sldId="456"/>
        </pc:sldMkLst>
      </pc:sldChg>
      <pc:sldChg chg="modNotesTx">
        <pc:chgData name="Manuj Agrawal" userId="8275e378daeca5b2" providerId="LiveId" clId="{CAD1D656-CB9D-4E7F-B16D-5F224DEB5C95}" dt="2021-12-05T17:51:10.723" v="739" actId="20577"/>
        <pc:sldMkLst>
          <pc:docMk/>
          <pc:sldMk cId="0" sldId="462"/>
        </pc:sldMkLst>
      </pc:sldChg>
      <pc:sldChg chg="ord">
        <pc:chgData name="Manuj Agrawal" userId="8275e378daeca5b2" providerId="LiveId" clId="{CAD1D656-CB9D-4E7F-B16D-5F224DEB5C95}" dt="2021-12-05T14:57:16.171" v="181"/>
        <pc:sldMkLst>
          <pc:docMk/>
          <pc:sldMk cId="1342799671" sldId="477"/>
        </pc:sldMkLst>
      </pc:sldChg>
      <pc:sldChg chg="modNotesTx">
        <pc:chgData name="Manuj Agrawal" userId="8275e378daeca5b2" providerId="LiveId" clId="{CAD1D656-CB9D-4E7F-B16D-5F224DEB5C95}" dt="2021-12-05T15:56:00.939" v="553" actId="20577"/>
        <pc:sldMkLst>
          <pc:docMk/>
          <pc:sldMk cId="722639226" sldId="481"/>
        </pc:sldMkLst>
      </pc:sldChg>
      <pc:sldChg chg="ord">
        <pc:chgData name="Manuj Agrawal" userId="8275e378daeca5b2" providerId="LiveId" clId="{CAD1D656-CB9D-4E7F-B16D-5F224DEB5C95}" dt="2021-12-05T14:57:20.384" v="185"/>
        <pc:sldMkLst>
          <pc:docMk/>
          <pc:sldMk cId="2926853988" sldId="484"/>
        </pc:sldMkLst>
      </pc:sldChg>
      <pc:sldChg chg="modNotesTx">
        <pc:chgData name="Manuj Agrawal" userId="8275e378daeca5b2" providerId="LiveId" clId="{CAD1D656-CB9D-4E7F-B16D-5F224DEB5C95}" dt="2021-12-06T04:31:35.805" v="749" actId="20577"/>
        <pc:sldMkLst>
          <pc:docMk/>
          <pc:sldMk cId="2413752973" sldId="486"/>
        </pc:sldMkLst>
      </pc:sldChg>
      <pc:sldChg chg="modNotesTx">
        <pc:chgData name="Manuj Agrawal" userId="8275e378daeca5b2" providerId="LiveId" clId="{CAD1D656-CB9D-4E7F-B16D-5F224DEB5C95}" dt="2021-12-05T15:31:52.886" v="529" actId="20577"/>
        <pc:sldMkLst>
          <pc:docMk/>
          <pc:sldMk cId="57572407" sldId="488"/>
        </pc:sldMkLst>
      </pc:sldChg>
      <pc:sldChg chg="ord">
        <pc:chgData name="Manuj Agrawal" userId="8275e378daeca5b2" providerId="LiveId" clId="{CAD1D656-CB9D-4E7F-B16D-5F224DEB5C95}" dt="2021-12-05T15:00:51.749" v="191"/>
        <pc:sldMkLst>
          <pc:docMk/>
          <pc:sldMk cId="3773446992" sldId="490"/>
        </pc:sldMkLst>
      </pc:sldChg>
      <pc:sldChg chg="modNotesTx">
        <pc:chgData name="Manuj Agrawal" userId="8275e378daeca5b2" providerId="LiveId" clId="{CAD1D656-CB9D-4E7F-B16D-5F224DEB5C95}" dt="2021-12-05T15:06:31.192" v="306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CAD1D656-CB9D-4E7F-B16D-5F224DEB5C95}" dt="2021-12-05T17:29:53.249" v="720" actId="1076"/>
        <pc:sldMkLst>
          <pc:docMk/>
          <pc:sldMk cId="3558071778" sldId="508"/>
        </pc:sldMkLst>
      </pc:sldChg>
      <pc:sldChg chg="addSp delSp modSp mod modNotesTx">
        <pc:chgData name="Manuj Agrawal" userId="8275e378daeca5b2" providerId="LiveId" clId="{CAD1D656-CB9D-4E7F-B16D-5F224DEB5C95}" dt="2021-12-06T04:38:37.191" v="1020" actId="20577"/>
        <pc:sldMkLst>
          <pc:docMk/>
          <pc:sldMk cId="2864457999" sldId="513"/>
        </pc:sldMkLst>
      </pc:sldChg>
      <pc:sldChg chg="modNotesTx">
        <pc:chgData name="Manuj Agrawal" userId="8275e378daeca5b2" providerId="LiveId" clId="{CAD1D656-CB9D-4E7F-B16D-5F224DEB5C95}" dt="2021-12-05T16:39:40.165" v="615" actId="20577"/>
        <pc:sldMkLst>
          <pc:docMk/>
          <pc:sldMk cId="3900484488" sldId="514"/>
        </pc:sldMkLst>
      </pc:sldChg>
      <pc:sldChg chg="modNotesTx">
        <pc:chgData name="Manuj Agrawal" userId="8275e378daeca5b2" providerId="LiveId" clId="{CAD1D656-CB9D-4E7F-B16D-5F224DEB5C95}" dt="2021-12-05T15:24:08.153" v="507" actId="20577"/>
        <pc:sldMkLst>
          <pc:docMk/>
          <pc:sldMk cId="3115088553" sldId="515"/>
        </pc:sldMkLst>
      </pc:sldChg>
      <pc:sldChg chg="delSp mod">
        <pc:chgData name="Manuj Agrawal" userId="8275e378daeca5b2" providerId="LiveId" clId="{CAD1D656-CB9D-4E7F-B16D-5F224DEB5C95}" dt="2021-12-05T14:44:59.381" v="1" actId="478"/>
        <pc:sldMkLst>
          <pc:docMk/>
          <pc:sldMk cId="3398521564" sldId="516"/>
        </pc:sldMkLst>
      </pc:sldChg>
      <pc:sldChg chg="modSp mod modNotesTx">
        <pc:chgData name="Manuj Agrawal" userId="8275e378daeca5b2" providerId="LiveId" clId="{CAD1D656-CB9D-4E7F-B16D-5F224DEB5C95}" dt="2021-12-05T15:58:13.602" v="583" actId="20577"/>
        <pc:sldMkLst>
          <pc:docMk/>
          <pc:sldMk cId="3154999266" sldId="517"/>
        </pc:sldMkLst>
      </pc:sldChg>
      <pc:sldChg chg="addSp delSp modSp add del mod ord">
        <pc:chgData name="Manuj Agrawal" userId="8275e378daeca5b2" providerId="LiveId" clId="{CAD1D656-CB9D-4E7F-B16D-5F224DEB5C95}" dt="2021-12-07T12:03:23.741" v="1551" actId="2696"/>
        <pc:sldMkLst>
          <pc:docMk/>
          <pc:sldMk cId="521510036" sldId="518"/>
        </pc:sldMkLst>
      </pc:sldChg>
      <pc:sldChg chg="addSp delSp modSp add del mod">
        <pc:chgData name="Manuj Agrawal" userId="8275e378daeca5b2" providerId="LiveId" clId="{CAD1D656-CB9D-4E7F-B16D-5F224DEB5C95}" dt="2021-12-07T12:03:27.413" v="1553" actId="2696"/>
        <pc:sldMkLst>
          <pc:docMk/>
          <pc:sldMk cId="3654469253" sldId="519"/>
        </pc:sldMkLst>
      </pc:sldChg>
      <pc:sldChg chg="addSp delSp modSp add mod ord">
        <pc:chgData name="Manuj Agrawal" userId="8275e378daeca5b2" providerId="LiveId" clId="{CAD1D656-CB9D-4E7F-B16D-5F224DEB5C95}" dt="2021-12-07T12:05:28.016" v="1583" actId="20577"/>
        <pc:sldMkLst>
          <pc:docMk/>
          <pc:sldMk cId="2963754046" sldId="520"/>
        </pc:sldMkLst>
      </pc:sldChg>
      <pc:sldChg chg="add del">
        <pc:chgData name="Manuj Agrawal" userId="8275e378daeca5b2" providerId="LiveId" clId="{CAD1D656-CB9D-4E7F-B16D-5F224DEB5C95}" dt="2021-12-07T12:03:29.166" v="1554" actId="2696"/>
        <pc:sldMkLst>
          <pc:docMk/>
          <pc:sldMk cId="3442152487" sldId="521"/>
        </pc:sldMkLst>
      </pc:sldChg>
    </pc:docChg>
  </pc:docChgLst>
  <pc:docChgLst>
    <pc:chgData name="Manuj Agrawal" userId="8275e378daeca5b2" providerId="LiveId" clId="{29437932-B395-4DB7-AB2D-1B18267F09C9}"/>
    <pc:docChg chg="undo redo custSel addSld delSld modSld">
      <pc:chgData name="Manuj Agrawal" userId="8275e378daeca5b2" providerId="LiveId" clId="{29437932-B395-4DB7-AB2D-1B18267F09C9}" dt="2021-12-15T10:38:31.261" v="210" actId="2696"/>
      <pc:docMkLst>
        <pc:docMk/>
      </pc:docMkLst>
      <pc:sldChg chg="modSp mod">
        <pc:chgData name="Manuj Agrawal" userId="8275e378daeca5b2" providerId="LiveId" clId="{29437932-B395-4DB7-AB2D-1B18267F09C9}" dt="2021-12-10T09:53:27.018" v="1" actId="15"/>
        <pc:sldMkLst>
          <pc:docMk/>
          <pc:sldMk cId="4132242691" sldId="439"/>
        </pc:sldMkLst>
      </pc:sldChg>
      <pc:sldChg chg="addSp delSp modSp mod">
        <pc:chgData name="Manuj Agrawal" userId="8275e378daeca5b2" providerId="LiveId" clId="{29437932-B395-4DB7-AB2D-1B18267F09C9}" dt="2021-12-15T10:20:55.370" v="209" actId="1076"/>
        <pc:sldMkLst>
          <pc:docMk/>
          <pc:sldMk cId="57572407" sldId="488"/>
        </pc:sldMkLst>
      </pc:sldChg>
      <pc:sldChg chg="modSp mod">
        <pc:chgData name="Manuj Agrawal" userId="8275e378daeca5b2" providerId="LiveId" clId="{29437932-B395-4DB7-AB2D-1B18267F09C9}" dt="2021-12-10T09:55:12.857" v="7" actId="14734"/>
        <pc:sldMkLst>
          <pc:docMk/>
          <pc:sldMk cId="2332114638" sldId="503"/>
        </pc:sldMkLst>
      </pc:sldChg>
      <pc:sldChg chg="modSp mod">
        <pc:chgData name="Manuj Agrawal" userId="8275e378daeca5b2" providerId="LiveId" clId="{29437932-B395-4DB7-AB2D-1B18267F09C9}" dt="2021-12-10T10:01:49.593" v="8" actId="20577"/>
        <pc:sldMkLst>
          <pc:docMk/>
          <pc:sldMk cId="3558071778" sldId="508"/>
        </pc:sldMkLst>
      </pc:sldChg>
      <pc:sldChg chg="add del">
        <pc:chgData name="Manuj Agrawal" userId="8275e378daeca5b2" providerId="LiveId" clId="{29437932-B395-4DB7-AB2D-1B18267F09C9}" dt="2021-12-15T10:38:31.261" v="210" actId="2696"/>
        <pc:sldMkLst>
          <pc:docMk/>
          <pc:sldMk cId="318292583" sldId="529"/>
        </pc:sldMkLst>
      </pc:sldChg>
    </pc:docChg>
  </pc:docChgLst>
  <pc:docChgLst>
    <pc:chgData name="Manuj" userId="1a07f523-e16f-486a-b610-37539cc763a0" providerId="ADAL" clId="{27A32ECD-9F8C-4400-AAEE-29685126C1F2}"/>
    <pc:docChg chg="undo custSel addSld delSld modSld">
      <pc:chgData name="Manuj" userId="1a07f523-e16f-486a-b610-37539cc763a0" providerId="ADAL" clId="{27A32ECD-9F8C-4400-AAEE-29685126C1F2}" dt="2023-07-26T08:45:11.102" v="814" actId="47"/>
      <pc:docMkLst>
        <pc:docMk/>
      </pc:docMkLst>
      <pc:sldChg chg="setBg">
        <pc:chgData name="Manuj" userId="1a07f523-e16f-486a-b610-37539cc763a0" providerId="ADAL" clId="{27A32ECD-9F8C-4400-AAEE-29685126C1F2}" dt="2023-06-12T08:28:01.191" v="706"/>
        <pc:sldMkLst>
          <pc:docMk/>
          <pc:sldMk cId="505145951" sldId="551"/>
        </pc:sldMkLst>
      </pc:sldChg>
      <pc:sldChg chg="modSp mod setBg">
        <pc:chgData name="Manuj" userId="1a07f523-e16f-486a-b610-37539cc763a0" providerId="ADAL" clId="{27A32ECD-9F8C-4400-AAEE-29685126C1F2}" dt="2023-06-12T08:27:25.071" v="700"/>
        <pc:sldMkLst>
          <pc:docMk/>
          <pc:sldMk cId="2191335115" sldId="556"/>
        </pc:sldMkLst>
      </pc:sldChg>
      <pc:sldChg chg="del setBg">
        <pc:chgData name="Manuj" userId="1a07f523-e16f-486a-b610-37539cc763a0" providerId="ADAL" clId="{27A32ECD-9F8C-4400-AAEE-29685126C1F2}" dt="2023-07-26T08:45:11.102" v="814" actId="47"/>
        <pc:sldMkLst>
          <pc:docMk/>
          <pc:sldMk cId="2719421991" sldId="565"/>
        </pc:sldMkLst>
      </pc:sldChg>
      <pc:sldChg chg="delSp modSp mod">
        <pc:chgData name="Manuj" userId="1a07f523-e16f-486a-b610-37539cc763a0" providerId="ADAL" clId="{27A32ECD-9F8C-4400-AAEE-29685126C1F2}" dt="2023-06-12T08:26:25.555" v="699" actId="1037"/>
        <pc:sldMkLst>
          <pc:docMk/>
          <pc:sldMk cId="2973246647" sldId="568"/>
        </pc:sldMkLst>
      </pc:sldChg>
      <pc:sldChg chg="setBg">
        <pc:chgData name="Manuj" userId="1a07f523-e16f-486a-b610-37539cc763a0" providerId="ADAL" clId="{27A32ECD-9F8C-4400-AAEE-29685126C1F2}" dt="2023-06-12T08:28:05.655" v="707"/>
        <pc:sldMkLst>
          <pc:docMk/>
          <pc:sldMk cId="4106624454" sldId="569"/>
        </pc:sldMkLst>
      </pc:sldChg>
      <pc:sldChg chg="modSp mod setBg">
        <pc:chgData name="Manuj" userId="1a07f523-e16f-486a-b610-37539cc763a0" providerId="ADAL" clId="{27A32ECD-9F8C-4400-AAEE-29685126C1F2}" dt="2023-06-12T08:27:47.601" v="703"/>
        <pc:sldMkLst>
          <pc:docMk/>
          <pc:sldMk cId="3324685487" sldId="571"/>
        </pc:sldMkLst>
      </pc:sldChg>
      <pc:sldChg chg="addSp delSp modSp mod setBg">
        <pc:chgData name="Manuj" userId="1a07f523-e16f-486a-b610-37539cc763a0" providerId="ADAL" clId="{27A32ECD-9F8C-4400-AAEE-29685126C1F2}" dt="2023-06-12T08:27:58.105" v="705"/>
        <pc:sldMkLst>
          <pc:docMk/>
          <pc:sldMk cId="247023824" sldId="572"/>
        </pc:sldMkLst>
      </pc:sldChg>
      <pc:sldChg chg="addSp delSp modSp del mod">
        <pc:chgData name="Manuj" userId="1a07f523-e16f-486a-b610-37539cc763a0" providerId="ADAL" clId="{27A32ECD-9F8C-4400-AAEE-29685126C1F2}" dt="2023-06-12T08:17:16.230" v="273" actId="2696"/>
        <pc:sldMkLst>
          <pc:docMk/>
          <pc:sldMk cId="2876836253" sldId="573"/>
        </pc:sldMkLst>
      </pc:sldChg>
      <pc:sldChg chg="addSp delSp modSp mod">
        <pc:chgData name="Manuj" userId="1a07f523-e16f-486a-b610-37539cc763a0" providerId="ADAL" clId="{27A32ECD-9F8C-4400-AAEE-29685126C1F2}" dt="2023-06-12T08:23:28.875" v="455" actId="1035"/>
        <pc:sldMkLst>
          <pc:docMk/>
          <pc:sldMk cId="744809073" sldId="574"/>
        </pc:sldMkLst>
      </pc:sldChg>
      <pc:sldChg chg="add">
        <pc:chgData name="Manuj" userId="1a07f523-e16f-486a-b610-37539cc763a0" providerId="ADAL" clId="{27A32ECD-9F8C-4400-AAEE-29685126C1F2}" dt="2023-07-26T08:45:08.958" v="813"/>
        <pc:sldMkLst>
          <pc:docMk/>
          <pc:sldMk cId="3683471268" sldId="576"/>
        </pc:sldMkLst>
      </pc:sldChg>
    </pc:docChg>
  </pc:docChgLst>
  <pc:docChgLst>
    <pc:chgData name="Manuj Agrawal" userId="8275e378daeca5b2" providerId="LiveId" clId="{2726041D-E080-4119-AE20-60AD3CBBE6AA}"/>
    <pc:docChg chg="undo custSel addSld delSld modSld">
      <pc:chgData name="Manuj Agrawal" userId="8275e378daeca5b2" providerId="LiveId" clId="{2726041D-E080-4119-AE20-60AD3CBBE6AA}" dt="2021-12-20T17:37:59.732" v="1833" actId="47"/>
      <pc:docMkLst>
        <pc:docMk/>
      </pc:docMkLst>
      <pc:sldChg chg="del">
        <pc:chgData name="Manuj Agrawal" userId="8275e378daeca5b2" providerId="LiveId" clId="{2726041D-E080-4119-AE20-60AD3CBBE6AA}" dt="2021-12-20T14:38:53.385" v="1067" actId="47"/>
        <pc:sldMkLst>
          <pc:docMk/>
          <pc:sldMk cId="3154999266" sldId="517"/>
        </pc:sldMkLst>
      </pc:sldChg>
      <pc:sldChg chg="modSp mod">
        <pc:chgData name="Manuj Agrawal" userId="8275e378daeca5b2" providerId="LiveId" clId="{2726041D-E080-4119-AE20-60AD3CBBE6AA}" dt="2021-12-20T17:17:33.078" v="1452" actId="20577"/>
        <pc:sldMkLst>
          <pc:docMk/>
          <pc:sldMk cId="1737797681" sldId="531"/>
        </pc:sldMkLst>
      </pc:sldChg>
      <pc:sldChg chg="modSp mod">
        <pc:chgData name="Manuj Agrawal" userId="8275e378daeca5b2" providerId="LiveId" clId="{2726041D-E080-4119-AE20-60AD3CBBE6AA}" dt="2021-12-20T14:39:27.598" v="107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726041D-E080-4119-AE20-60AD3CBBE6AA}" dt="2021-12-20T15:21:22.210" v="1307" actId="20577"/>
        <pc:sldMkLst>
          <pc:docMk/>
          <pc:sldMk cId="1146830387" sldId="541"/>
        </pc:sldMkLst>
      </pc:sldChg>
      <pc:sldChg chg="modSp mod">
        <pc:chgData name="Manuj Agrawal" userId="8275e378daeca5b2" providerId="LiveId" clId="{2726041D-E080-4119-AE20-60AD3CBBE6AA}" dt="2021-12-20T14:40:49.771" v="1075" actId="20577"/>
        <pc:sldMkLst>
          <pc:docMk/>
          <pc:sldMk cId="1213225221" sldId="546"/>
        </pc:sldMkLst>
      </pc:sldChg>
      <pc:sldChg chg="modSp del mod">
        <pc:chgData name="Manuj Agrawal" userId="8275e378daeca5b2" providerId="LiveId" clId="{2726041D-E080-4119-AE20-60AD3CBBE6AA}" dt="2021-12-20T17:37:59.732" v="1833" actId="47"/>
        <pc:sldMkLst>
          <pc:docMk/>
          <pc:sldMk cId="286348938" sldId="548"/>
        </pc:sldMkLst>
      </pc:sldChg>
      <pc:sldChg chg="addSp delSp modSp del mod modNotesTx">
        <pc:chgData name="Manuj Agrawal" userId="8275e378daeca5b2" providerId="LiveId" clId="{2726041D-E080-4119-AE20-60AD3CBBE6AA}" dt="2021-12-20T17:30:40.288" v="1826" actId="47"/>
        <pc:sldMkLst>
          <pc:docMk/>
          <pc:sldMk cId="2505042578" sldId="549"/>
        </pc:sldMkLst>
      </pc:sldChg>
      <pc:sldChg chg="addSp delSp modSp add mod">
        <pc:chgData name="Manuj Agrawal" userId="8275e378daeca5b2" providerId="LiveId" clId="{2726041D-E080-4119-AE20-60AD3CBBE6AA}" dt="2021-12-20T17:30:10.071" v="1825" actId="207"/>
        <pc:sldMkLst>
          <pc:docMk/>
          <pc:sldMk cId="3840176979" sldId="550"/>
        </pc:sldMkLst>
      </pc:sldChg>
      <pc:sldChg chg="modSp add mod">
        <pc:chgData name="Manuj Agrawal" userId="8275e378daeca5b2" providerId="LiveId" clId="{2726041D-E080-4119-AE20-60AD3CBBE6AA}" dt="2021-12-20T17:37:46.761" v="1832" actId="1076"/>
        <pc:sldMkLst>
          <pc:docMk/>
          <pc:sldMk cId="505145951" sldId="551"/>
        </pc:sldMkLst>
      </pc:sldChg>
    </pc:docChg>
  </pc:docChgLst>
  <pc:docChgLst>
    <pc:chgData name="Manuj Agrawal" userId="8275e378daeca5b2" providerId="LiveId" clId="{2F60D5BF-92F3-42BD-887B-00C76973D974}"/>
    <pc:docChg chg="undo custSel addSld delSld modSld sldOrd">
      <pc:chgData name="Manuj Agrawal" userId="8275e378daeca5b2" providerId="LiveId" clId="{2F60D5BF-92F3-42BD-887B-00C76973D974}" dt="2021-12-16T14:22:54.111" v="5087" actId="1076"/>
      <pc:docMkLst>
        <pc:docMk/>
      </pc:docMkLst>
      <pc:sldChg chg="del">
        <pc:chgData name="Manuj Agrawal" userId="8275e378daeca5b2" providerId="LiveId" clId="{2F60D5BF-92F3-42BD-887B-00C76973D974}" dt="2021-12-15T13:12:57.119" v="437" actId="47"/>
        <pc:sldMkLst>
          <pc:docMk/>
          <pc:sldMk cId="4132242691" sldId="439"/>
        </pc:sldMkLst>
      </pc:sldChg>
      <pc:sldChg chg="del">
        <pc:chgData name="Manuj Agrawal" userId="8275e378daeca5b2" providerId="LiveId" clId="{2F60D5BF-92F3-42BD-887B-00C76973D974}" dt="2021-12-15T13:35:44.622" v="628" actId="47"/>
        <pc:sldMkLst>
          <pc:docMk/>
          <pc:sldMk cId="2924652405" sldId="446"/>
        </pc:sldMkLst>
      </pc:sldChg>
      <pc:sldChg chg="modSp mod">
        <pc:chgData name="Manuj Agrawal" userId="8275e378daeca5b2" providerId="LiveId" clId="{2F60D5BF-92F3-42BD-887B-00C76973D974}" dt="2021-12-16T13:22:47.901" v="4876" actId="20577"/>
        <pc:sldMkLst>
          <pc:docMk/>
          <pc:sldMk cId="1886868575" sldId="452"/>
        </pc:sldMkLst>
      </pc:sldChg>
      <pc:sldChg chg="addSp modSp mod">
        <pc:chgData name="Manuj Agrawal" userId="8275e378daeca5b2" providerId="LiveId" clId="{2F60D5BF-92F3-42BD-887B-00C76973D974}" dt="2021-12-16T09:13:13.475" v="1502" actId="1076"/>
        <pc:sldMkLst>
          <pc:docMk/>
          <pc:sldMk cId="2654572283" sldId="456"/>
        </pc:sldMkLst>
      </pc:sldChg>
      <pc:sldChg chg="del">
        <pc:chgData name="Manuj Agrawal" userId="8275e378daeca5b2" providerId="LiveId" clId="{2F60D5BF-92F3-42BD-887B-00C76973D974}" dt="2021-12-15T13:35:40.375" v="626" actId="47"/>
        <pc:sldMkLst>
          <pc:docMk/>
          <pc:sldMk cId="3706521388" sldId="468"/>
        </pc:sldMkLst>
      </pc:sldChg>
      <pc:sldChg chg="del">
        <pc:chgData name="Manuj Agrawal" userId="8275e378daeca5b2" providerId="LiveId" clId="{2F60D5BF-92F3-42BD-887B-00C76973D974}" dt="2021-12-15T13:28:29.513" v="577" actId="47"/>
        <pc:sldMkLst>
          <pc:docMk/>
          <pc:sldMk cId="4070165547" sldId="472"/>
        </pc:sldMkLst>
      </pc:sldChg>
      <pc:sldChg chg="addSp delSp modSp mod ord setBg">
        <pc:chgData name="Manuj Agrawal" userId="8275e378daeca5b2" providerId="LiveId" clId="{2F60D5BF-92F3-42BD-887B-00C76973D974}" dt="2021-12-16T12:22:29.756" v="4342"/>
        <pc:sldMkLst>
          <pc:docMk/>
          <pc:sldMk cId="722639226" sldId="481"/>
        </pc:sldMkLst>
      </pc:sldChg>
      <pc:sldChg chg="add del">
        <pc:chgData name="Manuj Agrawal" userId="8275e378daeca5b2" providerId="LiveId" clId="{2F60D5BF-92F3-42BD-887B-00C76973D974}" dt="2021-12-16T09:54:02.958" v="2504" actId="47"/>
        <pc:sldMkLst>
          <pc:docMk/>
          <pc:sldMk cId="321808071" sldId="485"/>
        </pc:sldMkLst>
      </pc:sldChg>
      <pc:sldChg chg="modSp mod setBg">
        <pc:chgData name="Manuj Agrawal" userId="8275e378daeca5b2" providerId="LiveId" clId="{2F60D5BF-92F3-42BD-887B-00C76973D974}" dt="2021-12-16T12:49:51.734" v="4843" actId="1076"/>
        <pc:sldMkLst>
          <pc:docMk/>
          <pc:sldMk cId="2413752973" sldId="486"/>
        </pc:sldMkLst>
      </pc:sldChg>
      <pc:sldChg chg="addSp modSp del mod setBg">
        <pc:chgData name="Manuj Agrawal" userId="8275e378daeca5b2" providerId="LiveId" clId="{2F60D5BF-92F3-42BD-887B-00C76973D974}" dt="2021-12-16T09:54:06.946" v="2505" actId="47"/>
        <pc:sldMkLst>
          <pc:docMk/>
          <pc:sldMk cId="1954424249" sldId="487"/>
        </pc:sldMkLst>
      </pc:sldChg>
      <pc:sldChg chg="delSp modSp del mod setBg">
        <pc:chgData name="Manuj Agrawal" userId="8275e378daeca5b2" providerId="LiveId" clId="{2F60D5BF-92F3-42BD-887B-00C76973D974}" dt="2021-12-16T12:44:59.991" v="4833" actId="47"/>
        <pc:sldMkLst>
          <pc:docMk/>
          <pc:sldMk cId="57572407" sldId="488"/>
        </pc:sldMkLst>
      </pc:sldChg>
      <pc:sldChg chg="del">
        <pc:chgData name="Manuj Agrawal" userId="8275e378daeca5b2" providerId="LiveId" clId="{2F60D5BF-92F3-42BD-887B-00C76973D974}" dt="2021-12-15T13:35:41.526" v="627" actId="47"/>
        <pc:sldMkLst>
          <pc:docMk/>
          <pc:sldMk cId="3773446992" sldId="490"/>
        </pc:sldMkLst>
      </pc:sldChg>
      <pc:sldChg chg="addSp delSp modSp mod ord setBg">
        <pc:chgData name="Manuj Agrawal" userId="8275e378daeca5b2" providerId="LiveId" clId="{2F60D5BF-92F3-42BD-887B-00C76973D974}" dt="2021-12-16T13:32:52.450" v="4991" actId="1076"/>
        <pc:sldMkLst>
          <pc:docMk/>
          <pc:sldMk cId="2332114638" sldId="503"/>
        </pc:sldMkLst>
      </pc:sldChg>
      <pc:sldChg chg="addSp delSp modSp del mod ord setBg">
        <pc:chgData name="Manuj Agrawal" userId="8275e378daeca5b2" providerId="LiveId" clId="{2F60D5BF-92F3-42BD-887B-00C76973D974}" dt="2021-12-16T13:55:49.209" v="5077" actId="47"/>
        <pc:sldMkLst>
          <pc:docMk/>
          <pc:sldMk cId="1614889212" sldId="505"/>
        </pc:sldMkLst>
      </pc:sldChg>
      <pc:sldChg chg="addSp delSp modSp mod setBg">
        <pc:chgData name="Manuj Agrawal" userId="8275e378daeca5b2" providerId="LiveId" clId="{2F60D5BF-92F3-42BD-887B-00C76973D974}" dt="2021-12-16T13:52:01.545" v="5059" actId="1076"/>
        <pc:sldMkLst>
          <pc:docMk/>
          <pc:sldMk cId="3922207980" sldId="506"/>
        </pc:sldMkLst>
      </pc:sldChg>
      <pc:sldChg chg="modSp del mod">
        <pc:chgData name="Manuj Agrawal" userId="8275e378daeca5b2" providerId="LiveId" clId="{2F60D5BF-92F3-42BD-887B-00C76973D974}" dt="2021-12-15T13:18:56.786" v="519" actId="47"/>
        <pc:sldMkLst>
          <pc:docMk/>
          <pc:sldMk cId="3558071778" sldId="508"/>
        </pc:sldMkLst>
      </pc:sldChg>
      <pc:sldChg chg="modSp mod setBg">
        <pc:chgData name="Manuj Agrawal" userId="8275e378daeca5b2" providerId="LiveId" clId="{2F60D5BF-92F3-42BD-887B-00C76973D974}" dt="2021-12-16T12:51:01.279" v="4844" actId="403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2F60D5BF-92F3-42BD-887B-00C76973D974}" dt="2021-12-15T13:18:57.665" v="520" actId="47"/>
        <pc:sldMkLst>
          <pc:docMk/>
          <pc:sldMk cId="2864755014" sldId="510"/>
        </pc:sldMkLst>
      </pc:sldChg>
      <pc:sldChg chg="del">
        <pc:chgData name="Manuj Agrawal" userId="8275e378daeca5b2" providerId="LiveId" clId="{2F60D5BF-92F3-42BD-887B-00C76973D974}" dt="2021-12-15T13:28:30.535" v="578" actId="47"/>
        <pc:sldMkLst>
          <pc:docMk/>
          <pc:sldMk cId="2155742826" sldId="511"/>
        </pc:sldMkLst>
      </pc:sldChg>
      <pc:sldChg chg="del">
        <pc:chgData name="Manuj Agrawal" userId="8275e378daeca5b2" providerId="LiveId" clId="{2F60D5BF-92F3-42BD-887B-00C76973D974}" dt="2021-12-15T13:28:31.642" v="579" actId="47"/>
        <pc:sldMkLst>
          <pc:docMk/>
          <pc:sldMk cId="320115848" sldId="512"/>
        </pc:sldMkLst>
      </pc:sldChg>
      <pc:sldChg chg="del">
        <pc:chgData name="Manuj Agrawal" userId="8275e378daeca5b2" providerId="LiveId" clId="{2F60D5BF-92F3-42BD-887B-00C76973D974}" dt="2021-12-15T13:35:36.609" v="624" actId="47"/>
        <pc:sldMkLst>
          <pc:docMk/>
          <pc:sldMk cId="2864457999" sldId="513"/>
        </pc:sldMkLst>
      </pc:sldChg>
      <pc:sldChg chg="del">
        <pc:chgData name="Manuj Agrawal" userId="8275e378daeca5b2" providerId="LiveId" clId="{2F60D5BF-92F3-42BD-887B-00C76973D974}" dt="2021-12-15T13:12:54.873" v="436" actId="47"/>
        <pc:sldMkLst>
          <pc:docMk/>
          <pc:sldMk cId="3900484488" sldId="514"/>
        </pc:sldMkLst>
      </pc:sldChg>
      <pc:sldChg chg="del">
        <pc:chgData name="Manuj Agrawal" userId="8275e378daeca5b2" providerId="LiveId" clId="{2F60D5BF-92F3-42BD-887B-00C76973D974}" dt="2021-12-15T13:18:59.089" v="521" actId="47"/>
        <pc:sldMkLst>
          <pc:docMk/>
          <pc:sldMk cId="3398521564" sldId="516"/>
        </pc:sldMkLst>
      </pc:sldChg>
      <pc:sldChg chg="del">
        <pc:chgData name="Manuj Agrawal" userId="8275e378daeca5b2" providerId="LiveId" clId="{2F60D5BF-92F3-42BD-887B-00C76973D974}" dt="2021-12-15T13:35:38.917" v="625" actId="47"/>
        <pc:sldMkLst>
          <pc:docMk/>
          <pc:sldMk cId="3154999266" sldId="517"/>
        </pc:sldMkLst>
      </pc:sldChg>
      <pc:sldChg chg="addSp delSp modSp add del mod">
        <pc:chgData name="Manuj Agrawal" userId="8275e378daeca5b2" providerId="LiveId" clId="{2F60D5BF-92F3-42BD-887B-00C76973D974}" dt="2021-12-16T07:18:59.191" v="1174" actId="47"/>
        <pc:sldMkLst>
          <pc:docMk/>
          <pc:sldMk cId="1872303264" sldId="521"/>
        </pc:sldMkLst>
      </pc:sldChg>
      <pc:sldChg chg="modSp del mod setBg">
        <pc:chgData name="Manuj Agrawal" userId="8275e378daeca5b2" providerId="LiveId" clId="{2F60D5BF-92F3-42BD-887B-00C76973D974}" dt="2021-12-16T11:28:51.741" v="4155" actId="47"/>
        <pc:sldMkLst>
          <pc:docMk/>
          <pc:sldMk cId="4275699470" sldId="522"/>
        </pc:sldMkLst>
      </pc:sldChg>
      <pc:sldChg chg="del">
        <pc:chgData name="Manuj Agrawal" userId="8275e378daeca5b2" providerId="LiveId" clId="{2F60D5BF-92F3-42BD-887B-00C76973D974}" dt="2021-12-15T13:12:58.499" v="438" actId="47"/>
        <pc:sldMkLst>
          <pc:docMk/>
          <pc:sldMk cId="497741117" sldId="523"/>
        </pc:sldMkLst>
      </pc:sldChg>
      <pc:sldChg chg="del">
        <pc:chgData name="Manuj Agrawal" userId="8275e378daeca5b2" providerId="LiveId" clId="{2F60D5BF-92F3-42BD-887B-00C76973D974}" dt="2021-12-15T13:19:07.012" v="522" actId="47"/>
        <pc:sldMkLst>
          <pc:docMk/>
          <pc:sldMk cId="1786916546" sldId="524"/>
        </pc:sldMkLst>
      </pc:sldChg>
      <pc:sldChg chg="delSp modSp add mod ord setBg">
        <pc:chgData name="Manuj Agrawal" userId="8275e378daeca5b2" providerId="LiveId" clId="{2F60D5BF-92F3-42BD-887B-00C76973D974}" dt="2021-12-16T14:22:54.111" v="5087" actId="1076"/>
        <pc:sldMkLst>
          <pc:docMk/>
          <pc:sldMk cId="4219030133" sldId="526"/>
        </pc:sldMkLst>
      </pc:sldChg>
      <pc:sldChg chg="addSp delSp modSp del mod setBg">
        <pc:chgData name="Manuj Agrawal" userId="8275e378daeca5b2" providerId="LiveId" clId="{2F60D5BF-92F3-42BD-887B-00C76973D974}" dt="2021-12-16T07:12:16.685" v="1107" actId="47"/>
        <pc:sldMkLst>
          <pc:docMk/>
          <pc:sldMk cId="1977399299" sldId="528"/>
        </pc:sldMkLst>
      </pc:sldChg>
      <pc:sldChg chg="modSp add del mod setBg">
        <pc:chgData name="Manuj Agrawal" userId="8275e378daeca5b2" providerId="LiveId" clId="{2F60D5BF-92F3-42BD-887B-00C76973D974}" dt="2021-12-15T13:31:38.737" v="588" actId="47"/>
        <pc:sldMkLst>
          <pc:docMk/>
          <pc:sldMk cId="14582039" sldId="529"/>
        </pc:sldMkLst>
      </pc:sldChg>
      <pc:sldChg chg="addSp delSp modSp add del mod">
        <pc:chgData name="Manuj Agrawal" userId="8275e378daeca5b2" providerId="LiveId" clId="{2F60D5BF-92F3-42BD-887B-00C76973D974}" dt="2021-12-15T12:21:34.339" v="51" actId="2696"/>
        <pc:sldMkLst>
          <pc:docMk/>
          <pc:sldMk cId="44522625" sldId="529"/>
        </pc:sldMkLst>
      </pc:sldChg>
      <pc:sldChg chg="addSp delSp modSp add del mod">
        <pc:chgData name="Manuj Agrawal" userId="8275e378daeca5b2" providerId="LiveId" clId="{2F60D5BF-92F3-42BD-887B-00C76973D974}" dt="2021-12-15T14:22:06.142" v="914" actId="47"/>
        <pc:sldMkLst>
          <pc:docMk/>
          <pc:sldMk cId="287594627" sldId="529"/>
        </pc:sldMkLst>
      </pc:sldChg>
      <pc:sldChg chg="addSp modSp mod">
        <pc:chgData name="Manuj Agrawal" userId="8275e378daeca5b2" providerId="LiveId" clId="{2F60D5BF-92F3-42BD-887B-00C76973D974}" dt="2021-12-16T09:54:44.380" v="2515" actId="1076"/>
        <pc:sldMkLst>
          <pc:docMk/>
          <pc:sldMk cId="2137804776" sldId="529"/>
        </pc:sldMkLst>
      </pc:sldChg>
      <pc:sldChg chg="addSp delSp modSp add mod ord">
        <pc:chgData name="Manuj Agrawal" userId="8275e378daeca5b2" providerId="LiveId" clId="{2F60D5BF-92F3-42BD-887B-00C76973D974}" dt="2021-12-16T13:49:54.403" v="5058" actId="20578"/>
        <pc:sldMkLst>
          <pc:docMk/>
          <pc:sldMk cId="7716307" sldId="530"/>
        </pc:sldMkLst>
      </pc:sldChg>
      <pc:sldChg chg="addSp delSp modSp add del mod">
        <pc:chgData name="Manuj Agrawal" userId="8275e378daeca5b2" providerId="LiveId" clId="{2F60D5BF-92F3-42BD-887B-00C76973D974}" dt="2021-12-16T07:07:17.302" v="1050" actId="47"/>
        <pc:sldMkLst>
          <pc:docMk/>
          <pc:sldMk cId="2313709870" sldId="530"/>
        </pc:sldMkLst>
      </pc:sldChg>
      <pc:sldChg chg="addSp delSp modSp add mod ord">
        <pc:chgData name="Manuj Agrawal" userId="8275e378daeca5b2" providerId="LiveId" clId="{2F60D5BF-92F3-42BD-887B-00C76973D974}" dt="2021-12-16T14:10:43.041" v="5086" actId="1076"/>
        <pc:sldMkLst>
          <pc:docMk/>
          <pc:sldMk cId="1737797681" sldId="531"/>
        </pc:sldMkLst>
      </pc:sldChg>
      <pc:sldChg chg="addSp delSp modSp add mod ord">
        <pc:chgData name="Manuj Agrawal" userId="8275e378daeca5b2" providerId="LiveId" clId="{2F60D5BF-92F3-42BD-887B-00C76973D974}" dt="2021-12-16T13:32:09.044" v="4990" actId="20577"/>
        <pc:sldMkLst>
          <pc:docMk/>
          <pc:sldMk cId="2701607129" sldId="532"/>
        </pc:sldMkLst>
      </pc:sldChg>
      <pc:sldChg chg="add del">
        <pc:chgData name="Manuj Agrawal" userId="8275e378daeca5b2" providerId="LiveId" clId="{2F60D5BF-92F3-42BD-887B-00C76973D974}" dt="2021-12-16T10:01:03.135" v="2572" actId="47"/>
        <pc:sldMkLst>
          <pc:docMk/>
          <pc:sldMk cId="3575123077" sldId="532"/>
        </pc:sldMkLst>
      </pc:sldChg>
      <pc:sldChg chg="addSp delSp modSp add del mod">
        <pc:chgData name="Manuj Agrawal" userId="8275e378daeca5b2" providerId="LiveId" clId="{2F60D5BF-92F3-42BD-887B-00C76973D974}" dt="2021-12-16T12:39:35.604" v="4716" actId="47"/>
        <pc:sldMkLst>
          <pc:docMk/>
          <pc:sldMk cId="498850560" sldId="533"/>
        </pc:sldMkLst>
      </pc:sldChg>
      <pc:sldChg chg="add del">
        <pc:chgData name="Manuj Agrawal" userId="8275e378daeca5b2" providerId="LiveId" clId="{2F60D5BF-92F3-42BD-887B-00C76973D974}" dt="2021-12-16T11:28:38.430" v="4153" actId="47"/>
        <pc:sldMkLst>
          <pc:docMk/>
          <pc:sldMk cId="1375912096" sldId="533"/>
        </pc:sldMkLst>
      </pc:sldChg>
      <pc:sldChg chg="add del">
        <pc:chgData name="Manuj Agrawal" userId="8275e378daeca5b2" providerId="LiveId" clId="{2F60D5BF-92F3-42BD-887B-00C76973D974}" dt="2021-12-16T11:07:03.140" v="3751" actId="47"/>
        <pc:sldMkLst>
          <pc:docMk/>
          <pc:sldMk cId="3062313605" sldId="533"/>
        </pc:sldMkLst>
      </pc:sldChg>
      <pc:sldChg chg="modSp add del mod">
        <pc:chgData name="Manuj Agrawal" userId="8275e378daeca5b2" providerId="LiveId" clId="{2F60D5BF-92F3-42BD-887B-00C76973D974}" dt="2021-12-16T11:36:55.984" v="4180" actId="47"/>
        <pc:sldMkLst>
          <pc:docMk/>
          <pc:sldMk cId="4286145971" sldId="533"/>
        </pc:sldMkLst>
      </pc:sldChg>
      <pc:sldChg chg="addSp delSp modSp add del mod">
        <pc:chgData name="Manuj Agrawal" userId="8275e378daeca5b2" providerId="LiveId" clId="{2F60D5BF-92F3-42BD-887B-00C76973D974}" dt="2021-12-16T10:56:53.864" v="3619" actId="47"/>
        <pc:sldMkLst>
          <pc:docMk/>
          <pc:sldMk cId="1433791846" sldId="534"/>
        </pc:sldMkLst>
      </pc:sldChg>
      <pc:sldChg chg="addSp delSp modSp add del mod">
        <pc:chgData name="Manuj Agrawal" userId="8275e378daeca5b2" providerId="LiveId" clId="{2F60D5BF-92F3-42BD-887B-00C76973D974}" dt="2021-12-16T12:44:48.763" v="4832" actId="47"/>
        <pc:sldMkLst>
          <pc:docMk/>
          <pc:sldMk cId="2681940614" sldId="534"/>
        </pc:sldMkLst>
      </pc:sldChg>
      <pc:sldChg chg="addSp delSp modSp add del mod">
        <pc:chgData name="Manuj Agrawal" userId="8275e378daeca5b2" providerId="LiveId" clId="{2F60D5BF-92F3-42BD-887B-00C76973D974}" dt="2021-12-16T11:07:21.912" v="3752" actId="47"/>
        <pc:sldMkLst>
          <pc:docMk/>
          <pc:sldMk cId="3604502577" sldId="534"/>
        </pc:sldMkLst>
      </pc:sldChg>
      <pc:sldChg chg="addSp delSp modSp add mod">
        <pc:chgData name="Manuj Agrawal" userId="8275e378daeca5b2" providerId="LiveId" clId="{2F60D5BF-92F3-42BD-887B-00C76973D974}" dt="2021-12-16T12:47:19.510" v="4835" actId="1076"/>
        <pc:sldMkLst>
          <pc:docMk/>
          <pc:sldMk cId="1475965068" sldId="535"/>
        </pc:sldMkLst>
      </pc:sldChg>
      <pc:sldChg chg="modSp add del mod">
        <pc:chgData name="Manuj Agrawal" userId="8275e378daeca5b2" providerId="LiveId" clId="{2F60D5BF-92F3-42BD-887B-00C76973D974}" dt="2021-12-16T12:57:32.877" v="4867" actId="47"/>
        <pc:sldMkLst>
          <pc:docMk/>
          <pc:sldMk cId="1093973840" sldId="536"/>
        </pc:sldMkLst>
      </pc:sldChg>
      <pc:sldChg chg="modSp add mod">
        <pc:chgData name="Manuj Agrawal" userId="8275e378daeca5b2" providerId="LiveId" clId="{2F60D5BF-92F3-42BD-887B-00C76973D974}" dt="2021-12-16T13:55:40.756" v="5076" actId="115"/>
        <pc:sldMkLst>
          <pc:docMk/>
          <pc:sldMk cId="1444475964" sldId="536"/>
        </pc:sldMkLst>
      </pc:sldChg>
    </pc:docChg>
  </pc:docChgLst>
  <pc:docChgLst>
    <pc:chgData name="Bhanu Marwaha" userId="f39ffc35-35af-4f7b-b03f-a7583911184d" providerId="ADAL" clId="{70DA3AF4-2DBE-4705-B632-A81752ED0939}"/>
    <pc:docChg chg="custSel modSld">
      <pc:chgData name="Bhanu Marwaha" userId="f39ffc35-35af-4f7b-b03f-a7583911184d" providerId="ADAL" clId="{70DA3AF4-2DBE-4705-B632-A81752ED0939}" dt="2025-02-14T06:52:28.257" v="88" actId="20577"/>
      <pc:docMkLst>
        <pc:docMk/>
      </pc:docMkLst>
      <pc:sldChg chg="modSp mod">
        <pc:chgData name="Bhanu Marwaha" userId="f39ffc35-35af-4f7b-b03f-a7583911184d" providerId="ADAL" clId="{70DA3AF4-2DBE-4705-B632-A81752ED0939}" dt="2025-02-14T06:52:28.257" v="88" actId="20577"/>
        <pc:sldMkLst>
          <pc:docMk/>
          <pc:sldMk cId="247023824" sldId="572"/>
        </pc:sldMkLst>
        <pc:graphicFrameChg chg="modGraphic">
          <ac:chgData name="Bhanu Marwaha" userId="f39ffc35-35af-4f7b-b03f-a7583911184d" providerId="ADAL" clId="{70DA3AF4-2DBE-4705-B632-A81752ED0939}" dt="2025-02-14T06:52:28.257" v="88" actId="20577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</pc:docChg>
  </pc:docChgLst>
  <pc:docChgLst>
    <pc:chgData name="Manuj Agrawal" userId="8275e378daeca5b2" providerId="LiveId" clId="{2921FE6A-5D2E-47A0-8819-35416A2E4418}"/>
    <pc:docChg chg="addSld delSld modSld">
      <pc:chgData name="Manuj Agrawal" userId="8275e378daeca5b2" providerId="LiveId" clId="{2921FE6A-5D2E-47A0-8819-35416A2E4418}" dt="2022-01-13T09:44:04.665" v="10"/>
      <pc:docMkLst>
        <pc:docMk/>
      </pc:docMkLst>
      <pc:sldChg chg="del">
        <pc:chgData name="Manuj Agrawal" userId="8275e378daeca5b2" providerId="LiveId" clId="{2921FE6A-5D2E-47A0-8819-35416A2E4418}" dt="2022-01-12T10:52:37.761" v="3" actId="47"/>
        <pc:sldMkLst>
          <pc:docMk/>
          <pc:sldMk cId="722639226" sldId="481"/>
        </pc:sldMkLst>
      </pc:sldChg>
      <pc:sldChg chg="del">
        <pc:chgData name="Manuj Agrawal" userId="8275e378daeca5b2" providerId="LiveId" clId="{2921FE6A-5D2E-47A0-8819-35416A2E4418}" dt="2022-01-12T10:56:17.266" v="9" actId="47"/>
        <pc:sldMkLst>
          <pc:docMk/>
          <pc:sldMk cId="958035667" sldId="537"/>
        </pc:sldMkLst>
      </pc:sldChg>
      <pc:sldChg chg="add del setBg">
        <pc:chgData name="Manuj Agrawal" userId="8275e378daeca5b2" providerId="LiveId" clId="{2921FE6A-5D2E-47A0-8819-35416A2E4418}" dt="2022-01-12T10:53:53.575" v="7" actId="47"/>
        <pc:sldMkLst>
          <pc:docMk/>
          <pc:sldMk cId="1316161972" sldId="542"/>
        </pc:sldMkLst>
      </pc:sldChg>
      <pc:sldChg chg="del">
        <pc:chgData name="Manuj Agrawal" userId="8275e378daeca5b2" providerId="LiveId" clId="{2921FE6A-5D2E-47A0-8819-35416A2E4418}" dt="2022-01-12T10:52:29.128" v="1" actId="47"/>
        <pc:sldMkLst>
          <pc:docMk/>
          <pc:sldMk cId="492392778" sldId="559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268483656" sldId="563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415168758" sldId="564"/>
        </pc:sldMkLst>
      </pc:sldChg>
      <pc:sldChg chg="add">
        <pc:chgData name="Manuj Agrawal" userId="8275e378daeca5b2" providerId="LiveId" clId="{2921FE6A-5D2E-47A0-8819-35416A2E4418}" dt="2022-01-12T10:52:27.187" v="0"/>
        <pc:sldMkLst>
          <pc:docMk/>
          <pc:sldMk cId="2719421991" sldId="565"/>
        </pc:sldMkLst>
      </pc:sldChg>
      <pc:sldChg chg="add">
        <pc:chgData name="Manuj Agrawal" userId="8275e378daeca5b2" providerId="LiveId" clId="{2921FE6A-5D2E-47A0-8819-35416A2E4418}" dt="2022-01-12T10:52:36.323" v="2"/>
        <pc:sldMkLst>
          <pc:docMk/>
          <pc:sldMk cId="2856650110" sldId="566"/>
        </pc:sldMkLst>
      </pc:sldChg>
      <pc:sldChg chg="add">
        <pc:chgData name="Manuj Agrawal" userId="8275e378daeca5b2" providerId="LiveId" clId="{2921FE6A-5D2E-47A0-8819-35416A2E4418}" dt="2022-01-12T10:53:06.260" v="4"/>
        <pc:sldMkLst>
          <pc:docMk/>
          <pc:sldMk cId="3947572015" sldId="567"/>
        </pc:sldMkLst>
      </pc:sldChg>
      <pc:sldChg chg="add">
        <pc:chgData name="Manuj Agrawal" userId="8275e378daeca5b2" providerId="LiveId" clId="{2921FE6A-5D2E-47A0-8819-35416A2E4418}" dt="2022-01-12T10:56:12.717" v="8"/>
        <pc:sldMkLst>
          <pc:docMk/>
          <pc:sldMk cId="2973246647" sldId="568"/>
        </pc:sldMkLst>
      </pc:sldChg>
    </pc:docChg>
  </pc:docChgLst>
  <pc:docChgLst>
    <pc:chgData name="Manuj Agrawal" userId="8275e378daeca5b2" providerId="LiveId" clId="{C56F8A50-AF4E-44BA-A7BB-2E87712B18B8}"/>
    <pc:docChg chg="undo custSel addSld delSld modSld sldOrd">
      <pc:chgData name="Manuj Agrawal" userId="8275e378daeca5b2" providerId="LiveId" clId="{C56F8A50-AF4E-44BA-A7BB-2E87712B18B8}" dt="2021-11-24T08:45:48.362" v="269" actId="47"/>
      <pc:docMkLst>
        <pc:docMk/>
      </pc:docMkLst>
      <pc:sldChg chg="addSp delSp modSp mod">
        <pc:chgData name="Manuj Agrawal" userId="8275e378daeca5b2" providerId="LiveId" clId="{C56F8A50-AF4E-44BA-A7BB-2E87712B18B8}" dt="2021-11-23T14:24:17.248" v="160" actId="108"/>
        <pc:sldMkLst>
          <pc:docMk/>
          <pc:sldMk cId="4132242691" sldId="439"/>
        </pc:sldMkLst>
      </pc:sldChg>
      <pc:sldChg chg="modSp mod">
        <pc:chgData name="Manuj Agrawal" userId="8275e378daeca5b2" providerId="LiveId" clId="{C56F8A50-AF4E-44BA-A7BB-2E87712B18B8}" dt="2021-11-23T14:23:45.399" v="152" actId="1076"/>
        <pc:sldMkLst>
          <pc:docMk/>
          <pc:sldMk cId="1449667408" sldId="482"/>
        </pc:sldMkLst>
      </pc:sldChg>
      <pc:sldChg chg="modSp mod">
        <pc:chgData name="Manuj Agrawal" userId="8275e378daeca5b2" providerId="LiveId" clId="{C56F8A50-AF4E-44BA-A7BB-2E87712B18B8}" dt="2021-11-23T14:24:58.616" v="165" actId="1076"/>
        <pc:sldMkLst>
          <pc:docMk/>
          <pc:sldMk cId="2413752973" sldId="486"/>
        </pc:sldMkLst>
      </pc:sldChg>
      <pc:sldChg chg="modSp mod ord">
        <pc:chgData name="Manuj Agrawal" userId="8275e378daeca5b2" providerId="LiveId" clId="{C56F8A50-AF4E-44BA-A7BB-2E87712B18B8}" dt="2021-11-23T14:25:20.426" v="168" actId="207"/>
        <pc:sldMkLst>
          <pc:docMk/>
          <pc:sldMk cId="1954424249" sldId="487"/>
        </pc:sldMkLst>
      </pc:sldChg>
      <pc:sldChg chg="del">
        <pc:chgData name="Manuj Agrawal" userId="8275e378daeca5b2" providerId="LiveId" clId="{C56F8A50-AF4E-44BA-A7BB-2E87712B18B8}" dt="2021-11-23T14:25:01.780" v="166" actId="47"/>
        <pc:sldMkLst>
          <pc:docMk/>
          <pc:sldMk cId="2113138783" sldId="496"/>
        </pc:sldMkLst>
      </pc:sldChg>
      <pc:sldChg chg="addSp delSp modSp del mod">
        <pc:chgData name="Manuj Agrawal" userId="8275e378daeca5b2" providerId="LiveId" clId="{C56F8A50-AF4E-44BA-A7BB-2E87712B18B8}" dt="2021-11-24T08:45:48.362" v="269" actId="47"/>
        <pc:sldMkLst>
          <pc:docMk/>
          <pc:sldMk cId="3249574173" sldId="499"/>
        </pc:sldMkLst>
      </pc:sldChg>
      <pc:sldChg chg="addSp delSp modSp mod">
        <pc:chgData name="Manuj Agrawal" userId="8275e378daeca5b2" providerId="LiveId" clId="{C56F8A50-AF4E-44BA-A7BB-2E87712B18B8}" dt="2021-11-24T08:28:17.690" v="255" actId="403"/>
        <pc:sldMkLst>
          <pc:docMk/>
          <pc:sldMk cId="3329350431" sldId="502"/>
        </pc:sldMkLst>
      </pc:sldChg>
      <pc:sldChg chg="add del">
        <pc:chgData name="Manuj Agrawal" userId="8275e378daeca5b2" providerId="LiveId" clId="{C56F8A50-AF4E-44BA-A7BB-2E87712B18B8}" dt="2021-11-24T08:45:46.992" v="268" actId="47"/>
        <pc:sldMkLst>
          <pc:docMk/>
          <pc:sldMk cId="2244462000" sldId="503"/>
        </pc:sldMkLst>
      </pc:sldChg>
      <pc:sldChg chg="add del">
        <pc:chgData name="Manuj Agrawal" userId="8275e378daeca5b2" providerId="LiveId" clId="{C56F8A50-AF4E-44BA-A7BB-2E87712B18B8}" dt="2021-11-23T14:24:27.277" v="161" actId="47"/>
        <pc:sldMkLst>
          <pc:docMk/>
          <pc:sldMk cId="2730939112" sldId="503"/>
        </pc:sldMkLst>
      </pc:sldChg>
      <pc:sldChg chg="modSp add del mod">
        <pc:chgData name="Manuj Agrawal" userId="8275e378daeca5b2" providerId="LiveId" clId="{C56F8A50-AF4E-44BA-A7BB-2E87712B18B8}" dt="2021-11-24T08:45:45.588" v="267" actId="47"/>
        <pc:sldMkLst>
          <pc:docMk/>
          <pc:sldMk cId="831098944" sldId="504"/>
        </pc:sldMkLst>
      </pc:sldChg>
    </pc:docChg>
  </pc:docChgLst>
  <pc:docChgLst>
    <pc:chgData name="Manuj Agrawal" userId="8275e378daeca5b2" providerId="LiveId" clId="{ED54BCBA-13F9-4229-A02D-0953F260AFE9}"/>
    <pc:docChg chg="undo custSel modSld">
      <pc:chgData name="Manuj Agrawal" userId="8275e378daeca5b2" providerId="LiveId" clId="{ED54BCBA-13F9-4229-A02D-0953F260AFE9}" dt="2021-12-15T11:37:05.459" v="60"/>
      <pc:docMkLst>
        <pc:docMk/>
      </pc:docMkLst>
      <pc:sldChg chg="addSp delSp modSp mod">
        <pc:chgData name="Manuj Agrawal" userId="8275e378daeca5b2" providerId="LiveId" clId="{ED54BCBA-13F9-4229-A02D-0953F260AFE9}" dt="2021-12-15T11:35:38.201" v="50" actId="1076"/>
        <pc:sldMkLst>
          <pc:docMk/>
          <pc:sldMk cId="1886868575" sldId="452"/>
        </pc:sldMkLst>
      </pc:sldChg>
      <pc:sldChg chg="setBg">
        <pc:chgData name="Manuj Agrawal" userId="8275e378daeca5b2" providerId="LiveId" clId="{ED54BCBA-13F9-4229-A02D-0953F260AFE9}" dt="2021-12-15T11:37:05.459" v="60"/>
        <pc:sldMkLst>
          <pc:docMk/>
          <pc:sldMk cId="2332114638" sldId="503"/>
        </pc:sldMkLst>
      </pc:sldChg>
      <pc:sldChg chg="modSp mod">
        <pc:chgData name="Manuj Agrawal" userId="8275e378daeca5b2" providerId="LiveId" clId="{ED54BCBA-13F9-4229-A02D-0953F260AFE9}" dt="2021-12-15T11:19:44.213" v="0" actId="166"/>
        <pc:sldMkLst>
          <pc:docMk/>
          <pc:sldMk cId="1977399299" sldId="528"/>
        </pc:sldMkLst>
      </pc:sldChg>
    </pc:docChg>
  </pc:docChgLst>
  <pc:docChgLst>
    <pc:chgData name="Shyama" userId="S::shyama@webberec.com::6bc29e3b-d18d-4efe-9776-d232efa51d08" providerId="AD" clId="Web-{CBAC39AB-6B46-190D-4CFF-78D778AE1EA1}"/>
    <pc:docChg chg="modSld">
      <pc:chgData name="Shyama" userId="S::shyama@webberec.com::6bc29e3b-d18d-4efe-9776-d232efa51d08" providerId="AD" clId="Web-{CBAC39AB-6B46-190D-4CFF-78D778AE1EA1}" dt="2023-04-22T16:33:58.019" v="96" actId="1076"/>
      <pc:docMkLst>
        <pc:docMk/>
      </pc:docMkLst>
      <pc:sldChg chg="addSp delSp modSp">
        <pc:chgData name="Shyama" userId="S::shyama@webberec.com::6bc29e3b-d18d-4efe-9776-d232efa51d08" providerId="AD" clId="Web-{CBAC39AB-6B46-190D-4CFF-78D778AE1EA1}" dt="2023-04-22T16:33:58.019" v="96" actId="1076"/>
        <pc:sldMkLst>
          <pc:docMk/>
          <pc:sldMk cId="505145951" sldId="551"/>
        </pc:sldMkLst>
      </pc:sldChg>
    </pc:docChg>
  </pc:docChgLst>
  <pc:docChgLst>
    <pc:chgData name="Manuj" userId="1a07f523-e16f-486a-b610-37539cc763a0" providerId="ADAL" clId="{F5489017-6C9C-42E8-A377-6E345B0F8CF4}"/>
    <pc:docChg chg="undo custSel addSld delSld modSld">
      <pc:chgData name="Manuj" userId="1a07f523-e16f-486a-b610-37539cc763a0" providerId="ADAL" clId="{F5489017-6C9C-42E8-A377-6E345B0F8CF4}" dt="2023-11-30T12:25:36.712" v="2245" actId="403"/>
      <pc:docMkLst>
        <pc:docMk/>
      </pc:docMkLst>
      <pc:sldChg chg="addSp delSp modSp mod">
        <pc:chgData name="Manuj" userId="1a07f523-e16f-486a-b610-37539cc763a0" providerId="ADAL" clId="{F5489017-6C9C-42E8-A377-6E345B0F8CF4}" dt="2023-11-30T10:50:03.103" v="1187" actId="1037"/>
        <pc:sldMkLst>
          <pc:docMk/>
          <pc:sldMk cId="2856650110" sldId="566"/>
        </pc:sldMkLst>
      </pc:sldChg>
      <pc:sldChg chg="addSp delSp modSp mod">
        <pc:chgData name="Manuj" userId="1a07f523-e16f-486a-b610-37539cc763a0" providerId="ADAL" clId="{F5489017-6C9C-42E8-A377-6E345B0F8CF4}" dt="2023-11-30T10:40:22.576" v="795" actId="1036"/>
        <pc:sldMkLst>
          <pc:docMk/>
          <pc:sldMk cId="247023824" sldId="572"/>
        </pc:sldMkLst>
      </pc:sldChg>
      <pc:sldChg chg="modSp del mod">
        <pc:chgData name="Manuj" userId="1a07f523-e16f-486a-b610-37539cc763a0" providerId="ADAL" clId="{F5489017-6C9C-42E8-A377-6E345B0F8CF4}" dt="2023-11-30T10:40:42.992" v="796" actId="2696"/>
        <pc:sldMkLst>
          <pc:docMk/>
          <pc:sldMk cId="3683471268" sldId="576"/>
        </pc:sldMkLst>
      </pc:sldChg>
      <pc:sldChg chg="addSp delSp modSp mod">
        <pc:chgData name="Manuj" userId="1a07f523-e16f-486a-b610-37539cc763a0" providerId="ADAL" clId="{F5489017-6C9C-42E8-A377-6E345B0F8CF4}" dt="2023-11-30T12:25:36.712" v="2245" actId="403"/>
        <pc:sldMkLst>
          <pc:docMk/>
          <pc:sldMk cId="4028893296" sldId="577"/>
        </pc:sldMkLst>
      </pc:sldChg>
      <pc:sldChg chg="modSp add mod">
        <pc:chgData name="Manuj" userId="1a07f523-e16f-486a-b610-37539cc763a0" providerId="ADAL" clId="{F5489017-6C9C-42E8-A377-6E345B0F8CF4}" dt="2023-11-30T12:05:37.988" v="2235" actId="20577"/>
        <pc:sldMkLst>
          <pc:docMk/>
          <pc:sldMk cId="2743113738" sldId="578"/>
        </pc:sldMkLst>
      </pc:sldChg>
      <pc:sldChg chg="addSp delSp modSp add del mod">
        <pc:chgData name="Manuj" userId="1a07f523-e16f-486a-b610-37539cc763a0" providerId="ADAL" clId="{F5489017-6C9C-42E8-A377-6E345B0F8CF4}" dt="2023-11-30T11:39:20.205" v="1915" actId="47"/>
        <pc:sldMkLst>
          <pc:docMk/>
          <pc:sldMk cId="499805332" sldId="579"/>
        </pc:sldMkLst>
      </pc:sldChg>
      <pc:sldChg chg="addSp delSp modSp add del mod">
        <pc:chgData name="Manuj" userId="1a07f523-e16f-486a-b610-37539cc763a0" providerId="ADAL" clId="{F5489017-6C9C-42E8-A377-6E345B0F8CF4}" dt="2023-11-30T11:16:56.068" v="1760" actId="47"/>
        <pc:sldMkLst>
          <pc:docMk/>
          <pc:sldMk cId="3102430942" sldId="580"/>
        </pc:sldMkLst>
      </pc:sldChg>
      <pc:sldChg chg="addSp delSp modSp add mod">
        <pc:chgData name="Manuj" userId="1a07f523-e16f-486a-b610-37539cc763a0" providerId="ADAL" clId="{F5489017-6C9C-42E8-A377-6E345B0F8CF4}" dt="2023-11-30T11:43:47.845" v="1920" actId="948"/>
        <pc:sldMkLst>
          <pc:docMk/>
          <pc:sldMk cId="1054229470" sldId="581"/>
        </pc:sldMkLst>
      </pc:sldChg>
      <pc:sldChg chg="addSp delSp modSp add del mod">
        <pc:chgData name="Manuj" userId="1a07f523-e16f-486a-b610-37539cc763a0" providerId="ADAL" clId="{F5489017-6C9C-42E8-A377-6E345B0F8CF4}" dt="2023-11-30T11:39:22.406" v="1916" actId="47"/>
        <pc:sldMkLst>
          <pc:docMk/>
          <pc:sldMk cId="298693287" sldId="582"/>
        </pc:sldMkLst>
      </pc:sldChg>
      <pc:sldChg chg="addSp delSp modSp add mod">
        <pc:chgData name="Manuj" userId="1a07f523-e16f-486a-b610-37539cc763a0" providerId="ADAL" clId="{F5489017-6C9C-42E8-A377-6E345B0F8CF4}" dt="2023-11-30T11:37:27.952" v="1914" actId="1038"/>
        <pc:sldMkLst>
          <pc:docMk/>
          <pc:sldMk cId="1917565795" sldId="583"/>
        </pc:sldMkLst>
      </pc:sldChg>
    </pc:docChg>
  </pc:docChgLst>
  <pc:docChgLst>
    <pc:chgData name="Manuj" userId="1a07f523-e16f-486a-b610-37539cc763a0" providerId="ADAL" clId="{2AAAD2E6-91A8-422B-8AFE-3FE72AE9D124}"/>
    <pc:docChg chg="undo custSel addSld modSld">
      <pc:chgData name="Manuj" userId="1a07f523-e16f-486a-b610-37539cc763a0" providerId="ADAL" clId="{2AAAD2E6-91A8-422B-8AFE-3FE72AE9D124}" dt="2023-12-08T09:54:45.236" v="433" actId="20577"/>
      <pc:docMkLst>
        <pc:docMk/>
      </pc:docMkLst>
      <pc:sldChg chg="delSp modSp mod">
        <pc:chgData name="Manuj" userId="1a07f523-e16f-486a-b610-37539cc763a0" providerId="ADAL" clId="{2AAAD2E6-91A8-422B-8AFE-3FE72AE9D124}" dt="2023-12-06T08:13:22.106" v="402" actId="1036"/>
        <pc:sldMkLst>
          <pc:docMk/>
          <pc:sldMk cId="247023824" sldId="572"/>
        </pc:sldMkLst>
      </pc:sldChg>
      <pc:sldChg chg="addSp delSp modSp mod">
        <pc:chgData name="Manuj" userId="1a07f523-e16f-486a-b610-37539cc763a0" providerId="ADAL" clId="{2AAAD2E6-91A8-422B-8AFE-3FE72AE9D124}" dt="2023-12-01T11:58:47.021" v="344" actId="1037"/>
        <pc:sldMkLst>
          <pc:docMk/>
          <pc:sldMk cId="4028893296" sldId="577"/>
        </pc:sldMkLst>
      </pc:sldChg>
      <pc:sldChg chg="addSp modSp mod">
        <pc:chgData name="Manuj" userId="1a07f523-e16f-486a-b610-37539cc763a0" providerId="ADAL" clId="{2AAAD2E6-91A8-422B-8AFE-3FE72AE9D124}" dt="2023-12-08T09:53:14.320" v="423" actId="20577"/>
        <pc:sldMkLst>
          <pc:docMk/>
          <pc:sldMk cId="2743113738" sldId="578"/>
        </pc:sldMkLst>
      </pc:sldChg>
      <pc:sldChg chg="modSp mod">
        <pc:chgData name="Manuj" userId="1a07f523-e16f-486a-b610-37539cc763a0" providerId="ADAL" clId="{2AAAD2E6-91A8-422B-8AFE-3FE72AE9D124}" dt="2023-12-08T09:53:25.760" v="427" actId="20577"/>
        <pc:sldMkLst>
          <pc:docMk/>
          <pc:sldMk cId="1054229470" sldId="581"/>
        </pc:sldMkLst>
      </pc:sldChg>
      <pc:sldChg chg="addSp delSp modSp mod">
        <pc:chgData name="Manuj" userId="1a07f523-e16f-486a-b610-37539cc763a0" providerId="ADAL" clId="{2AAAD2E6-91A8-422B-8AFE-3FE72AE9D124}" dt="2023-12-05T08:35:11.964" v="365" actId="732"/>
        <pc:sldMkLst>
          <pc:docMk/>
          <pc:sldMk cId="1917565795" sldId="583"/>
        </pc:sldMkLst>
      </pc:sldChg>
      <pc:sldChg chg="addSp delSp modSp add mod">
        <pc:chgData name="Manuj" userId="1a07f523-e16f-486a-b610-37539cc763a0" providerId="ADAL" clId="{2AAAD2E6-91A8-422B-8AFE-3FE72AE9D124}" dt="2023-12-01T11:52:42.437" v="319" actId="1038"/>
        <pc:sldMkLst>
          <pc:docMk/>
          <pc:sldMk cId="2234882258" sldId="584"/>
        </pc:sldMkLst>
      </pc:sldChg>
      <pc:sldChg chg="modSp mod">
        <pc:chgData name="Manuj" userId="1a07f523-e16f-486a-b610-37539cc763a0" providerId="ADAL" clId="{2AAAD2E6-91A8-422B-8AFE-3FE72AE9D124}" dt="2023-12-08T09:54:45.236" v="433" actId="20577"/>
        <pc:sldMkLst>
          <pc:docMk/>
          <pc:sldMk cId="3826781572" sldId="585"/>
        </pc:sldMkLst>
      </pc:sldChg>
    </pc:docChg>
  </pc:docChgLst>
  <pc:docChgLst>
    <pc:chgData name="Sharvari Kulkarni" userId="S::sharvari.kulkarni@webberec.com::5f0d8fd3-c69b-459f-ac2b-0e751844282f" providerId="AD" clId="Web-{3F357E50-8D81-5FF9-9600-35D4AF8BDDD5}"/>
    <pc:docChg chg="delSld modSld">
      <pc:chgData name="Sharvari Kulkarni" userId="S::sharvari.kulkarni@webberec.com::5f0d8fd3-c69b-459f-ac2b-0e751844282f" providerId="AD" clId="Web-{3F357E50-8D81-5FF9-9600-35D4AF8BDDD5}" dt="2025-02-13T14:33:06.436" v="185"/>
      <pc:docMkLst>
        <pc:docMk/>
      </pc:docMkLst>
      <pc:sldChg chg="addSp delSp modSp">
        <pc:chgData name="Sharvari Kulkarni" userId="S::sharvari.kulkarni@webberec.com::5f0d8fd3-c69b-459f-ac2b-0e751844282f" providerId="AD" clId="Web-{3F357E50-8D81-5FF9-9600-35D4AF8BDDD5}" dt="2025-02-13T14:17:21.310" v="87" actId="1076"/>
        <pc:sldMkLst>
          <pc:docMk/>
          <pc:sldMk cId="2856650110" sldId="566"/>
        </pc:sldMkLst>
        <pc:spChg chg="add mod">
          <ac:chgData name="Sharvari Kulkarni" userId="S::sharvari.kulkarni@webberec.com::5f0d8fd3-c69b-459f-ac2b-0e751844282f" providerId="AD" clId="Web-{3F357E50-8D81-5FF9-9600-35D4AF8BDDD5}" dt="2025-02-13T14:17:21.310" v="87" actId="1076"/>
          <ac:spMkLst>
            <pc:docMk/>
            <pc:sldMk cId="2856650110" sldId="566"/>
            <ac:spMk id="10" creationId="{10842BA3-8802-E996-0012-92EEB289A04F}"/>
          </ac:spMkLst>
        </pc:spChg>
        <pc:grpChg chg="del">
          <ac:chgData name="Sharvari Kulkarni" userId="S::sharvari.kulkarni@webberec.com::5f0d8fd3-c69b-459f-ac2b-0e751844282f" providerId="AD" clId="Web-{3F357E50-8D81-5FF9-9600-35D4AF8BDDD5}" dt="2025-02-13T13:46:10.856" v="1"/>
          <ac:grpSpMkLst>
            <pc:docMk/>
            <pc:sldMk cId="2856650110" sldId="566"/>
            <ac:grpSpMk id="9" creationId="{1C75520D-2FF0-B3BE-C7B1-CAAB1961D9AD}"/>
          </ac:grpSpMkLst>
        </pc:grpChg>
        <pc:picChg chg="add mod ord">
          <ac:chgData name="Sharvari Kulkarni" userId="S::sharvari.kulkarni@webberec.com::5f0d8fd3-c69b-459f-ac2b-0e751844282f" providerId="AD" clId="Web-{3F357E50-8D81-5FF9-9600-35D4AF8BDDD5}" dt="2025-02-13T14:16:47.685" v="80"/>
          <ac:picMkLst>
            <pc:docMk/>
            <pc:sldMk cId="2856650110" sldId="566"/>
            <ac:picMk id="11" creationId="{81F83703-A937-708E-F9C9-B9B36833D78D}"/>
          </ac:picMkLst>
        </pc:picChg>
      </pc:sldChg>
      <pc:sldChg chg="addSp delSp modSp">
        <pc:chgData name="Sharvari Kulkarni" userId="S::sharvari.kulkarni@webberec.com::5f0d8fd3-c69b-459f-ac2b-0e751844282f" providerId="AD" clId="Web-{3F357E50-8D81-5FF9-9600-35D4AF8BDDD5}" dt="2025-02-13T14:21:35.361" v="129"/>
        <pc:sldMkLst>
          <pc:docMk/>
          <pc:sldMk cId="247023824" sldId="572"/>
        </pc:sldMkLst>
        <pc:graphicFrameChg chg="add del mod modGraphic">
          <ac:chgData name="Sharvari Kulkarni" userId="S::sharvari.kulkarni@webberec.com::5f0d8fd3-c69b-459f-ac2b-0e751844282f" providerId="AD" clId="Web-{3F357E50-8D81-5FF9-9600-35D4AF8BDDD5}" dt="2025-02-13T14:21:35.361" v="129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addSp delSp modSp">
        <pc:chgData name="Sharvari Kulkarni" userId="S::sharvari.kulkarni@webberec.com::5f0d8fd3-c69b-459f-ac2b-0e751844282f" providerId="AD" clId="Web-{3F357E50-8D81-5FF9-9600-35D4AF8BDDD5}" dt="2025-02-13T14:25:16.646" v="156" actId="20577"/>
        <pc:sldMkLst>
          <pc:docMk/>
          <pc:sldMk cId="4028893296" sldId="577"/>
        </pc:sldMkLst>
        <pc:spChg chg="mod">
          <ac:chgData name="Sharvari Kulkarni" userId="S::sharvari.kulkarni@webberec.com::5f0d8fd3-c69b-459f-ac2b-0e751844282f" providerId="AD" clId="Web-{3F357E50-8D81-5FF9-9600-35D4AF8BDDD5}" dt="2025-02-13T14:25:16.646" v="156" actId="20577"/>
          <ac:spMkLst>
            <pc:docMk/>
            <pc:sldMk cId="4028893296" sldId="577"/>
            <ac:spMk id="5" creationId="{24959149-75EC-9836-7E67-3B7777D97851}"/>
          </ac:spMkLst>
        </pc:spChg>
        <pc:picChg chg="add del mod">
          <ac:chgData name="Sharvari Kulkarni" userId="S::sharvari.kulkarni@webberec.com::5f0d8fd3-c69b-459f-ac2b-0e751844282f" providerId="AD" clId="Web-{3F357E50-8D81-5FF9-9600-35D4AF8BDDD5}" dt="2025-02-13T14:17:38.998" v="91"/>
          <ac:picMkLst>
            <pc:docMk/>
            <pc:sldMk cId="4028893296" sldId="577"/>
            <ac:picMk id="2" creationId="{0737DDA5-C449-9E94-0AE5-4AB0D4287BDB}"/>
          </ac:picMkLst>
        </pc:picChg>
        <pc:picChg chg="del">
          <ac:chgData name="Sharvari Kulkarni" userId="S::sharvari.kulkarni@webberec.com::5f0d8fd3-c69b-459f-ac2b-0e751844282f" providerId="AD" clId="Web-{3F357E50-8D81-5FF9-9600-35D4AF8BDDD5}" dt="2025-02-13T14:17:25.185" v="88"/>
          <ac:picMkLst>
            <pc:docMk/>
            <pc:sldMk cId="4028893296" sldId="577"/>
            <ac:picMk id="3" creationId="{A3C92CF8-F1AB-4010-8497-55712DD33311}"/>
          </ac:picMkLst>
        </pc:picChg>
        <pc:picChg chg="add mod">
          <ac:chgData name="Sharvari Kulkarni" userId="S::sharvari.kulkarni@webberec.com::5f0d8fd3-c69b-459f-ac2b-0e751844282f" providerId="AD" clId="Web-{3F357E50-8D81-5FF9-9600-35D4AF8BDDD5}" dt="2025-02-13T14:17:50.311" v="97" actId="1076"/>
          <ac:picMkLst>
            <pc:docMk/>
            <pc:sldMk cId="4028893296" sldId="577"/>
            <ac:picMk id="4" creationId="{1A376C77-7D05-CA37-F738-F8853F1BB4ED}"/>
          </ac:picMkLst>
        </pc:picChg>
      </pc:sldChg>
      <pc:sldChg chg="modSp">
        <pc:chgData name="Sharvari Kulkarni" userId="S::sharvari.kulkarni@webberec.com::5f0d8fd3-c69b-459f-ac2b-0e751844282f" providerId="AD" clId="Web-{3F357E50-8D81-5FF9-9600-35D4AF8BDDD5}" dt="2025-02-13T14:33:06.436" v="185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3F357E50-8D81-5FF9-9600-35D4AF8BDDD5}" dt="2025-02-13T14:33:06.436" v="185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">
        <pc:chgData name="Sharvari Kulkarni" userId="S::sharvari.kulkarni@webberec.com::5f0d8fd3-c69b-459f-ac2b-0e751844282f" providerId="AD" clId="Web-{3F357E50-8D81-5FF9-9600-35D4AF8BDDD5}" dt="2025-02-13T14:31:56.763" v="169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3F357E50-8D81-5FF9-9600-35D4AF8BDDD5}" dt="2025-02-13T14:31:56.763" v="169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del">
        <pc:chgData name="Sharvari Kulkarni" userId="S::sharvari.kulkarni@webberec.com::5f0d8fd3-c69b-459f-ac2b-0e751844282f" providerId="AD" clId="Web-{3F357E50-8D81-5FF9-9600-35D4AF8BDDD5}" dt="2025-02-13T13:49:17.422" v="17"/>
        <pc:sldMkLst>
          <pc:docMk/>
          <pc:sldMk cId="1917565795" sldId="583"/>
        </pc:sldMkLst>
      </pc:sldChg>
      <pc:sldChg chg="del">
        <pc:chgData name="Sharvari Kulkarni" userId="S::sharvari.kulkarni@webberec.com::5f0d8fd3-c69b-459f-ac2b-0e751844282f" providerId="AD" clId="Web-{3F357E50-8D81-5FF9-9600-35D4AF8BDDD5}" dt="2025-02-13T13:49:15.641" v="16"/>
        <pc:sldMkLst>
          <pc:docMk/>
          <pc:sldMk cId="2234882258" sldId="584"/>
        </pc:sldMkLst>
      </pc:sldChg>
      <pc:sldChg chg="modSp del">
        <pc:chgData name="Sharvari Kulkarni" userId="S::sharvari.kulkarni@webberec.com::5f0d8fd3-c69b-459f-ac2b-0e751844282f" providerId="AD" clId="Web-{3F357E50-8D81-5FF9-9600-35D4AF8BDDD5}" dt="2025-02-13T14:22:14.065" v="132"/>
        <pc:sldMkLst>
          <pc:docMk/>
          <pc:sldMk cId="3826781572" sldId="585"/>
        </pc:sldMkLst>
        <pc:graphicFrameChg chg="mod modGraphic">
          <ac:chgData name="Sharvari Kulkarni" userId="S::sharvari.kulkarni@webberec.com::5f0d8fd3-c69b-459f-ac2b-0e751844282f" providerId="AD" clId="Web-{3F357E50-8D81-5FF9-9600-35D4AF8BDDD5}" dt="2025-02-13T14:04:53.532" v="77"/>
          <ac:graphicFrameMkLst>
            <pc:docMk/>
            <pc:sldMk cId="3826781572" sldId="585"/>
            <ac:graphicFrameMk id="2" creationId="{7DED05D6-6E5A-5DC5-0CD8-EC3880E4C3D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816166"/>
            <a:ext cx="5948362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WBMS-SWLT </a:t>
            </a:r>
            <a:r>
              <a:rPr lang="en-US" sz="4400" b="1" i="0" u="none" strike="noStrike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16S </a:t>
            </a:r>
            <a:r>
              <a:rPr lang="en-US" sz="4400" b="1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50A</a:t>
            </a:r>
            <a:endParaRPr lang="en-US" sz="4400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Specification Sheet </a:t>
            </a:r>
            <a:r>
              <a:rPr lang="en-IN" sz="2000" b="1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v1.0</a:t>
            </a:r>
            <a:endParaRPr lang="en-IN" sz="50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376C77-7D05-CA37-F738-F8853F1BB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12" y="4698795"/>
            <a:ext cx="6403196" cy="445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81F6E0A9-1915-EFCC-99AB-4A4E4A594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67" y="2022877"/>
            <a:ext cx="6354924" cy="587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842BA3-8802-E996-0012-92EEB289A04F}"/>
              </a:ext>
            </a:extLst>
          </p:cNvPr>
          <p:cNvSpPr/>
          <p:nvPr/>
        </p:nvSpPr>
        <p:spPr>
          <a:xfrm>
            <a:off x="3580627" y="6350828"/>
            <a:ext cx="1024081" cy="212017"/>
          </a:xfrm>
          <a:prstGeom prst="rect">
            <a:avLst/>
          </a:prstGeom>
          <a:solidFill>
            <a:srgbClr val="AAD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42570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85139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27709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770278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12848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655418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097987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540557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NISO CAN2.0B</a:t>
            </a:r>
            <a:endParaRPr lang="en-IN" sz="11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D03CE3-AEFF-191B-924B-FD479E96057A}"/>
              </a:ext>
            </a:extLst>
          </p:cNvPr>
          <p:cNvSpPr/>
          <p:nvPr/>
        </p:nvSpPr>
        <p:spPr>
          <a:xfrm>
            <a:off x="4277360" y="4175760"/>
            <a:ext cx="711200" cy="777240"/>
          </a:xfrm>
          <a:prstGeom prst="rect">
            <a:avLst/>
          </a:prstGeom>
          <a:solidFill>
            <a:srgbClr val="AAD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E35167-AB3F-3472-28E0-C9A3CC3C01D6}"/>
              </a:ext>
            </a:extLst>
          </p:cNvPr>
          <p:cNvSpPr/>
          <p:nvPr/>
        </p:nvSpPr>
        <p:spPr>
          <a:xfrm>
            <a:off x="2164080" y="7396480"/>
            <a:ext cx="1362505" cy="440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B58B12-09A4-8A10-BF4B-D7D9964C115C}"/>
              </a:ext>
            </a:extLst>
          </p:cNvPr>
          <p:cNvSpPr txBox="1"/>
          <p:nvPr/>
        </p:nvSpPr>
        <p:spPr>
          <a:xfrm>
            <a:off x="2245360" y="7396480"/>
            <a:ext cx="11836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 RS232       RS485</a:t>
            </a:r>
            <a:endParaRPr lang="en-IN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459006"/>
            <a:ext cx="6010868" cy="70714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Scalable up to</a:t>
            </a: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8</a:t>
            </a: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 cells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&amp; </a:t>
            </a: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12-24V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battery packs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Multiple communication options: </a:t>
            </a: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Non-Isolated</a:t>
            </a: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CAN 2.0, RS232 </a:t>
            </a:r>
            <a:r>
              <a:rPr lang="en-US" sz="1600">
                <a:latin typeface="Calibri"/>
                <a:ea typeface="Calibri"/>
                <a:cs typeface="Calibri"/>
              </a:rPr>
              <a:t>and </a:t>
            </a: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RS485</a:t>
            </a:r>
            <a:endParaRPr lang="en-US" sz="1600" b="1" i="0" u="none" strike="noStrike">
              <a:solidFill>
                <a:srgbClr val="38761D"/>
              </a:solidFill>
              <a:effectLst/>
              <a:latin typeface="Calibri"/>
              <a:ea typeface="Calibri"/>
              <a:cs typeface="Calibri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High side N-MOSFET control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Predischarge control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Short Circuit and Overcurrent in discharge latches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ell balancing current up to </a:t>
            </a: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120mA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Deep Discharge Prevention (Auto BMS Shutdown)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when cell </a:t>
            </a: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Proprietary </a:t>
            </a:r>
            <a:r>
              <a:rPr lang="en-IN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CAN based field servicing tools </a:t>
            </a:r>
            <a:r>
              <a:rPr lang="en-IN" sz="16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 </a:t>
            </a:r>
            <a:r>
              <a:rPr lang="en-IN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data monitoring, logging </a:t>
            </a:r>
            <a:r>
              <a:rPr lang="en-IN" sz="16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and</a:t>
            </a:r>
            <a:r>
              <a:rPr lang="en-IN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210044"/>
              </p:ext>
            </p:extLst>
          </p:nvPr>
        </p:nvGraphicFramePr>
        <p:xfrm>
          <a:off x="435894" y="250483"/>
          <a:ext cx="6131250" cy="8098351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Min: 4  Max: 8</a:t>
                      </a:r>
                      <a:endParaRPr lang="en-IN" sz="1100" b="1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33.6 V (8S)</a:t>
                      </a:r>
                      <a:endParaRPr lang="en-IN" sz="1100" b="1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155 </a:t>
                      </a:r>
                      <a:r>
                        <a:rPr lang="pt-B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mm X 70 mm X 16 mm </a:t>
                      </a: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(L X B X H)</a:t>
                      </a:r>
                      <a:endParaRPr lang="pt-BR" sz="70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 to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50A.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thermal connection to metal battery pack casing for PDU heat dissipation to maintain continuous current rating. Continuous current rating to be derated to ~65% of the rated value if no thermal connection is present.</a:t>
                      </a:r>
                      <a:endParaRPr lang="en-US" sz="1000" b="1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325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~150 mA</a:t>
                      </a:r>
                      <a:endParaRPr lang="en-US"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>
                          <a:effectLst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Two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external channels for cell temperature</a:t>
                      </a:r>
                      <a:endParaRPr lang="en-US" sz="70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Voltage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Voltage Protection</a:t>
                      </a:r>
                      <a:endParaRPr lang="en-US" sz="700">
                        <a:effectLst/>
                        <a:latin typeface="Calibri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 load removal required. Charging current is allowed.</a:t>
                      </a:r>
                      <a:endParaRPr lang="en-US" sz="70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Protection Level-1</a:t>
                      </a:r>
                      <a:endParaRPr lang="en-US" sz="70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80A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discharge for up to 60 seconds  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instantaneously cut off at </a:t>
                      </a: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120A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discharge current in 100 mSec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E6727-9C6D-2728-16FD-D8E62BB03691}"/>
              </a:ext>
            </a:extLst>
          </p:cNvPr>
          <p:cNvSpPr txBox="1"/>
          <p:nvPr/>
        </p:nvSpPr>
        <p:spPr>
          <a:xfrm>
            <a:off x="407988" y="9341490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89405"/>
              </p:ext>
            </p:extLst>
          </p:nvPr>
        </p:nvGraphicFramePr>
        <p:xfrm>
          <a:off x="372590" y="355841"/>
          <a:ext cx="6193378" cy="8439382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Latch Protection</a:t>
                      </a:r>
                      <a:endParaRPr lang="en-US" sz="700">
                        <a:effectLst/>
                        <a:latin typeface="Calibri"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Charge Protection Level-1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charge current for up to 60 seconds  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Threshold, Protection Trigger Delay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charge current in 100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mSec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after no charge current for 90 secs</a:t>
                      </a:r>
                      <a:endParaRPr lang="en-US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Protection</a:t>
                      </a:r>
                      <a:endParaRPr lang="en-US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Protection Trigger Delay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～30 uSec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Latch Protection</a:t>
                      </a:r>
                      <a:endParaRPr lang="en-US" sz="70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>
                          <a:effectLst/>
                        </a:rPr>
                      </a:br>
                      <a:br>
                        <a:rPr lang="en-IN" sz="700">
                          <a:effectLst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Discharge Protection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Temperature in Discharge Protection</a:t>
                      </a:r>
                      <a:endParaRPr lang="en-US" sz="70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Charge Protection</a:t>
                      </a:r>
                      <a:endParaRPr lang="en-US" sz="70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above configurable temperature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</Words>
  <Application>Microsoft Office PowerPoint</Application>
  <PresentationFormat>A4 Paper (210x297 mm)</PresentationFormat>
  <Paragraphs>161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Bhanu Marwaha</cp:lastModifiedBy>
  <cp:revision>1</cp:revision>
  <cp:lastPrinted>2023-11-21T08:53:41Z</cp:lastPrinted>
  <dcterms:created xsi:type="dcterms:W3CDTF">2018-05-28T01:20:05Z</dcterms:created>
  <dcterms:modified xsi:type="dcterms:W3CDTF">2025-02-14T06:52:35Z</dcterms:modified>
</cp:coreProperties>
</file>