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577" r:id="rId2"/>
    <p:sldId id="581" r:id="rId3"/>
    <p:sldId id="578" r:id="rId4"/>
    <p:sldId id="572" r:id="rId5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76B7E3-923E-4B7A-A357-C757E91B6A99}" v="76" dt="2025-08-28T09:33:15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>
        <p:scale>
          <a:sx n="100" d="100"/>
          <a:sy n="100" d="100"/>
        </p:scale>
        <p:origin x="1776" y="-56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vari Kulkarni" userId="S::sharvari.kulkarni@webberec.com::5f0d8fd3-c69b-459f-ac2b-0e751844282f" providerId="AD" clId="Web-{9FEE58F1-DCBF-6728-22C8-6541CCFCFE95}"/>
    <pc:docChg chg="modSld">
      <pc:chgData name="Sharvari Kulkarni" userId="S::sharvari.kulkarni@webberec.com::5f0d8fd3-c69b-459f-ac2b-0e751844282f" providerId="AD" clId="Web-{9FEE58F1-DCBF-6728-22C8-6541CCFCFE95}" dt="2025-02-14T05:51:34.698" v="79"/>
      <pc:docMkLst>
        <pc:docMk/>
      </pc:docMkLst>
      <pc:sldChg chg="modSp">
        <pc:chgData name="Sharvari Kulkarni" userId="S::sharvari.kulkarni@webberec.com::5f0d8fd3-c69b-459f-ac2b-0e751844282f" providerId="AD" clId="Web-{9FEE58F1-DCBF-6728-22C8-6541CCFCFE95}" dt="2025-02-14T05:51:34.698" v="79"/>
        <pc:sldMkLst>
          <pc:docMk/>
          <pc:sldMk cId="247023824" sldId="572"/>
        </pc:sldMkLst>
      </pc:sldChg>
      <pc:sldChg chg="modSp">
        <pc:chgData name="Sharvari Kulkarni" userId="S::sharvari.kulkarni@webberec.com::5f0d8fd3-c69b-459f-ac2b-0e751844282f" providerId="AD" clId="Web-{9FEE58F1-DCBF-6728-22C8-6541CCFCFE95}" dt="2025-02-14T05:29:46.160" v="1" actId="20577"/>
        <pc:sldMkLst>
          <pc:docMk/>
          <pc:sldMk cId="4028893296" sldId="577"/>
        </pc:sldMkLst>
      </pc:sldChg>
      <pc:sldChg chg="modSp">
        <pc:chgData name="Sharvari Kulkarni" userId="S::sharvari.kulkarni@webberec.com::5f0d8fd3-c69b-459f-ac2b-0e751844282f" providerId="AD" clId="Web-{9FEE58F1-DCBF-6728-22C8-6541CCFCFE95}" dt="2025-02-14T05:50:46.197" v="75"/>
        <pc:sldMkLst>
          <pc:docMk/>
          <pc:sldMk cId="2743113738" sldId="578"/>
        </pc:sldMkLst>
      </pc:sldChg>
      <pc:sldChg chg="modSp">
        <pc:chgData name="Sharvari Kulkarni" userId="S::sharvari.kulkarni@webberec.com::5f0d8fd3-c69b-459f-ac2b-0e751844282f" providerId="AD" clId="Web-{9FEE58F1-DCBF-6728-22C8-6541CCFCFE95}" dt="2025-02-14T05:32:08.225" v="17" actId="20577"/>
        <pc:sldMkLst>
          <pc:docMk/>
          <pc:sldMk cId="1054229470" sldId="581"/>
        </pc:sldMkLst>
      </pc:sldChg>
    </pc:docChg>
  </pc:docChgLst>
  <pc:docChgLst>
    <pc:chgData name="Manuj" userId="1a07f523-e16f-486a-b610-37539cc763a0" providerId="ADAL" clId="{850F98AA-AE2A-4081-B180-725FB7075F49}"/>
    <pc:docChg chg="modSld">
      <pc:chgData name="Manuj" userId="1a07f523-e16f-486a-b610-37539cc763a0" providerId="ADAL" clId="{850F98AA-AE2A-4081-B180-725FB7075F49}" dt="2024-01-30T08:23:32.249" v="31" actId="20577"/>
      <pc:docMkLst>
        <pc:docMk/>
      </pc:docMkLst>
      <pc:sldChg chg="modSp mod">
        <pc:chgData name="Manuj" userId="1a07f523-e16f-486a-b610-37539cc763a0" providerId="ADAL" clId="{850F98AA-AE2A-4081-B180-725FB7075F49}" dt="2024-01-30T08:18:26.476" v="4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850F98AA-AE2A-4081-B180-725FB7075F49}" dt="2024-01-30T08:23:32.249" v="31" actId="20577"/>
        <pc:sldMkLst>
          <pc:docMk/>
          <pc:sldMk cId="1054229470" sldId="581"/>
        </pc:sldMkLst>
      </pc:sldChg>
      <pc:sldChg chg="modSp mod">
        <pc:chgData name="Manuj" userId="1a07f523-e16f-486a-b610-37539cc763a0" providerId="ADAL" clId="{850F98AA-AE2A-4081-B180-725FB7075F49}" dt="2024-01-30T08:18:55.658" v="14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Sharvari Kulkarni" userId="S::sharvari.kulkarni@webberec.com::5f0d8fd3-c69b-459f-ac2b-0e751844282f" providerId="AD" clId="Web-{35CEB640-0559-2298-D150-49B41E35CEFC}"/>
    <pc:docChg chg="addSld modSld">
      <pc:chgData name="Sharvari Kulkarni" userId="S::sharvari.kulkarni@webberec.com::5f0d8fd3-c69b-459f-ac2b-0e751844282f" providerId="AD" clId="Web-{35CEB640-0559-2298-D150-49B41E35CEFC}" dt="2025-03-11T10:54:05.864" v="72" actId="1076"/>
      <pc:docMkLst>
        <pc:docMk/>
      </pc:docMkLst>
      <pc:sldChg chg="addSp delSp modSp">
        <pc:chgData name="Sharvari Kulkarni" userId="S::sharvari.kulkarni@webberec.com::5f0d8fd3-c69b-459f-ac2b-0e751844282f" providerId="AD" clId="Web-{35CEB640-0559-2298-D150-49B41E35CEFC}" dt="2025-03-11T07:48:27.243" v="54" actId="1076"/>
        <pc:sldMkLst>
          <pc:docMk/>
          <pc:sldMk cId="4028893296" sldId="577"/>
        </pc:sldMkLst>
      </pc:sldChg>
      <pc:sldChg chg="modSp">
        <pc:chgData name="Sharvari Kulkarni" userId="S::sharvari.kulkarni@webberec.com::5f0d8fd3-c69b-459f-ac2b-0e751844282f" providerId="AD" clId="Web-{35CEB640-0559-2298-D150-49B41E35CEFC}" dt="2025-03-11T07:43:47.642" v="39"/>
        <pc:sldMkLst>
          <pc:docMk/>
          <pc:sldMk cId="2743113738" sldId="578"/>
        </pc:sldMkLst>
      </pc:sldChg>
      <pc:sldChg chg="modSp">
        <pc:chgData name="Sharvari Kulkarni" userId="S::sharvari.kulkarni@webberec.com::5f0d8fd3-c69b-459f-ac2b-0e751844282f" providerId="AD" clId="Web-{35CEB640-0559-2298-D150-49B41E35CEFC}" dt="2025-03-11T07:10:19.144" v="15" actId="20577"/>
        <pc:sldMkLst>
          <pc:docMk/>
          <pc:sldMk cId="1054229470" sldId="581"/>
        </pc:sldMkLst>
      </pc:sldChg>
      <pc:sldChg chg="addSp delSp modSp add">
        <pc:chgData name="Sharvari Kulkarni" userId="S::sharvari.kulkarni@webberec.com::5f0d8fd3-c69b-459f-ac2b-0e751844282f" providerId="AD" clId="Web-{35CEB640-0559-2298-D150-49B41E35CEFC}" dt="2025-03-11T10:54:05.864" v="72" actId="1076"/>
        <pc:sldMkLst>
          <pc:docMk/>
          <pc:sldMk cId="1917565795" sldId="583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1a07f523-e16f-486a-b610-37539cc763a0" providerId="ADAL" clId="{C076B7E3-923E-4B7A-A357-C757E91B6A99}"/>
    <pc:docChg chg="undo custSel delSld modSld">
      <pc:chgData name="Manuj Agrawal" userId="1a07f523-e16f-486a-b610-37539cc763a0" providerId="ADAL" clId="{C076B7E3-923E-4B7A-A357-C757E91B6A99}" dt="2025-08-28T09:34:38.478" v="139" actId="2696"/>
      <pc:docMkLst>
        <pc:docMk/>
      </pc:docMkLst>
      <pc:sldChg chg="delSp modSp del">
        <pc:chgData name="Manuj Agrawal" userId="1a07f523-e16f-486a-b610-37539cc763a0" providerId="ADAL" clId="{C076B7E3-923E-4B7A-A357-C757E91B6A99}" dt="2025-08-28T09:34:38.478" v="139" actId="2696"/>
        <pc:sldMkLst>
          <pc:docMk/>
          <pc:sldMk cId="2856650110" sldId="566"/>
        </pc:sldMkLst>
        <pc:picChg chg="del">
          <ac:chgData name="Manuj Agrawal" userId="1a07f523-e16f-486a-b610-37539cc763a0" providerId="ADAL" clId="{C076B7E3-923E-4B7A-A357-C757E91B6A99}" dt="2025-08-28T09:33:04.860" v="60" actId="478"/>
          <ac:picMkLst>
            <pc:docMk/>
            <pc:sldMk cId="2856650110" sldId="566"/>
            <ac:picMk id="1028" creationId="{055F6C0F-5914-8C76-8F10-1C1DDB57CDFC}"/>
          </ac:picMkLst>
        </pc:picChg>
        <pc:picChg chg="del">
          <ac:chgData name="Manuj Agrawal" userId="1a07f523-e16f-486a-b610-37539cc763a0" providerId="ADAL" clId="{C076B7E3-923E-4B7A-A357-C757E91B6A99}" dt="2025-08-28T09:33:06.543" v="61" actId="478"/>
          <ac:picMkLst>
            <pc:docMk/>
            <pc:sldMk cId="2856650110" sldId="566"/>
            <ac:picMk id="1030" creationId="{30BE1287-A6A0-7722-ACDE-A3FE74A8C016}"/>
          </ac:picMkLst>
        </pc:picChg>
        <pc:picChg chg="mod">
          <ac:chgData name="Manuj Agrawal" userId="1a07f523-e16f-486a-b610-37539cc763a0" providerId="ADAL" clId="{C076B7E3-923E-4B7A-A357-C757E91B6A99}" dt="2025-08-28T09:33:12.401" v="109" actId="1037"/>
          <ac:picMkLst>
            <pc:docMk/>
            <pc:sldMk cId="2856650110" sldId="566"/>
            <ac:picMk id="1032" creationId="{9951C053-7EEF-CA28-F5E3-6A9A8F2F070A}"/>
          </ac:picMkLst>
        </pc:picChg>
        <pc:picChg chg="mod">
          <ac:chgData name="Manuj Agrawal" userId="1a07f523-e16f-486a-b610-37539cc763a0" providerId="ADAL" clId="{C076B7E3-923E-4B7A-A357-C757E91B6A99}" dt="2025-08-28T09:33:15.982" v="135" actId="1037"/>
          <ac:picMkLst>
            <pc:docMk/>
            <pc:sldMk cId="2856650110" sldId="566"/>
            <ac:picMk id="1034" creationId="{7F229806-6913-5887-1EB5-B506AAC3CA1B}"/>
          </ac:picMkLst>
        </pc:picChg>
      </pc:sldChg>
      <pc:sldChg chg="addSp delSp modSp mod">
        <pc:chgData name="Manuj Agrawal" userId="1a07f523-e16f-486a-b610-37539cc763a0" providerId="ADAL" clId="{C076B7E3-923E-4B7A-A357-C757E91B6A99}" dt="2025-08-28T09:32:24.849" v="57" actId="20577"/>
        <pc:sldMkLst>
          <pc:docMk/>
          <pc:sldMk cId="247023824" sldId="572"/>
        </pc:sldMkLst>
        <pc:graphicFrameChg chg="add del mod modGraphic">
          <ac:chgData name="Manuj Agrawal" userId="1a07f523-e16f-486a-b610-37539cc763a0" providerId="ADAL" clId="{C076B7E3-923E-4B7A-A357-C757E91B6A99}" dt="2025-08-28T09:32:24.849" v="57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Manuj Agrawal" userId="1a07f523-e16f-486a-b610-37539cc763a0" providerId="ADAL" clId="{C076B7E3-923E-4B7A-A357-C757E91B6A99}" dt="2025-08-28T09:33:30.271" v="138" actId="20577"/>
        <pc:sldMkLst>
          <pc:docMk/>
          <pc:sldMk cId="4028893296" sldId="577"/>
        </pc:sldMkLst>
        <pc:spChg chg="mod">
          <ac:chgData name="Manuj Agrawal" userId="1a07f523-e16f-486a-b610-37539cc763a0" providerId="ADAL" clId="{C076B7E3-923E-4B7A-A357-C757E91B6A99}" dt="2025-08-28T09:33:30.271" v="138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Manuj Agrawal" userId="1a07f523-e16f-486a-b610-37539cc763a0" providerId="ADAL" clId="{C076B7E3-923E-4B7A-A357-C757E91B6A99}" dt="2025-08-28T09:32:00.957" v="50" actId="1036"/>
        <pc:sldMkLst>
          <pc:docMk/>
          <pc:sldMk cId="2743113738" sldId="578"/>
        </pc:sldMkLst>
        <pc:spChg chg="mod">
          <ac:chgData name="Manuj Agrawal" userId="1a07f523-e16f-486a-b610-37539cc763a0" providerId="ADAL" clId="{C076B7E3-923E-4B7A-A357-C757E91B6A99}" dt="2025-08-28T09:32:00.957" v="50" actId="1036"/>
          <ac:spMkLst>
            <pc:docMk/>
            <pc:sldMk cId="2743113738" sldId="578"/>
            <ac:spMk id="3" creationId="{D1DE6727-9C6D-2728-16FD-D8E62BB03691}"/>
          </ac:spMkLst>
        </pc:spChg>
        <pc:graphicFrameChg chg="modGraphic">
          <ac:chgData name="Manuj Agrawal" userId="1a07f523-e16f-486a-b610-37539cc763a0" providerId="ADAL" clId="{C076B7E3-923E-4B7A-A357-C757E91B6A99}" dt="2025-08-28T09:31:45.699" v="29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 Agrawal" userId="1a07f523-e16f-486a-b610-37539cc763a0" providerId="ADAL" clId="{C076B7E3-923E-4B7A-A357-C757E91B6A99}" dt="2025-08-28T09:30:28.703" v="15" actId="20577"/>
        <pc:sldMkLst>
          <pc:docMk/>
          <pc:sldMk cId="1054229470" sldId="581"/>
        </pc:sldMkLst>
        <pc:spChg chg="mod">
          <ac:chgData name="Manuj Agrawal" userId="1a07f523-e16f-486a-b610-37539cc763a0" providerId="ADAL" clId="{C076B7E3-923E-4B7A-A357-C757E91B6A99}" dt="2025-08-28T09:30:28.703" v="15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Manuj Agrawal" userId="1a07f523-e16f-486a-b610-37539cc763a0" providerId="ADAL" clId="{C076B7E3-923E-4B7A-A357-C757E91B6A99}" dt="2025-08-28T09:32:53.495" v="58" actId="47"/>
        <pc:sldMkLst>
          <pc:docMk/>
          <pc:sldMk cId="1917565795" sldId="583"/>
        </pc:sldMkLst>
      </pc:sldChg>
      <pc:sldChg chg="del">
        <pc:chgData name="Manuj Agrawal" userId="1a07f523-e16f-486a-b610-37539cc763a0" providerId="ADAL" clId="{C076B7E3-923E-4B7A-A357-C757E91B6A99}" dt="2025-08-28T09:32:54.602" v="59" actId="47"/>
        <pc:sldMkLst>
          <pc:docMk/>
          <pc:sldMk cId="3593603217" sldId="584"/>
        </pc:sldMkLst>
      </pc:sldChg>
    </pc:docChg>
  </pc:docChgLst>
  <pc:docChgLst>
    <pc:chgData clId="Web-{2127FA49-A7AA-4366-3607-98AA1B05657D}"/>
    <pc:docChg chg="modSld">
      <pc:chgData name="" userId="" providerId="" clId="Web-{2127FA49-A7AA-4366-3607-98AA1B05657D}" dt="2025-03-11T12:50:19.376" v="2" actId="20577"/>
      <pc:docMkLst>
        <pc:docMk/>
      </pc:docMkLst>
      <pc:sldChg chg="modSp">
        <pc:chgData name="" userId="" providerId="" clId="Web-{2127FA49-A7AA-4366-3607-98AA1B05657D}" dt="2025-03-11T12:50:19.376" v="2" actId="20577"/>
        <pc:sldMkLst>
          <pc:docMk/>
          <pc:sldMk cId="4028893296" sldId="577"/>
        </pc:sldMkLst>
      </pc:sldChg>
    </pc:docChg>
  </pc:docChgLst>
  <pc:docChgLst>
    <pc:chgData name="Sharvari Kulkarni" userId="S::sharvari.kulkarni@webberec.com::5f0d8fd3-c69b-459f-ac2b-0e751844282f" providerId="AD" clId="Web-{E94ED628-8082-707F-B37C-CB18BD895212}"/>
    <pc:docChg chg="addSld modSld">
      <pc:chgData name="Sharvari Kulkarni" userId="S::sharvari.kulkarni@webberec.com::5f0d8fd3-c69b-459f-ac2b-0e751844282f" providerId="AD" clId="Web-{E94ED628-8082-707F-B37C-CB18BD895212}" dt="2025-03-11T11:16:22.699" v="89" actId="1076"/>
      <pc:docMkLst>
        <pc:docMk/>
      </pc:docMkLst>
      <pc:sldChg chg="addSp delSp modSp mod setBg setFolMasterObjs">
        <pc:chgData name="Sharvari Kulkarni" userId="S::sharvari.kulkarni@webberec.com::5f0d8fd3-c69b-459f-ac2b-0e751844282f" providerId="AD" clId="Web-{E94ED628-8082-707F-B37C-CB18BD895212}" dt="2025-03-11T11:16:22.699" v="89" actId="1076"/>
        <pc:sldMkLst>
          <pc:docMk/>
          <pc:sldMk cId="1917565795" sldId="583"/>
        </pc:sldMkLst>
      </pc:sldChg>
      <pc:sldChg chg="addSp delSp modSp add">
        <pc:chgData name="Sharvari Kulkarni" userId="S::sharvari.kulkarni@webberec.com::5f0d8fd3-c69b-459f-ac2b-0e751844282f" providerId="AD" clId="Web-{E94ED628-8082-707F-B37C-CB18BD895212}" dt="2025-03-11T11:13:20.864" v="69"/>
        <pc:sldMkLst>
          <pc:docMk/>
          <pc:sldMk cId="3593603217" sldId="584"/>
        </pc:sldMkLst>
      </pc:sld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Sharvari Kulkarni" userId="S::sharvari.kulkarni@webberec.com::5f0d8fd3-c69b-459f-ac2b-0e751844282f" providerId="AD" clId="Web-{1482F56A-C622-BBEF-CECB-7A9439B67753}"/>
    <pc:docChg chg="modSld">
      <pc:chgData name="Sharvari Kulkarni" userId="S::sharvari.kulkarni@webberec.com::5f0d8fd3-c69b-459f-ac2b-0e751844282f" providerId="AD" clId="Web-{1482F56A-C622-BBEF-CECB-7A9439B67753}" dt="2025-03-11T12:39:54.576" v="9" actId="20577"/>
      <pc:docMkLst>
        <pc:docMk/>
      </pc:docMkLst>
      <pc:sldChg chg="modSp">
        <pc:chgData name="Sharvari Kulkarni" userId="S::sharvari.kulkarni@webberec.com::5f0d8fd3-c69b-459f-ac2b-0e751844282f" providerId="AD" clId="Web-{1482F56A-C622-BBEF-CECB-7A9439B67753}" dt="2025-03-11T12:39:54.576" v="9" actId="20577"/>
        <pc:sldMkLst>
          <pc:docMk/>
          <pc:sldMk cId="1054229470" sldId="581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Sharvari Kulkarni" userId="S::sharvari.kulkarni@webberec.com::5f0d8fd3-c69b-459f-ac2b-0e751844282f" providerId="AD" clId="Web-{4958F133-3429-BF54-5A9D-56A54CA294C8}"/>
    <pc:docChg chg="modSld">
      <pc:chgData name="Sharvari Kulkarni" userId="S::sharvari.kulkarni@webberec.com::5f0d8fd3-c69b-459f-ac2b-0e751844282f" providerId="AD" clId="Web-{4958F133-3429-BF54-5A9D-56A54CA294C8}" dt="2025-03-11T12:24:35.855" v="100"/>
      <pc:docMkLst>
        <pc:docMk/>
      </pc:docMkLst>
      <pc:sldChg chg="addSp modSp">
        <pc:chgData name="Sharvari Kulkarni" userId="S::sharvari.kulkarni@webberec.com::5f0d8fd3-c69b-459f-ac2b-0e751844282f" providerId="AD" clId="Web-{4958F133-3429-BF54-5A9D-56A54CA294C8}" dt="2025-03-11T12:19:32.898" v="68" actId="1076"/>
        <pc:sldMkLst>
          <pc:docMk/>
          <pc:sldMk cId="2856650110" sldId="566"/>
        </pc:sldMkLst>
      </pc:sldChg>
      <pc:sldChg chg="modSp">
        <pc:chgData name="Sharvari Kulkarni" userId="S::sharvari.kulkarni@webberec.com::5f0d8fd3-c69b-459f-ac2b-0e751844282f" providerId="AD" clId="Web-{4958F133-3429-BF54-5A9D-56A54CA294C8}" dt="2025-03-11T12:24:35.855" v="100"/>
        <pc:sldMkLst>
          <pc:docMk/>
          <pc:sldMk cId="2743113738" sldId="578"/>
        </pc:sldMkLst>
      </pc:sldChg>
      <pc:sldChg chg="modSp">
        <pc:chgData name="Sharvari Kulkarni" userId="S::sharvari.kulkarni@webberec.com::5f0d8fd3-c69b-459f-ac2b-0e751844282f" providerId="AD" clId="Web-{4958F133-3429-BF54-5A9D-56A54CA294C8}" dt="2025-03-11T12:23:24.385" v="80" actId="20577"/>
        <pc:sldMkLst>
          <pc:docMk/>
          <pc:sldMk cId="1054229470" sldId="581"/>
        </pc:sldMkLst>
      </pc:sldChg>
    </pc:docChg>
  </pc:docChgLst>
  <pc:docChgLst>
    <pc:chgData name="Sharvari Kulkarni" userId="S::sharvari.kulkarni@webberec.com::5f0d8fd3-c69b-459f-ac2b-0e751844282f" providerId="AD" clId="Web-{DC505F43-9C4B-EBD2-176A-0AC085464E85}"/>
    <pc:docChg chg="modSld">
      <pc:chgData name="Sharvari Kulkarni" userId="S::sharvari.kulkarni@webberec.com::5f0d8fd3-c69b-459f-ac2b-0e751844282f" providerId="AD" clId="Web-{DC505F43-9C4B-EBD2-176A-0AC085464E85}" dt="2025-03-11T06:25:37.359" v="15"/>
      <pc:docMkLst>
        <pc:docMk/>
      </pc:docMkLst>
      <pc:sldChg chg="modSp">
        <pc:chgData name="Sharvari Kulkarni" userId="S::sharvari.kulkarni@webberec.com::5f0d8fd3-c69b-459f-ac2b-0e751844282f" providerId="AD" clId="Web-{DC505F43-9C4B-EBD2-176A-0AC085464E85}" dt="2025-03-11T06:25:37.359" v="15"/>
        <pc:sldMkLst>
          <pc:docMk/>
          <pc:sldMk cId="247023824" sldId="572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Sharvari Kulkarni" userId="S::sharvari.kulkarni@webberec.com::5f0d8fd3-c69b-459f-ac2b-0e751844282f" providerId="AD" clId="Web-{593973B3-5CB2-CD30-6CE7-5301356CF74C}"/>
    <pc:docChg chg="modSld">
      <pc:chgData name="Sharvari Kulkarni" userId="S::sharvari.kulkarni@webberec.com::5f0d8fd3-c69b-459f-ac2b-0e751844282f" providerId="AD" clId="Web-{593973B3-5CB2-CD30-6CE7-5301356CF74C}" dt="2025-03-11T11:19:41.711" v="63"/>
      <pc:docMkLst>
        <pc:docMk/>
      </pc:docMkLst>
      <pc:sldChg chg="modSp">
        <pc:chgData name="Sharvari Kulkarni" userId="S::sharvari.kulkarni@webberec.com::5f0d8fd3-c69b-459f-ac2b-0e751844282f" providerId="AD" clId="Web-{593973B3-5CB2-CD30-6CE7-5301356CF74C}" dt="2025-03-11T11:19:41.711" v="63"/>
        <pc:sldMkLst>
          <pc:docMk/>
          <pc:sldMk cId="247023824" sldId="572"/>
        </pc:sldMkLst>
      </pc:sldChg>
      <pc:sldChg chg="modSp">
        <pc:chgData name="Sharvari Kulkarni" userId="S::sharvari.kulkarni@webberec.com::5f0d8fd3-c69b-459f-ac2b-0e751844282f" providerId="AD" clId="Web-{593973B3-5CB2-CD30-6CE7-5301356CF74C}" dt="2025-03-11T11:19:02.022" v="49"/>
        <pc:sldMkLst>
          <pc:docMk/>
          <pc:sldMk cId="2743113738" sldId="578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Sharvari Kulkarni" userId="S::sharvari.kulkarni@webberec.com::5f0d8fd3-c69b-459f-ac2b-0e751844282f" providerId="AD" clId="Web-{1C8A4B23-D9C9-7BB8-4DE7-B963F6215EB3}"/>
    <pc:docChg chg="modSld">
      <pc:chgData name="Sharvari Kulkarni" userId="S::sharvari.kulkarni@webberec.com::5f0d8fd3-c69b-459f-ac2b-0e751844282f" providerId="AD" clId="Web-{1C8A4B23-D9C9-7BB8-4DE7-B963F6215EB3}" dt="2025-02-13T12:40:19.262" v="120"/>
      <pc:docMkLst>
        <pc:docMk/>
      </pc:docMkLst>
    </pc:docChg>
  </pc:docChgLst>
  <pc:docChgLst>
    <pc:chgData name="Sharvari Kulkarni" userId="S::sharvari.kulkarni@webberec.com::5f0d8fd3-c69b-459f-ac2b-0e751844282f" providerId="AD" clId="Web-{3F357E50-8D81-5FF9-9600-35D4AF8BDDD5}"/>
    <pc:docChg chg="delSld modSld">
      <pc:chgData name="Sharvari Kulkarni" userId="S::sharvari.kulkarni@webberec.com::5f0d8fd3-c69b-459f-ac2b-0e751844282f" providerId="AD" clId="Web-{3F357E50-8D81-5FF9-9600-35D4AF8BDDD5}" dt="2025-02-13T14:33:06.436" v="185"/>
      <pc:docMkLst>
        <pc:docMk/>
      </pc:docMkLst>
      <pc:sldChg chg="addSp delSp modSp">
        <pc:chgData name="Sharvari Kulkarni" userId="S::sharvari.kulkarni@webberec.com::5f0d8fd3-c69b-459f-ac2b-0e751844282f" providerId="AD" clId="Web-{3F357E50-8D81-5FF9-9600-35D4AF8BDDD5}" dt="2025-02-13T14:17:21.310" v="87" actId="1076"/>
        <pc:sldMkLst>
          <pc:docMk/>
          <pc:sldMk cId="2856650110" sldId="566"/>
        </pc:sldMkLst>
      </pc:sldChg>
      <pc:sldChg chg="addSp delSp modSp">
        <pc:chgData name="Sharvari Kulkarni" userId="S::sharvari.kulkarni@webberec.com::5f0d8fd3-c69b-459f-ac2b-0e751844282f" providerId="AD" clId="Web-{3F357E50-8D81-5FF9-9600-35D4AF8BDDD5}" dt="2025-02-13T14:21:35.361" v="129"/>
        <pc:sldMkLst>
          <pc:docMk/>
          <pc:sldMk cId="247023824" sldId="572"/>
        </pc:sldMkLst>
      </pc:sldChg>
      <pc:sldChg chg="addSp delSp modSp">
        <pc:chgData name="Sharvari Kulkarni" userId="S::sharvari.kulkarni@webberec.com::5f0d8fd3-c69b-459f-ac2b-0e751844282f" providerId="AD" clId="Web-{3F357E50-8D81-5FF9-9600-35D4AF8BDDD5}" dt="2025-02-13T14:25:16.646" v="156" actId="20577"/>
        <pc:sldMkLst>
          <pc:docMk/>
          <pc:sldMk cId="4028893296" sldId="577"/>
        </pc:sldMkLst>
      </pc:sldChg>
      <pc:sldChg chg="modSp">
        <pc:chgData name="Sharvari Kulkarni" userId="S::sharvari.kulkarni@webberec.com::5f0d8fd3-c69b-459f-ac2b-0e751844282f" providerId="AD" clId="Web-{3F357E50-8D81-5FF9-9600-35D4AF8BDDD5}" dt="2025-02-13T14:33:06.436" v="185"/>
        <pc:sldMkLst>
          <pc:docMk/>
          <pc:sldMk cId="2743113738" sldId="578"/>
        </pc:sldMkLst>
      </pc:sldChg>
      <pc:sldChg chg="modSp">
        <pc:chgData name="Sharvari Kulkarni" userId="S::sharvari.kulkarni@webberec.com::5f0d8fd3-c69b-459f-ac2b-0e751844282f" providerId="AD" clId="Web-{3F357E50-8D81-5FF9-9600-35D4AF8BDDD5}" dt="2025-02-13T14:31:56.763" v="169" actId="20577"/>
        <pc:sldMkLst>
          <pc:docMk/>
          <pc:sldMk cId="1054229470" sldId="581"/>
        </pc:sldMkLst>
      </pc:sldChg>
      <pc:sldChg chg="del">
        <pc:chgData name="Sharvari Kulkarni" userId="S::sharvari.kulkarni@webberec.com::5f0d8fd3-c69b-459f-ac2b-0e751844282f" providerId="AD" clId="Web-{3F357E50-8D81-5FF9-9600-35D4AF8BDDD5}" dt="2025-02-13T13:49:17.422" v="17"/>
        <pc:sldMkLst>
          <pc:docMk/>
          <pc:sldMk cId="1917565795" sldId="583"/>
        </pc:sldMkLst>
      </pc:sldChg>
      <pc:sldChg chg="del">
        <pc:chgData name="Sharvari Kulkarni" userId="S::sharvari.kulkarni@webberec.com::5f0d8fd3-c69b-459f-ac2b-0e751844282f" providerId="AD" clId="Web-{3F357E50-8D81-5FF9-9600-35D4AF8BDDD5}" dt="2025-02-13T13:49:15.641" v="16"/>
        <pc:sldMkLst>
          <pc:docMk/>
          <pc:sldMk cId="2234882258" sldId="584"/>
        </pc:sldMkLst>
      </pc:sldChg>
      <pc:sldChg chg="modSp del">
        <pc:chgData name="Sharvari Kulkarni" userId="S::sharvari.kulkarni@webberec.com::5f0d8fd3-c69b-459f-ac2b-0e751844282f" providerId="AD" clId="Web-{3F357E50-8D81-5FF9-9600-35D4AF8BDDD5}" dt="2025-02-13T14:22:14.065" v="132"/>
        <pc:sldMkLst>
          <pc:docMk/>
          <pc:sldMk cId="3826781572" sldId="585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Sharvari Kulkarni" userId="S::sharvari.kulkarni@webberec.com::5f0d8fd3-c69b-459f-ac2b-0e751844282f" providerId="AD" clId="Web-{5F6CDE70-2C3F-91C3-B75F-84EE7D5D03B8}"/>
    <pc:docChg chg="modSld">
      <pc:chgData name="Sharvari Kulkarni" userId="S::sharvari.kulkarni@webberec.com::5f0d8fd3-c69b-459f-ac2b-0e751844282f" providerId="AD" clId="Web-{5F6CDE70-2C3F-91C3-B75F-84EE7D5D03B8}" dt="2025-05-30T05:40:40.700" v="43"/>
      <pc:docMkLst>
        <pc:docMk/>
      </pc:docMkLst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clId="Web-{4958F133-3429-BF54-5A9D-56A54CA294C8}"/>
    <pc:docChg chg="modSld">
      <pc:chgData name="" userId="" providerId="" clId="Web-{4958F133-3429-BF54-5A9D-56A54CA294C8}" dt="2025-03-11T12:12:38.612" v="1" actId="20577"/>
      <pc:docMkLst>
        <pc:docMk/>
      </pc:docMkLst>
      <pc:sldChg chg="modSp">
        <pc:chgData name="" userId="" providerId="" clId="Web-{4958F133-3429-BF54-5A9D-56A54CA294C8}" dt="2025-03-11T12:12:38.612" v="1" actId="20577"/>
        <pc:sldMkLst>
          <pc:docMk/>
          <pc:sldMk cId="4028893296" sldId="577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Sharvari Kulkarni" userId="S::sharvari.kulkarni@webberec.com::5f0d8fd3-c69b-459f-ac2b-0e751844282f" providerId="AD" clId="Web-{2127FA49-A7AA-4366-3607-98AA1B05657D}"/>
    <pc:docChg chg="modSld">
      <pc:chgData name="Sharvari Kulkarni" userId="S::sharvari.kulkarni@webberec.com::5f0d8fd3-c69b-459f-ac2b-0e751844282f" providerId="AD" clId="Web-{2127FA49-A7AA-4366-3607-98AA1B05657D}" dt="2025-03-11T12:50:20.064" v="0" actId="20577"/>
      <pc:docMkLst>
        <pc:docMk/>
      </pc:docMkLst>
      <pc:sldChg chg="modSp">
        <pc:chgData name="Sharvari Kulkarni" userId="S::sharvari.kulkarni@webberec.com::5f0d8fd3-c69b-459f-ac2b-0e751844282f" providerId="AD" clId="Web-{2127FA49-A7AA-4366-3607-98AA1B05657D}" dt="2025-03-11T12:50:20.064" v="0" actId="20577"/>
        <pc:sldMkLst>
          <pc:docMk/>
          <pc:sldMk cId="4028893296" sldId="577"/>
        </pc:sldMkLst>
      </pc:sldChg>
    </pc:docChg>
  </pc:docChgLst>
  <pc:docChgLst>
    <pc:chgData clId="Web-{35CEB640-0559-2298-D150-49B41E35CEFC}"/>
    <pc:docChg chg="modSld">
      <pc:chgData name="" userId="" providerId="" clId="Web-{35CEB640-0559-2298-D150-49B41E35CEFC}" dt="2025-03-11T07:08:50.469" v="2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8/28/2025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240984" y="1709157"/>
            <a:ext cx="639130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t"/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8S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100A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Specification Sheet </a:t>
            </a:r>
            <a:r>
              <a:rPr lang="en-IN" sz="20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v1.0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7B68C-C2E7-8B90-E0CA-91180BF6E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92" y="5123623"/>
            <a:ext cx="6607742" cy="410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67020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Scalable up to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8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12-24V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BLE </a:t>
            </a:r>
            <a:r>
              <a:rPr lang="en-US" sz="1600" dirty="0">
                <a:latin typeface="Calibri"/>
                <a:ea typeface="Calibri"/>
                <a:cs typeface="Calibri"/>
              </a:rPr>
              <a:t>and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 dirty="0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150mA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93255"/>
              </p:ext>
            </p:extLst>
          </p:nvPr>
        </p:nvGraphicFramePr>
        <p:xfrm>
          <a:off x="435894" y="250483"/>
          <a:ext cx="6131249" cy="8235511"/>
        </p:xfrm>
        <a:graphic>
          <a:graphicData uri="http://schemas.openxmlformats.org/drawingml/2006/table">
            <a:tbl>
              <a:tblPr/>
              <a:tblGrid>
                <a:gridCol w="1225266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1924016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1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Min: 4  Max: 8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 V (16S)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85 mm X 15 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 </a:t>
                      </a:r>
                      <a:endParaRPr lang="en-US" sz="10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~150 mA</a:t>
                      </a:r>
                      <a:endParaRPr lang="en-US" dirty="0"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external channels for cell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150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160A/20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 err="1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88080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26758"/>
              </p:ext>
            </p:extLst>
          </p:nvPr>
        </p:nvGraphicFramePr>
        <p:xfrm>
          <a:off x="357350" y="355841"/>
          <a:ext cx="6193378" cy="8439382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150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805</Words>
  <Application>Microsoft Office PowerPoint</Application>
  <PresentationFormat>A4 Paper (210x297 mm)</PresentationFormat>
  <Paragraphs>157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 Agrawal</cp:lastModifiedBy>
  <cp:revision>359</cp:revision>
  <cp:lastPrinted>2023-11-21T08:53:41Z</cp:lastPrinted>
  <dcterms:created xsi:type="dcterms:W3CDTF">2018-05-28T01:20:05Z</dcterms:created>
  <dcterms:modified xsi:type="dcterms:W3CDTF">2025-08-28T09:34:39Z</dcterms:modified>
</cp:coreProperties>
</file>