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77" r:id="rId2"/>
    <p:sldId id="566" r:id="rId3"/>
    <p:sldId id="581" r:id="rId4"/>
    <p:sldId id="578" r:id="rId5"/>
    <p:sldId id="572" r:id="rId6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2640" y="4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 Marwaha" userId="f39ffc35-35af-4f7b-b03f-a7583911184d" providerId="ADAL" clId="{8A38F5D9-D63F-4320-9DD4-3D1B65E2BDF5}"/>
    <pc:docChg chg="modSld">
      <pc:chgData name="Bhanu Marwaha" userId="f39ffc35-35af-4f7b-b03f-a7583911184d" providerId="ADAL" clId="{8A38F5D9-D63F-4320-9DD4-3D1B65E2BDF5}" dt="2025-04-14T09:43:17.398" v="5" actId="20577"/>
      <pc:docMkLst>
        <pc:docMk/>
      </pc:docMkLst>
      <pc:sldChg chg="modSp mod">
        <pc:chgData name="Bhanu Marwaha" userId="f39ffc35-35af-4f7b-b03f-a7583911184d" providerId="ADAL" clId="{8A38F5D9-D63F-4320-9DD4-3D1B65E2BDF5}" dt="2025-04-14T09:43:17.398" v="5" actId="20577"/>
        <pc:sldMkLst>
          <pc:docMk/>
          <pc:sldMk cId="4028893296" sldId="577"/>
        </pc:sldMkLst>
        <pc:spChg chg="mod">
          <ac:chgData name="Bhanu Marwaha" userId="f39ffc35-35af-4f7b-b03f-a7583911184d" providerId="ADAL" clId="{8A38F5D9-D63F-4320-9DD4-3D1B65E2BDF5}" dt="2025-04-14T09:43:17.398" v="5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 mod">
        <pc:chgData name="Bhanu Marwaha" userId="f39ffc35-35af-4f7b-b03f-a7583911184d" providerId="ADAL" clId="{8A38F5D9-D63F-4320-9DD4-3D1B65E2BDF5}" dt="2025-04-14T09:37:47.686" v="3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8A38F5D9-D63F-4320-9DD4-3D1B65E2BDF5}" dt="2025-04-14T09:37:47.686" v="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Bhanu Marwaha" userId="f39ffc35-35af-4f7b-b03f-a7583911184d" providerId="ADAL" clId="{55B3D466-80F7-490E-AFEF-6AC59A60F185}"/>
    <pc:docChg chg="undo redo custSel modSld">
      <pc:chgData name="Bhanu Marwaha" userId="f39ffc35-35af-4f7b-b03f-a7583911184d" providerId="ADAL" clId="{55B3D466-80F7-490E-AFEF-6AC59A60F185}" dt="2025-02-14T06:59:32.054" v="67" actId="20577"/>
      <pc:docMkLst>
        <pc:docMk/>
      </pc:docMkLst>
      <pc:sldChg chg="modSp mod">
        <pc:chgData name="Bhanu Marwaha" userId="f39ffc35-35af-4f7b-b03f-a7583911184d" providerId="ADAL" clId="{55B3D466-80F7-490E-AFEF-6AC59A60F185}" dt="2025-02-14T06:50:30.607" v="49" actId="20577"/>
        <pc:sldMkLst>
          <pc:docMk/>
          <pc:sldMk cId="247023824" sldId="572"/>
        </pc:sldMkLst>
        <pc:graphicFrameChg chg="mod modGraphic">
          <ac:chgData name="Bhanu Marwaha" userId="f39ffc35-35af-4f7b-b03f-a7583911184d" providerId="ADAL" clId="{55B3D466-80F7-490E-AFEF-6AC59A60F185}" dt="2025-02-14T06:50:30.607" v="49" actId="20577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Bhanu Marwaha" userId="f39ffc35-35af-4f7b-b03f-a7583911184d" providerId="ADAL" clId="{55B3D466-80F7-490E-AFEF-6AC59A60F185}" dt="2025-02-14T06:59:32.054" v="67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55B3D466-80F7-490E-AFEF-6AC59A60F185}" dt="2025-02-14T06:59:32.054" v="67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8</a:t>
            </a:r>
            <a:r>
              <a:rPr lang="en-US" sz="4400" b="1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0A</a:t>
            </a:r>
            <a:endParaRPr lang="en-US" sz="440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Specification Sheet </a:t>
            </a:r>
            <a:r>
              <a:rPr lang="en-IN" sz="2000" b="1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v1.0</a:t>
            </a:r>
            <a:endParaRPr lang="en-IN" sz="50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76C77-7D05-CA37-F738-F8853F1BB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12" y="4698795"/>
            <a:ext cx="6403196" cy="44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81F6E0A9-1915-EFCC-99AB-4A4E4A594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7" y="2022877"/>
            <a:ext cx="6354924" cy="587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42BA3-8802-E996-0012-92EEB289A04F}"/>
              </a:ext>
            </a:extLst>
          </p:cNvPr>
          <p:cNvSpPr/>
          <p:nvPr/>
        </p:nvSpPr>
        <p:spPr>
          <a:xfrm>
            <a:off x="3580627" y="6350828"/>
            <a:ext cx="1024081" cy="212017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4257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8513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2770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77027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1284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65541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09798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54055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NISO CAN2.0B</a:t>
            </a:r>
            <a:endParaRPr lang="en-IN" sz="11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03CE3-AEFF-191B-924B-FD479E96057A}"/>
              </a:ext>
            </a:extLst>
          </p:cNvPr>
          <p:cNvSpPr/>
          <p:nvPr/>
        </p:nvSpPr>
        <p:spPr>
          <a:xfrm>
            <a:off x="4277360" y="4175760"/>
            <a:ext cx="711200" cy="777240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35167-AB3F-3472-28E0-C9A3CC3C01D6}"/>
              </a:ext>
            </a:extLst>
          </p:cNvPr>
          <p:cNvSpPr/>
          <p:nvPr/>
        </p:nvSpPr>
        <p:spPr>
          <a:xfrm>
            <a:off x="2164080" y="7396480"/>
            <a:ext cx="1362505" cy="44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58B12-09A4-8A10-BF4B-D7D9964C115C}"/>
              </a:ext>
            </a:extLst>
          </p:cNvPr>
          <p:cNvSpPr txBox="1"/>
          <p:nvPr/>
        </p:nvSpPr>
        <p:spPr>
          <a:xfrm>
            <a:off x="2245360" y="7396480"/>
            <a:ext cx="1183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 RS232       RS485</a:t>
            </a:r>
            <a:endParaRPr lang="en-I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459006"/>
            <a:ext cx="6010868" cy="7071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Scalable up to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8</a:t>
            </a: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cells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&amp;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12-24V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battery packs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Multiple communication options: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Non-Isolated</a:t>
            </a: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2.0, RS232 </a:t>
            </a:r>
            <a:r>
              <a:rPr lang="en-US" sz="1600">
                <a:latin typeface="Calibri"/>
                <a:ea typeface="Calibri"/>
                <a:cs typeface="Calibri"/>
              </a:rPr>
              <a:t>and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RS485</a:t>
            </a:r>
            <a:endParaRPr lang="en-US" sz="1600" b="1" i="0" u="none" strike="noStrike">
              <a:solidFill>
                <a:srgbClr val="38761D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High side N-MOSFET control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Predischarge control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Short Circuit and Overcurrent in discharge latches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ell balancing current up to </a:t>
            </a:r>
            <a:r>
              <a:rPr lang="en-US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120mA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Deep Discharge Prevention (Auto BMS Shutdown)</a:t>
            </a:r>
            <a:r>
              <a:rPr lang="en-US" sz="1600" b="0" i="0" u="none" strike="noStrike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when cell 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Proprietary </a:t>
            </a:r>
            <a:r>
              <a:rPr lang="en-IN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based field servicing tools </a:t>
            </a:r>
            <a:r>
              <a:rPr lang="en-IN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 </a:t>
            </a:r>
            <a:r>
              <a:rPr lang="en-IN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data monitoring, logging </a:t>
            </a:r>
            <a:r>
              <a:rPr lang="en-IN" sz="16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IN" sz="1600" b="1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182577"/>
              </p:ext>
            </p:extLst>
          </p:nvPr>
        </p:nvGraphicFramePr>
        <p:xfrm>
          <a:off x="435894" y="250483"/>
          <a:ext cx="6131250" cy="8087288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Min: 4  Max: 8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33.6 V (8S)</a:t>
                      </a:r>
                      <a:endParaRPr lang="en-IN" sz="1100" b="1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 </a:t>
                      </a:r>
                      <a:r>
                        <a:rPr lang="pt-B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mm X 70 mm X 16 mm </a:t>
                      </a: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 X B X H)</a:t>
                      </a:r>
                      <a:endParaRPr lang="pt-BR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~150 mA</a:t>
                      </a:r>
                      <a:endParaRPr lang="en-US"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Two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external channels for cell temperature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Voltage Protection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 load removal required. Charging current is allowed.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Level-1</a:t>
                      </a:r>
                      <a:endParaRPr lang="en-US" sz="70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 </a:t>
                      </a: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753572"/>
              </p:ext>
            </p:extLst>
          </p:nvPr>
        </p:nvGraphicFramePr>
        <p:xfrm>
          <a:off x="372590" y="355841"/>
          <a:ext cx="6193378" cy="8439382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for up to 60 seconds 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851</Words>
  <Application>Microsoft Office PowerPoint</Application>
  <PresentationFormat>A4 Paper (210x297 mm)</PresentationFormat>
  <Paragraphs>161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2</cp:revision>
  <cp:lastPrinted>2023-11-21T08:53:41Z</cp:lastPrinted>
  <dcterms:created xsi:type="dcterms:W3CDTF">2018-05-28T01:20:05Z</dcterms:created>
  <dcterms:modified xsi:type="dcterms:W3CDTF">2025-04-14T09:43:32Z</dcterms:modified>
</cp:coreProperties>
</file>