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77" r:id="rId5"/>
    <p:sldId id="566" r:id="rId6"/>
    <p:sldId id="581" r:id="rId7"/>
    <p:sldId id="578" r:id="rId8"/>
    <p:sldId id="572" r:id="rId9"/>
    <p:sldId id="583" r:id="rId10"/>
    <p:sldId id="584" r:id="rId11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9F4"/>
    <a:srgbClr val="AAD4F0"/>
    <a:srgbClr val="FFFFFF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BA596-E691-9689-5C46-C178EE7E5D1A}" v="37" dt="2025-03-24T09:46:46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20"/>
        <p:guide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Kulkarni" userId="S::sharvari.kulkarni@webberec.com::5f0d8fd3-c69b-459f-ac2b-0e751844282f" providerId="AD" clId="Web-{E91BA596-E691-9689-5C46-C178EE7E5D1A}"/>
    <pc:docChg chg="modSld">
      <pc:chgData name="Sharvari Kulkarni" userId="S::sharvari.kulkarni@webberec.com::5f0d8fd3-c69b-459f-ac2b-0e751844282f" providerId="AD" clId="Web-{E91BA596-E691-9689-5C46-C178EE7E5D1A}" dt="2025-03-24T09:46:46.700" v="29" actId="1076"/>
      <pc:docMkLst>
        <pc:docMk/>
      </pc:docMkLst>
      <pc:sldChg chg="addSp delSp modSp">
        <pc:chgData name="Sharvari Kulkarni" userId="S::sharvari.kulkarni@webberec.com::5f0d8fd3-c69b-459f-ac2b-0e751844282f" providerId="AD" clId="Web-{E91BA596-E691-9689-5C46-C178EE7E5D1A}" dt="2025-03-24T09:46:46.700" v="29" actId="1076"/>
        <pc:sldMkLst>
          <pc:docMk/>
          <pc:sldMk cId="4028893296" sldId="577"/>
        </pc:sldMkLst>
        <pc:picChg chg="add mod ord">
          <ac:chgData name="Sharvari Kulkarni" userId="S::sharvari.kulkarni@webberec.com::5f0d8fd3-c69b-459f-ac2b-0e751844282f" providerId="AD" clId="Web-{E91BA596-E691-9689-5C46-C178EE7E5D1A}" dt="2025-03-24T09:46:46.700" v="29" actId="1076"/>
          <ac:picMkLst>
            <pc:docMk/>
            <pc:sldMk cId="4028893296" sldId="577"/>
            <ac:picMk id="2" creationId="{7A379E77-6FE1-71D0-CBDB-E0A700052ABC}"/>
          </ac:picMkLst>
        </pc:picChg>
        <pc:picChg chg="del">
          <ac:chgData name="Sharvari Kulkarni" userId="S::sharvari.kulkarni@webberec.com::5f0d8fd3-c69b-459f-ac2b-0e751844282f" providerId="AD" clId="Web-{E91BA596-E691-9689-5C46-C178EE7E5D1A}" dt="2025-03-24T09:45:48.354" v="23"/>
          <ac:picMkLst>
            <pc:docMk/>
            <pc:sldMk cId="4028893296" sldId="577"/>
            <ac:picMk id="7" creationId="{66CE0C12-A39B-C801-3D52-EC21DEB8E025}"/>
          </ac:picMkLst>
        </pc:picChg>
      </pc:sldChg>
      <pc:sldChg chg="addSp modSp">
        <pc:chgData name="Sharvari Kulkarni" userId="S::sharvari.kulkarni@webberec.com::5f0d8fd3-c69b-459f-ac2b-0e751844282f" providerId="AD" clId="Web-{E91BA596-E691-9689-5C46-C178EE7E5D1A}" dt="2025-03-24T07:07:30.733" v="1" actId="1076"/>
        <pc:sldMkLst>
          <pc:docMk/>
          <pc:sldMk cId="1917565795" sldId="583"/>
        </pc:sldMkLst>
        <pc:picChg chg="add mod">
          <ac:chgData name="Sharvari Kulkarni" userId="S::sharvari.kulkarni@webberec.com::5f0d8fd3-c69b-459f-ac2b-0e751844282f" providerId="AD" clId="Web-{E91BA596-E691-9689-5C46-C178EE7E5D1A}" dt="2025-03-24T07:07:30.733" v="1" actId="1076"/>
          <ac:picMkLst>
            <pc:docMk/>
            <pc:sldMk cId="1917565795" sldId="583"/>
            <ac:picMk id="3" creationId="{85DCBFE5-5DC7-0668-9763-D76FFD8BD4D9}"/>
          </ac:picMkLst>
        </pc:picChg>
      </pc:sldChg>
      <pc:sldChg chg="addSp delSp modSp">
        <pc:chgData name="Sharvari Kulkarni" userId="S::sharvari.kulkarni@webberec.com::5f0d8fd3-c69b-459f-ac2b-0e751844282f" providerId="AD" clId="Web-{E91BA596-E691-9689-5C46-C178EE7E5D1A}" dt="2025-03-24T09:45:30.604" v="22" actId="14100"/>
        <pc:sldMkLst>
          <pc:docMk/>
          <pc:sldMk cId="3593603217" sldId="584"/>
        </pc:sldMkLst>
        <pc:picChg chg="add del mod">
          <ac:chgData name="Sharvari Kulkarni" userId="S::sharvari.kulkarni@webberec.com::5f0d8fd3-c69b-459f-ac2b-0e751844282f" providerId="AD" clId="Web-{E91BA596-E691-9689-5C46-C178EE7E5D1A}" dt="2025-03-24T09:42:57.302" v="11"/>
          <ac:picMkLst>
            <pc:docMk/>
            <pc:sldMk cId="3593603217" sldId="584"/>
            <ac:picMk id="3" creationId="{3511627A-CEBF-E5AF-B7AB-C18988F0DD2B}"/>
          </ac:picMkLst>
        </pc:picChg>
        <pc:picChg chg="add del mod">
          <ac:chgData name="Sharvari Kulkarni" userId="S::sharvari.kulkarni@webberec.com::5f0d8fd3-c69b-459f-ac2b-0e751844282f" providerId="AD" clId="Web-{E91BA596-E691-9689-5C46-C178EE7E5D1A}" dt="2025-03-24T09:42:56.615" v="10"/>
          <ac:picMkLst>
            <pc:docMk/>
            <pc:sldMk cId="3593603217" sldId="584"/>
            <ac:picMk id="4" creationId="{152CAE02-00EC-7931-1F66-77E009BE89FC}"/>
          </ac:picMkLst>
        </pc:picChg>
        <pc:picChg chg="del">
          <ac:chgData name="Sharvari Kulkarni" userId="S::sharvari.kulkarni@webberec.com::5f0d8fd3-c69b-459f-ac2b-0e751844282f" providerId="AD" clId="Web-{E91BA596-E691-9689-5C46-C178EE7E5D1A}" dt="2025-03-24T09:38:27.544" v="2"/>
          <ac:picMkLst>
            <pc:docMk/>
            <pc:sldMk cId="3593603217" sldId="584"/>
            <ac:picMk id="5" creationId="{60DA4AC7-1D58-9C14-F9E6-346C1D94C122}"/>
          </ac:picMkLst>
        </pc:picChg>
        <pc:picChg chg="add mod">
          <ac:chgData name="Sharvari Kulkarni" userId="S::sharvari.kulkarni@webberec.com::5f0d8fd3-c69b-459f-ac2b-0e751844282f" providerId="AD" clId="Web-{E91BA596-E691-9689-5C46-C178EE7E5D1A}" dt="2025-03-24T09:43:38.960" v="14" actId="1076"/>
          <ac:picMkLst>
            <pc:docMk/>
            <pc:sldMk cId="3593603217" sldId="584"/>
            <ac:picMk id="6" creationId="{EB925B27-3923-66F2-EE09-BEE215263BB0}"/>
          </ac:picMkLst>
        </pc:picChg>
        <pc:picChg chg="add del mod">
          <ac:chgData name="Sharvari Kulkarni" userId="S::sharvari.kulkarni@webberec.com::5f0d8fd3-c69b-459f-ac2b-0e751844282f" providerId="AD" clId="Web-{E91BA596-E691-9689-5C46-C178EE7E5D1A}" dt="2025-03-24T09:44:11.914" v="17"/>
          <ac:picMkLst>
            <pc:docMk/>
            <pc:sldMk cId="3593603217" sldId="584"/>
            <ac:picMk id="7" creationId="{6A0D592E-30A9-ACD3-66C8-19079900FC3E}"/>
          </ac:picMkLst>
        </pc:picChg>
        <pc:picChg chg="add mod">
          <ac:chgData name="Sharvari Kulkarni" userId="S::sharvari.kulkarni@webberec.com::5f0d8fd3-c69b-459f-ac2b-0e751844282f" providerId="AD" clId="Web-{E91BA596-E691-9689-5C46-C178EE7E5D1A}" dt="2025-03-24T09:45:30.604" v="22" actId="14100"/>
          <ac:picMkLst>
            <pc:docMk/>
            <pc:sldMk cId="3593603217" sldId="584"/>
            <ac:picMk id="9" creationId="{DB5E3CC4-D135-E910-2B2B-047E740CAD31}"/>
          </ac:picMkLst>
        </pc:picChg>
      </pc:sldChg>
    </pc:docChg>
  </pc:docChgLst>
  <pc:docChgLst>
    <pc:chgData name="Sharvari Kulkarni" userId="S::sharvari.kulkarni@webberec.com::5f0d8fd3-c69b-459f-ac2b-0e751844282f" providerId="AD" clId="Web-{FD029AC9-73F4-24CE-C92A-963745845144}"/>
    <pc:docChg chg="addSld modSld">
      <pc:chgData name="Sharvari Kulkarni" userId="S::sharvari.kulkarni@webberec.com::5f0d8fd3-c69b-459f-ac2b-0e751844282f" providerId="AD" clId="Web-{FD029AC9-73F4-24CE-C92A-963745845144}" dt="2025-03-12T10:27:59.191" v="22"/>
      <pc:docMkLst>
        <pc:docMk/>
      </pc:docMkLst>
      <pc:sldChg chg="addSp delSp modSp add">
        <pc:chgData name="Sharvari Kulkarni" userId="S::sharvari.kulkarni@webberec.com::5f0d8fd3-c69b-459f-ac2b-0e751844282f" providerId="AD" clId="Web-{FD029AC9-73F4-24CE-C92A-963745845144}" dt="2025-03-12T10:17:51.919" v="4"/>
        <pc:sldMkLst>
          <pc:docMk/>
          <pc:sldMk cId="1917565795" sldId="583"/>
        </pc:sldMkLst>
        <pc:picChg chg="add del mod">
          <ac:chgData name="Sharvari Kulkarni" userId="S::sharvari.kulkarni@webberec.com::5f0d8fd3-c69b-459f-ac2b-0e751844282f" providerId="AD" clId="Web-{FD029AC9-73F4-24CE-C92A-963745845144}" dt="2025-03-12T10:17:51.919" v="4"/>
          <ac:picMkLst>
            <pc:docMk/>
            <pc:sldMk cId="1917565795" sldId="583"/>
            <ac:picMk id="3" creationId="{C430D444-9022-F16F-8AE4-55BFA5C353A0}"/>
          </ac:picMkLst>
        </pc:picChg>
        <pc:picChg chg="del">
          <ac:chgData name="Sharvari Kulkarni" userId="S::sharvari.kulkarni@webberec.com::5f0d8fd3-c69b-459f-ac2b-0e751844282f" providerId="AD" clId="Web-{FD029AC9-73F4-24CE-C92A-963745845144}" dt="2025-03-12T10:17:31.247" v="1"/>
          <ac:picMkLst>
            <pc:docMk/>
            <pc:sldMk cId="1917565795" sldId="583"/>
            <ac:picMk id="4" creationId="{23245646-B7CF-4C64-997F-1E305FD399FB}"/>
          </ac:picMkLst>
        </pc:picChg>
      </pc:sldChg>
      <pc:sldChg chg="addSp delSp modSp add">
        <pc:chgData name="Sharvari Kulkarni" userId="S::sharvari.kulkarni@webberec.com::5f0d8fd3-c69b-459f-ac2b-0e751844282f" providerId="AD" clId="Web-{FD029AC9-73F4-24CE-C92A-963745845144}" dt="2025-03-12T10:27:59.191" v="22"/>
        <pc:sldMkLst>
          <pc:docMk/>
          <pc:sldMk cId="3593603217" sldId="584"/>
        </pc:sldMkLst>
        <pc:picChg chg="add del mod">
          <ac:chgData name="Sharvari Kulkarni" userId="S::sharvari.kulkarni@webberec.com::5f0d8fd3-c69b-459f-ac2b-0e751844282f" providerId="AD" clId="Web-{FD029AC9-73F4-24CE-C92A-963745845144}" dt="2025-03-12T10:22:13.022" v="10"/>
          <ac:picMkLst>
            <pc:docMk/>
            <pc:sldMk cId="3593603217" sldId="584"/>
            <ac:picMk id="3" creationId="{29BC41AD-E328-1B9A-608B-AA80AAF3A80C}"/>
          </ac:picMkLst>
        </pc:picChg>
        <pc:picChg chg="add del mod">
          <ac:chgData name="Sharvari Kulkarni" userId="S::sharvari.kulkarni@webberec.com::5f0d8fd3-c69b-459f-ac2b-0e751844282f" providerId="AD" clId="Web-{FD029AC9-73F4-24CE-C92A-963745845144}" dt="2025-03-12T10:22:31.586" v="13"/>
          <ac:picMkLst>
            <pc:docMk/>
            <pc:sldMk cId="3593603217" sldId="584"/>
            <ac:picMk id="4" creationId="{5D18B633-B932-D3A5-B4F5-6AAD3DC55678}"/>
          </ac:picMkLst>
        </pc:picChg>
        <pc:picChg chg="add mod">
          <ac:chgData name="Sharvari Kulkarni" userId="S::sharvari.kulkarni@webberec.com::5f0d8fd3-c69b-459f-ac2b-0e751844282f" providerId="AD" clId="Web-{FD029AC9-73F4-24CE-C92A-963745845144}" dt="2025-03-12T10:27:55.566" v="21" actId="1076"/>
          <ac:picMkLst>
            <pc:docMk/>
            <pc:sldMk cId="3593603217" sldId="584"/>
            <ac:picMk id="5" creationId="{60DA4AC7-1D58-9C14-F9E6-346C1D94C122}"/>
          </ac:picMkLst>
        </pc:picChg>
        <pc:picChg chg="add del">
          <ac:chgData name="Sharvari Kulkarni" userId="S::sharvari.kulkarni@webberec.com::5f0d8fd3-c69b-459f-ac2b-0e751844282f" providerId="AD" clId="Web-{FD029AC9-73F4-24CE-C92A-963745845144}" dt="2025-03-12T10:24:28.949" v="16"/>
          <ac:picMkLst>
            <pc:docMk/>
            <pc:sldMk cId="3593603217" sldId="584"/>
            <ac:picMk id="6" creationId="{DE10C3B4-A4FC-5D8F-A707-85E277FDAC86}"/>
          </ac:picMkLst>
        </pc:picChg>
        <pc:picChg chg="del">
          <ac:chgData name="Sharvari Kulkarni" userId="S::sharvari.kulkarni@webberec.com::5f0d8fd3-c69b-459f-ac2b-0e751844282f" providerId="AD" clId="Web-{FD029AC9-73F4-24CE-C92A-963745845144}" dt="2025-03-12T10:27:59.191" v="22"/>
          <ac:picMkLst>
            <pc:docMk/>
            <pc:sldMk cId="3593603217" sldId="584"/>
            <ac:picMk id="9" creationId="{6EF77BDE-8BF3-49D7-01D4-038269D1707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3/24/2025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circuit board with wires&#10;&#10;AI-generated content may be incorrect.">
            <a:extLst>
              <a:ext uri="{FF2B5EF4-FFF2-40B4-BE49-F238E27FC236}">
                <a16:creationId xmlns:a16="http://schemas.microsoft.com/office/drawing/2014/main" id="{7A379E77-6FE1-71D0-CBDB-E0A70005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48" y="4235843"/>
            <a:ext cx="6494756" cy="552012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581216"/>
            <a:ext cx="59483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>
                <a:solidFill>
                  <a:srgbClr val="073763"/>
                </a:solidFill>
                <a:latin typeface="Calibri" panose="020F0502020204030204" pitchFamily="34" charset="0"/>
              </a:rPr>
              <a:t>-32</a:t>
            </a:r>
            <a:r>
              <a:rPr lang="en-US" sz="44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 Contactor</a:t>
            </a:r>
            <a:endParaRPr lang="en-US" sz="440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340043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8183943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48" t="2837" r="-315" b="8818"/>
          <a:stretch/>
        </p:blipFill>
        <p:spPr bwMode="auto">
          <a:xfrm>
            <a:off x="1762247" y="8108048"/>
            <a:ext cx="1716983" cy="156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8140825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8219199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7CB06-4987-E246-4CBC-05844A24C4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4831" y="6417740"/>
            <a:ext cx="761563" cy="11228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E602B8-88DE-FEDF-DE88-5C2936DDC30F}"/>
              </a:ext>
            </a:extLst>
          </p:cNvPr>
          <p:cNvSpPr/>
          <p:nvPr/>
        </p:nvSpPr>
        <p:spPr>
          <a:xfrm>
            <a:off x="3924344" y="6165850"/>
            <a:ext cx="609556" cy="15875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>
                <a:solidFill>
                  <a:schemeClr val="accent6">
                    <a:lumMod val="50000"/>
                  </a:schemeClr>
                </a:solidFill>
              </a:rPr>
              <a:t>ISO CAN2.0B</a:t>
            </a:r>
            <a:endParaRPr lang="en-IN" sz="700" b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AB8107-8F79-186F-240B-63EA06E72B49}"/>
              </a:ext>
            </a:extLst>
          </p:cNvPr>
          <p:cNvGrpSpPr/>
          <p:nvPr/>
        </p:nvGrpSpPr>
        <p:grpSpPr>
          <a:xfrm>
            <a:off x="145371" y="2199756"/>
            <a:ext cx="6743700" cy="6010275"/>
            <a:chOff x="145371" y="1728042"/>
            <a:chExt cx="6743700" cy="6010275"/>
          </a:xfrm>
        </p:grpSpPr>
        <p:pic>
          <p:nvPicPr>
            <p:cNvPr id="2" name="Picture 2" descr="A diagram of a battery system&#10;&#10;Description automatically generated">
              <a:extLst>
                <a:ext uri="{FF2B5EF4-FFF2-40B4-BE49-F238E27FC236}">
                  <a16:creationId xmlns:a16="http://schemas.microsoft.com/office/drawing/2014/main" id="{5FC9C4E3-5C87-39E1-47CD-BC342F63E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71" y="1728042"/>
              <a:ext cx="6743700" cy="6010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9769AB-9A3A-7D98-3AE1-9C711D61446B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0800000" flipH="1" flipV="1">
              <a:off x="490264" y="5196271"/>
              <a:ext cx="174648" cy="44626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338303" y="794133"/>
            <a:ext cx="6303797" cy="891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32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75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-140V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b="1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or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Contactor Switching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Hardware and Software interlocks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for Charge and Discharge Paths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On board power supply and switching or predischarge control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. Does not need external 12V power supply and </a:t>
            </a:r>
            <a:r>
              <a:rPr lang="en-US" sz="1600" dirty="0" err="1">
                <a:solidFill>
                  <a:srgbClr val="222222"/>
                </a:solidFill>
                <a:latin typeface="Calibri" panose="020F0502020204030204" pitchFamily="34" charset="0"/>
              </a:rPr>
              <a:t>predisharge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 contactor  </a:t>
            </a:r>
            <a:endParaRPr lang="en-US" sz="1600" b="0" i="0" u="none" strike="noStrike" dirty="0">
              <a:solidFill>
                <a:srgbClr val="222222"/>
              </a:solidFill>
              <a:effectLst/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High 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380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1702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41028"/>
              </p:ext>
            </p:extLst>
          </p:nvPr>
        </p:nvGraphicFramePr>
        <p:xfrm>
          <a:off x="406866" y="234387"/>
          <a:ext cx="6131250" cy="9108744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18  Max: 32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 V (32S)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±5mV   Current: ±1% </a:t>
                      </a:r>
                      <a:endParaRPr lang="en-IN" sz="11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 </a:t>
                      </a:r>
                      <a:r>
                        <a:rPr lang="pt-B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102 mm X 28 mm </a:t>
                      </a: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Nominal Current Rating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250A</a:t>
                      </a:r>
                      <a:endParaRPr lang="en-US" sz="1000" b="1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9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~400mA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3-16mF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 (Customisable)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~165mA (Contactor On) 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~85mA (Contactor OFF) 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~1.3uA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2562308966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Twelve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channels for cell temperature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Card: every 0.5 second, logged over last 60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OFF.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700" b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B5412-15E7-AC7F-9754-4BAD24CFFE02}"/>
              </a:ext>
            </a:extLst>
          </p:cNvPr>
          <p:cNvSpPr txBox="1"/>
          <p:nvPr/>
        </p:nvSpPr>
        <p:spPr>
          <a:xfrm>
            <a:off x="383384" y="9346889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Note: </a:t>
            </a:r>
            <a:r>
              <a:rPr lang="en-IN" sz="800" b="1">
                <a:latin typeface="Calibri" panose="020F0502020204030204" pitchFamily="34" charset="0"/>
              </a:rPr>
              <a:t>S</a:t>
            </a:r>
            <a:r>
              <a:rPr lang="en-IN" sz="800" b="1" i="0" u="none" strike="noStrike">
                <a:effectLst/>
                <a:latin typeface="Calibri" panose="020F0502020204030204" pitchFamily="34" charset="0"/>
              </a:rPr>
              <a:t>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597023"/>
              </p:ext>
            </p:extLst>
          </p:nvPr>
        </p:nvGraphicFramePr>
        <p:xfrm>
          <a:off x="372590" y="219771"/>
          <a:ext cx="6193378" cy="9516634"/>
        </p:xfrm>
        <a:graphic>
          <a:graphicData uri="http://schemas.openxmlformats.org/drawingml/2006/table">
            <a:tbl>
              <a:tblPr/>
              <a:tblGrid>
                <a:gridCol w="1278410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392185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500">
                          <a:effectLst/>
                        </a:rPr>
                      </a:br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250A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～20 </a:t>
                      </a:r>
                      <a:r>
                        <a:rPr lang="en-IN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microSec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Contactor Failure, Cell Open Wire, Short Circuit Latch, Over Current in Discharge Latch, Insulation Failure 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3" name="Picture 2" descr="A circuit board with wires and cables&#10;&#10;AI-generated content may be incorrect.">
            <a:extLst>
              <a:ext uri="{FF2B5EF4-FFF2-40B4-BE49-F238E27FC236}">
                <a16:creationId xmlns:a16="http://schemas.microsoft.com/office/drawing/2014/main" id="{85DCBFE5-5DC7-0668-9763-D76FFD8BD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69" y="1324151"/>
            <a:ext cx="5700588" cy="799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7935636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  <p:pic>
        <p:nvPicPr>
          <p:cNvPr id="6" name="Picture 5" descr="A blue circuit board with many small ports&#10;&#10;AI-generated content may be incorrect.">
            <a:extLst>
              <a:ext uri="{FF2B5EF4-FFF2-40B4-BE49-F238E27FC236}">
                <a16:creationId xmlns:a16="http://schemas.microsoft.com/office/drawing/2014/main" id="{EB925B27-3923-66F2-EE09-BEE21526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6349"/>
            <a:ext cx="6861851" cy="5027199"/>
          </a:xfrm>
          <a:prstGeom prst="rect">
            <a:avLst/>
          </a:prstGeom>
        </p:spPr>
      </p:pic>
      <p:pic>
        <p:nvPicPr>
          <p:cNvPr id="9" name="Picture 8" descr="A cartoon of a ship&#10;&#10;AI-generated content may be incorrect.">
            <a:extLst>
              <a:ext uri="{FF2B5EF4-FFF2-40B4-BE49-F238E27FC236}">
                <a16:creationId xmlns:a16="http://schemas.microsoft.com/office/drawing/2014/main" id="{DB5E3CC4-D135-E910-2B2B-047E740CA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98" y="1718491"/>
            <a:ext cx="5627078" cy="118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300324F4896B408E289EBB8E948AD0" ma:contentTypeVersion="10" ma:contentTypeDescription="Create a new document." ma:contentTypeScope="" ma:versionID="71df5ec8f158e5257a29e516781f30fc">
  <xsd:schema xmlns:xsd="http://www.w3.org/2001/XMLSchema" xmlns:xs="http://www.w3.org/2001/XMLSchema" xmlns:p="http://schemas.microsoft.com/office/2006/metadata/properties" xmlns:ns3="035d4297-5d0a-4043-8a0a-88221734da6a" targetNamespace="http://schemas.microsoft.com/office/2006/metadata/properties" ma:root="true" ma:fieldsID="deb5ff331d85ee84e6e267e21b87c55b" ns3:_="">
    <xsd:import namespace="035d4297-5d0a-4043-8a0a-88221734da6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5d4297-5d0a-4043-8a0a-88221734da6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5d4297-5d0a-4043-8a0a-88221734da6a" xsi:nil="true"/>
  </documentManagement>
</p:properties>
</file>

<file path=customXml/itemProps1.xml><?xml version="1.0" encoding="utf-8"?>
<ds:datastoreItem xmlns:ds="http://schemas.openxmlformats.org/officeDocument/2006/customXml" ds:itemID="{1878326F-9037-4EB1-84FD-B1CC25F807EC}">
  <ds:schemaRefs>
    <ds:schemaRef ds:uri="035d4297-5d0a-4043-8a0a-88221734da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3F8DC4-D5BF-4536-ACFD-2CE66F4F96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17B41F-2DA6-465C-9997-ECE48A3443C7}">
  <ds:schemaRefs>
    <ds:schemaRef ds:uri="035d4297-5d0a-4043-8a0a-88221734da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revision>56</cp:revision>
  <cp:lastPrinted>2023-11-21T08:53:41Z</cp:lastPrinted>
  <dcterms:created xsi:type="dcterms:W3CDTF">2018-05-28T01:20:05Z</dcterms:created>
  <dcterms:modified xsi:type="dcterms:W3CDTF">2025-03-24T09:46:47Z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0x010100A8300324F4896B408E289EBB8E948AD0</vt:lpwstr>
  </property>
</Properties>
</file>