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577" r:id="rId2"/>
    <p:sldId id="566" r:id="rId3"/>
    <p:sldId id="581" r:id="rId4"/>
    <p:sldId id="578" r:id="rId5"/>
    <p:sldId id="572" r:id="rId6"/>
    <p:sldId id="585" r:id="rId7"/>
    <p:sldId id="583" r:id="rId8"/>
    <p:sldId id="584" r:id="rId9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9F4"/>
    <a:srgbClr val="1B6CB3"/>
    <a:srgbClr val="00A44C"/>
    <a:srgbClr val="19974C"/>
    <a:srgbClr val="1EB45B"/>
    <a:srgbClr val="F5F3EB"/>
    <a:srgbClr val="CCFF33"/>
    <a:srgbClr val="9DCCD3"/>
    <a:srgbClr val="4BACC6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46FB9A-6684-F6D7-C2F8-E9D299F30C11}" v="2" dt="2025-08-05T12:24:33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54" d="100"/>
          <a:sy n="54" d="100"/>
        </p:scale>
        <p:origin x="2784" y="77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</pc:sldChg>
    </pc:docChg>
  </pc:docChgLst>
  <pc:docChgLst>
    <pc:chgData name="Siddharth Kakade" userId="S::siddharth.kakade@webberec.com::1630d564-cd22-42e7-8609-2feed5050003" providerId="AD" clId="Web-{D946FB9A-6684-F6D7-C2F8-E9D299F30C11}"/>
    <pc:docChg chg="modSld">
      <pc:chgData name="Siddharth Kakade" userId="S::siddharth.kakade@webberec.com::1630d564-cd22-42e7-8609-2feed5050003" providerId="AD" clId="Web-{D946FB9A-6684-F6D7-C2F8-E9D299F30C11}" dt="2025-08-05T12:24:33.713" v="1"/>
      <pc:docMkLst>
        <pc:docMk/>
      </pc:docMkLst>
      <pc:sldChg chg="modSp">
        <pc:chgData name="Siddharth Kakade" userId="S::siddharth.kakade@webberec.com::1630d564-cd22-42e7-8609-2feed5050003" providerId="AD" clId="Web-{D946FB9A-6684-F6D7-C2F8-E9D299F30C11}" dt="2025-08-05T12:24:33.713" v="1"/>
        <pc:sldMkLst>
          <pc:docMk/>
          <pc:sldMk cId="2743113738" sldId="578"/>
        </pc:sldMkLst>
        <pc:graphicFrameChg chg="modGraphic">
          <ac:chgData name="Siddharth Kakade" userId="S::siddharth.kakade@webberec.com::1630d564-cd22-42e7-8609-2feed5050003" providerId="AD" clId="Web-{D946FB9A-6684-F6D7-C2F8-E9D299F30C11}" dt="2025-08-05T12:24:33.713" v="1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Manuj" userId="1a07f523-e16f-486a-b610-37539cc763a0" providerId="ADAL" clId="{BADCAD8F-9DF4-483D-B37A-A884F5ACEA34}"/>
    <pc:docChg chg="undo custSel addSld delSld modSld modMainMaster">
      <pc:chgData name="Manuj" userId="1a07f523-e16f-486a-b610-37539cc763a0" providerId="ADAL" clId="{BADCAD8F-9DF4-483D-B37A-A884F5ACEA34}" dt="2023-12-06T08:33:37.179" v="526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2-01T10:33:47.909" v="232" actId="1076"/>
        <pc:sldMkLst>
          <pc:docMk/>
          <pc:sldMk cId="2856650110" sldId="566"/>
        </pc:sldMkLst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2-06T08:13:34.759" v="509" actId="21"/>
        <pc:sldMkLst>
          <pc:docMk/>
          <pc:sldMk cId="247023824" sldId="572"/>
        </pc:sldMkLst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</pc:sldChg>
      <pc:sldChg chg="addSp delSp modSp mod setBg">
        <pc:chgData name="Manuj" userId="1a07f523-e16f-486a-b610-37539cc763a0" providerId="ADAL" clId="{BADCAD8F-9DF4-483D-B37A-A884F5ACEA34}" dt="2023-12-01T10:12:20.258" v="211" actId="1076"/>
        <pc:sldMkLst>
          <pc:docMk/>
          <pc:sldMk cId="4028893296" sldId="577"/>
        </pc:sldMkLst>
      </pc:sldChg>
      <pc:sldChg chg="addSp modSp mod">
        <pc:chgData name="Manuj" userId="1a07f523-e16f-486a-b610-37539cc763a0" providerId="ADAL" clId="{BADCAD8F-9DF4-483D-B37A-A884F5ACEA34}" dt="2023-12-06T08:33:37.179" v="526" actId="20577"/>
        <pc:sldMkLst>
          <pc:docMk/>
          <pc:sldMk cId="2743113738" sldId="578"/>
        </pc:sldMkLst>
      </pc:sldChg>
      <pc:sldChg chg="addSp delSp modSp mod">
        <pc:chgData name="Manuj" userId="1a07f523-e16f-486a-b610-37539cc763a0" providerId="ADAL" clId="{BADCAD8F-9DF4-483D-B37A-A884F5ACEA34}" dt="2023-12-05T08:33:38.822" v="318" actId="1076"/>
        <pc:sldMkLst>
          <pc:docMk/>
          <pc:sldMk cId="1917565795" sldId="583"/>
        </pc:sldMkLst>
      </pc:sldChg>
      <pc:sldChg chg="addSp delSp modSp add mod">
        <pc:chgData name="Manuj" userId="1a07f523-e16f-486a-b610-37539cc763a0" providerId="ADAL" clId="{BADCAD8F-9DF4-483D-B37A-A884F5ACEA34}" dt="2023-12-01T10:40:02.017" v="298" actId="1076"/>
        <pc:sldMkLst>
          <pc:docMk/>
          <pc:sldMk cId="3593603217" sldId="584"/>
        </pc:sldMkLst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</pc:sldChg>
    </pc:docChg>
  </pc:docChgLst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</pc:sldChg>
    </pc:docChg>
  </pc:docChgLst>
  <pc:docChgLst>
    <pc:chgData name="Sharvari Kulkarni" userId="S::sharvari.kulkarni@webberec.com::5f0d8fd3-c69b-459f-ac2b-0e751844282f" providerId="AD" clId="Web-{9B7C8D08-5B7A-A419-F7AD-F31944FE0F79}"/>
    <pc:docChg chg="modSld">
      <pc:chgData name="Sharvari Kulkarni" userId="S::sharvari.kulkarni@webberec.com::5f0d8fd3-c69b-459f-ac2b-0e751844282f" providerId="AD" clId="Web-{9B7C8D08-5B7A-A419-F7AD-F31944FE0F79}" dt="2024-10-24T07:12:29.889" v="5"/>
      <pc:docMkLst>
        <pc:docMk/>
      </pc:docMkLst>
      <pc:sldChg chg="modSp">
        <pc:chgData name="Sharvari Kulkarni" userId="S::sharvari.kulkarni@webberec.com::5f0d8fd3-c69b-459f-ac2b-0e751844282f" providerId="AD" clId="Web-{9B7C8D08-5B7A-A419-F7AD-F31944FE0F79}" dt="2024-10-24T07:12:29.889" v="5"/>
        <pc:sldMkLst>
          <pc:docMk/>
          <pc:sldMk cId="4028893296" sldId="577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Sharvari Kulkarni" userId="S::sharvari.kulkarni@webberec.com::5f0d8fd3-c69b-459f-ac2b-0e751844282f" providerId="AD" clId="Web-{D26AABBA-264C-4988-76A3-12C39B03D2A2}"/>
    <pc:docChg chg="modSld">
      <pc:chgData name="Sharvari Kulkarni" userId="S::sharvari.kulkarni@webberec.com::5f0d8fd3-c69b-459f-ac2b-0e751844282f" providerId="AD" clId="Web-{D26AABBA-264C-4988-76A3-12C39B03D2A2}" dt="2025-02-05T09:43:31.734" v="30"/>
      <pc:docMkLst>
        <pc:docMk/>
      </pc:docMkLst>
      <pc:sldChg chg="modSp">
        <pc:chgData name="Sharvari Kulkarni" userId="S::sharvari.kulkarni@webberec.com::5f0d8fd3-c69b-459f-ac2b-0e751844282f" providerId="AD" clId="Web-{D26AABBA-264C-4988-76A3-12C39B03D2A2}" dt="2025-02-05T07:15:31.277" v="22"/>
        <pc:sldMkLst>
          <pc:docMk/>
          <pc:sldMk cId="247023824" sldId="572"/>
        </pc:sldMkLst>
      </pc:sldChg>
      <pc:sldChg chg="modSp">
        <pc:chgData name="Sharvari Kulkarni" userId="S::sharvari.kulkarni@webberec.com::5f0d8fd3-c69b-459f-ac2b-0e751844282f" providerId="AD" clId="Web-{D26AABBA-264C-4988-76A3-12C39B03D2A2}" dt="2025-02-05T07:00:47.433" v="4" actId="20577"/>
        <pc:sldMkLst>
          <pc:docMk/>
          <pc:sldMk cId="4028893296" sldId="577"/>
        </pc:sldMkLst>
      </pc:sldChg>
      <pc:sldChg chg="modSp">
        <pc:chgData name="Sharvari Kulkarni" userId="S::sharvari.kulkarni@webberec.com::5f0d8fd3-c69b-459f-ac2b-0e751844282f" providerId="AD" clId="Web-{D26AABBA-264C-4988-76A3-12C39B03D2A2}" dt="2025-02-05T09:43:31.734" v="30"/>
        <pc:sldMkLst>
          <pc:docMk/>
          <pc:sldMk cId="2743113738" sldId="578"/>
        </pc:sldMkLst>
      </pc:sldChg>
    </pc:docChg>
  </pc:docChgLst>
  <pc:docChgLst>
    <pc:chgData name="Manuj" userId="1a07f523-e16f-486a-b610-37539cc763a0" providerId="ADAL" clId="{F5489017-6C9C-42E8-A377-6E345B0F8CF4}"/>
    <pc:docChg chg="undo custSel addSld delSld modSld sldOrd">
      <pc:chgData name="Manuj" userId="1a07f523-e16f-486a-b610-37539cc763a0" providerId="ADAL" clId="{F5489017-6C9C-42E8-A377-6E345B0F8CF4}" dt="2023-12-07T06:56:02.650" v="2849" actId="113"/>
      <pc:docMkLst>
        <pc:docMk/>
      </pc:docMkLst>
      <pc:sldChg chg="addSp delSp modSp mod">
        <pc:chgData name="Manuj" userId="1a07f523-e16f-486a-b610-37539cc763a0" providerId="ADAL" clId="{F5489017-6C9C-42E8-A377-6E345B0F8CF4}" dt="2023-12-03T15:51:19.375" v="2445" actId="1076"/>
        <pc:sldMkLst>
          <pc:docMk/>
          <pc:sldMk cId="2856650110" sldId="566"/>
        </pc:sldMkLst>
      </pc:sldChg>
      <pc:sldChg chg="addSp delSp modSp mod">
        <pc:chgData name="Manuj" userId="1a07f523-e16f-486a-b610-37539cc763a0" providerId="ADAL" clId="{F5489017-6C9C-42E8-A377-6E345B0F8CF4}" dt="2023-12-03T15:56:35.639" v="2475" actId="20577"/>
        <pc:sldMkLst>
          <pc:docMk/>
          <pc:sldMk cId="247023824" sldId="572"/>
        </pc:sldMkLst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</pc:sldChg>
      <pc:sldChg chg="modSp add mod">
        <pc:chgData name="Manuj" userId="1a07f523-e16f-486a-b610-37539cc763a0" providerId="ADAL" clId="{F5489017-6C9C-42E8-A377-6E345B0F8CF4}" dt="2023-12-07T06:56:02.650" v="2849" actId="113"/>
        <pc:sldMkLst>
          <pc:docMk/>
          <pc:sldMk cId="2743113738" sldId="578"/>
        </pc:sldMkLst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</pc:sldChg>
      <pc:sldChg chg="addSp delSp modSp add mod">
        <pc:chgData name="Manuj" userId="1a07f523-e16f-486a-b610-37539cc763a0" providerId="ADAL" clId="{F5489017-6C9C-42E8-A377-6E345B0F8CF4}" dt="2023-12-03T15:51:24.643" v="2446" actId="108"/>
        <pc:sldMkLst>
          <pc:docMk/>
          <pc:sldMk cId="1054229470" sldId="581"/>
        </pc:sldMkLst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</pc:sldChg>
      <pc:sldChg chg="addSp delSp modSp add mod">
        <pc:chgData name="Manuj" userId="1a07f523-e16f-486a-b610-37539cc763a0" providerId="ADAL" clId="{F5489017-6C9C-42E8-A377-6E345B0F8CF4}" dt="2023-12-03T16:02:07.395" v="2476"/>
        <pc:sldMkLst>
          <pc:docMk/>
          <pc:sldMk cId="1917565795" sldId="583"/>
        </pc:sldMkLst>
      </pc:sldChg>
      <pc:sldChg chg="addSp modSp">
        <pc:chgData name="Manuj" userId="1a07f523-e16f-486a-b610-37539cc763a0" providerId="ADAL" clId="{F5489017-6C9C-42E8-A377-6E345B0F8CF4}" dt="2023-12-03T16:02:17.564" v="2477"/>
        <pc:sldMkLst>
          <pc:docMk/>
          <pc:sldMk cId="3593603217" sldId="584"/>
        </pc:sldMkLst>
      </pc:sldChg>
      <pc:sldChg chg="addSp delSp modSp add mod ord">
        <pc:chgData name="Manuj" userId="1a07f523-e16f-486a-b610-37539cc763a0" providerId="ADAL" clId="{F5489017-6C9C-42E8-A377-6E345B0F8CF4}" dt="2023-12-03T18:58:17.717" v="2485" actId="20577"/>
        <pc:sldMkLst>
          <pc:docMk/>
          <pc:sldMk cId="3203935675" sldId="585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</pc:sldChg>
      <pc:sldChg chg="ord">
        <pc:chgData name="Manuj Agrawal" userId="8275e378daeca5b2" providerId="LiveId" clId="{316D9F79-00BA-41CF-AA83-D3F31A222D18}" dt="2022-05-20T10:42:03.145" v="18"/>
        <pc:sldMkLst>
          <pc:docMk/>
          <pc:sldMk cId="2856650110" sldId="566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addSp delSp modSp mod setBg">
        <pc:chgData name="Manuj" userId="1a07f523-e16f-486a-b610-37539cc763a0" providerId="ADAL" clId="{27A32ECD-9F8C-4400-AAEE-29685126C1F2}" dt="2023-06-12T08:31:15.212" v="812" actId="20577"/>
        <pc:sldMkLst>
          <pc:docMk/>
          <pc:sldMk cId="2856650110" sldId="566"/>
        </pc:sldMkLst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870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8/5/2025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fontAlgn="t"/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WBMS-SW 16S </a:t>
            </a: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80A</a:t>
            </a:r>
            <a:endParaRPr lang="en-US" sz="4400" dirty="0">
              <a:effectLst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22" name="Picture 21" descr="A close-up of a circuit board&#10;&#10;Description automatically generated">
            <a:extLst>
              <a:ext uri="{FF2B5EF4-FFF2-40B4-BE49-F238E27FC236}">
                <a16:creationId xmlns:a16="http://schemas.microsoft.com/office/drawing/2014/main" id="{A61EF749-F76F-3D2D-C3FD-35D5A102E4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4" t="8949" r="11721" b="17687"/>
          <a:stretch/>
        </p:blipFill>
        <p:spPr>
          <a:xfrm>
            <a:off x="777017" y="5143500"/>
            <a:ext cx="5613464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2EAB48D-0C0B-E7A1-48AD-B0C4E2DA91E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E858527-C18A-2496-35BB-C2C312AC86D9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0842BA3-8802-E996-0012-92EEB289A04F}"/>
                  </a:ext>
                </a:extLst>
              </p:cNvPr>
              <p:cNvSpPr/>
              <p:nvPr/>
            </p:nvSpPr>
            <p:spPr>
              <a:xfrm>
                <a:off x="3663994" y="5975350"/>
                <a:ext cx="1003300" cy="234950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8A9FCF-E5B0-A6B5-696F-FBAD38CD1210}"/>
                </a:ext>
              </a:extLst>
            </p:cNvPr>
            <p:cNvGrpSpPr/>
            <p:nvPr/>
          </p:nvGrpSpPr>
          <p:grpSpPr>
            <a:xfrm>
              <a:off x="2161291" y="6285455"/>
              <a:ext cx="1365294" cy="1179967"/>
              <a:chOff x="2161291" y="6285455"/>
              <a:chExt cx="1365294" cy="117996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A92DB96-44D0-6F2B-8033-7A0CAF828682}"/>
                  </a:ext>
                </a:extLst>
              </p:cNvPr>
              <p:cNvSpPr/>
              <p:nvPr/>
            </p:nvSpPr>
            <p:spPr>
              <a:xfrm>
                <a:off x="2161291" y="6285455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472AF82-40DE-1076-0DCB-D2A55571C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17845" y="6314029"/>
                <a:ext cx="761563" cy="112281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 err="1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Card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cell balancing current up to 400mA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771529"/>
              </p:ext>
            </p:extLst>
          </p:nvPr>
        </p:nvGraphicFramePr>
        <p:xfrm>
          <a:off x="397794" y="212383"/>
          <a:ext cx="6131250" cy="918854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971584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218312">
                  <a:extLst>
                    <a:ext uri="{9D8B030D-6E8A-4147-A177-3AD203B41FA5}">
                      <a16:colId xmlns:a16="http://schemas.microsoft.com/office/drawing/2014/main" val="747300535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Peak Battery Terminal Voltage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 mm X 94 mm X 21 mm 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 to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80A.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1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60A/80A</a:t>
                      </a: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casing. Derating 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57054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Cell Balancing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~400mA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balancing current with thermal connection to onboard heat sink for heat dissipation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balancing current with thermal connection to onboard heat sink for heat dissipation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76541115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 Card or 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uSD Card: every 1 second, logged over last 60 days</a:t>
                      </a: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1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20A</a:t>
                      </a: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discharge for up to 60 seconds  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1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discharge current in 100 mSec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3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55CC7-EA7A-4F05-5B86-B806945EC278}"/>
              </a:ext>
            </a:extLst>
          </p:cNvPr>
          <p:cNvSpPr txBox="1"/>
          <p:nvPr/>
        </p:nvSpPr>
        <p:spPr>
          <a:xfrm>
            <a:off x="368232" y="9395177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98283"/>
              </p:ext>
            </p:extLst>
          </p:nvPr>
        </p:nvGraphicFramePr>
        <p:xfrm>
          <a:off x="372590" y="2923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Remarks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charge current for up to 60 seconds  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charge current in 100 mSec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uSec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 dirty="0">
                          <a:effectLst/>
                        </a:rPr>
                      </a:b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A2BC1C-0A0D-4DE2-8D51-A244D0A9B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50273"/>
              </p:ext>
            </p:extLst>
          </p:nvPr>
        </p:nvGraphicFramePr>
        <p:xfrm>
          <a:off x="466090" y="396399"/>
          <a:ext cx="5944870" cy="5248560"/>
        </p:xfrm>
        <a:graphic>
          <a:graphicData uri="http://schemas.openxmlformats.org/drawingml/2006/table">
            <a:tbl>
              <a:tblPr/>
              <a:tblGrid>
                <a:gridCol w="1695699">
                  <a:extLst>
                    <a:ext uri="{9D8B030D-6E8A-4147-A177-3AD203B41FA5}">
                      <a16:colId xmlns:a16="http://schemas.microsoft.com/office/drawing/2014/main" val="2270713232"/>
                    </a:ext>
                  </a:extLst>
                </a:gridCol>
                <a:gridCol w="2318771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Product Naming Convention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800" b="1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WBMS-SW-16S-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WBMS-SW-Mini-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-HV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.0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Continuous Current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60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(WBMS-SW-16S-60A-)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Continuous Discharge Current = 60A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80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(WBMS-SW-16S-80A-)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Continuous Discharge Current = 80A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BBBB</a:t>
                      </a: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CAN Communication Hardware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NISO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A-NISO-)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Isolated CAN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8750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ISO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A-ISO-)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Isolated CAN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597572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Card Holder only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47797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MSDHC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-MSDHC)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Card Holder + </a:t>
                      </a:r>
                      <a:r>
                        <a:rPr lang="en-IN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Card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4260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EPRM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-EPRM)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EEPROM</a:t>
                      </a:r>
                      <a:endParaRPr lang="en-US" sz="1200" b="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02698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Version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null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Initial release with multiple daughter boards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4268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2.0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(WBMS-SW-16S-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-V2.0)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Latest release two board architecture with onboard buzzer 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10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93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4E303-9247-A569-6510-45CF2D72726B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245646-B7CF-4C64-997F-1E305FD39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520701" y="1989811"/>
            <a:ext cx="7899400" cy="630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73260BC-891D-2C3D-FD1F-74C32BD349D8}"/>
              </a:ext>
            </a:extLst>
          </p:cNvPr>
          <p:cNvSpPr txBox="1"/>
          <p:nvPr/>
        </p:nvSpPr>
        <p:spPr>
          <a:xfrm>
            <a:off x="4455207" y="7935636"/>
            <a:ext cx="24027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1200" b="1" i="0" u="none" strike="noStrike" dirty="0">
                <a:effectLst/>
                <a:latin typeface="Calibri" panose="020F0502020204030204" pitchFamily="34" charset="0"/>
              </a:rPr>
              <a:t>All dimensions in mm</a:t>
            </a:r>
            <a:endParaRPr lang="en-IN" sz="10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10C3B4-A4FC-5D8F-A707-85E277FDA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9" y="3261602"/>
            <a:ext cx="6741741" cy="4471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F77BDE-8BF3-49D7-01D4-038269D17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5" y="1800225"/>
            <a:ext cx="6748630" cy="12586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3940BA-89E7-9206-8E18-DEC446857078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9360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4778</TotalTime>
  <Words>1086</Words>
  <Application>Microsoft Office PowerPoint</Application>
  <PresentationFormat>A4 Paper (210x297 mm)</PresentationFormat>
  <Paragraphs>224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</cp:lastModifiedBy>
  <cp:revision>48</cp:revision>
  <cp:lastPrinted>2023-11-21T08:53:41Z</cp:lastPrinted>
  <dcterms:created xsi:type="dcterms:W3CDTF">2018-05-28T01:20:05Z</dcterms:created>
  <dcterms:modified xsi:type="dcterms:W3CDTF">2025-08-05T12:24:41Z</dcterms:modified>
</cp:coreProperties>
</file>