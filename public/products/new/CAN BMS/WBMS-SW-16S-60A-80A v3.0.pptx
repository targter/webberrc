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577" r:id="rId2"/>
    <p:sldId id="566" r:id="rId3"/>
    <p:sldId id="581" r:id="rId4"/>
    <p:sldId id="578" r:id="rId5"/>
    <p:sldId id="572" r:id="rId6"/>
    <p:sldId id="585" r:id="rId7"/>
    <p:sldId id="583" r:id="rId8"/>
    <p:sldId id="584" r:id="rId9"/>
  </p:sldIdLst>
  <p:sldSz cx="6858000" cy="9906000" type="A4"/>
  <p:notesSz cx="6858000" cy="9144000"/>
  <p:defaultTextStyle>
    <a:defPPr>
      <a:defRPr lang="en-US"/>
    </a:defPPr>
    <a:lvl1pPr marL="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4257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8513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32770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7027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21284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65541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09798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54055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D4F0"/>
    <a:srgbClr val="FAF9F4"/>
    <a:srgbClr val="1B6CB3"/>
    <a:srgbClr val="00A44C"/>
    <a:srgbClr val="19974C"/>
    <a:srgbClr val="1EB45B"/>
    <a:srgbClr val="F5F3EB"/>
    <a:srgbClr val="CCFF33"/>
    <a:srgbClr val="9DCCD3"/>
    <a:srgbClr val="4BAC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BD7C7C-A48F-D921-9D41-567C8DD86B9E}" v="22" dt="2025-02-13T14:16:04.377"/>
    <p1510:client id="{EF76555A-5FA6-4DFF-BC8D-ACF857A444DE}" v="1" dt="2025-02-14T05:52:22.9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4660"/>
  </p:normalViewPr>
  <p:slideViewPr>
    <p:cSldViewPr snapToGrid="0">
      <p:cViewPr>
        <p:scale>
          <a:sx n="75" d="100"/>
          <a:sy n="75" d="100"/>
        </p:scale>
        <p:origin x="2318" y="-57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j Agrawal" userId="8275e378daeca5b2" providerId="LiveId" clId="{2921FE6A-5D2E-47A0-8819-35416A2E4418}"/>
    <pc:docChg chg="addSld delSld modSld">
      <pc:chgData name="Manuj Agrawal" userId="8275e378daeca5b2" providerId="LiveId" clId="{2921FE6A-5D2E-47A0-8819-35416A2E4418}" dt="2022-01-13T09:44:04.665" v="10"/>
      <pc:docMkLst>
        <pc:docMk/>
      </pc:docMkLst>
      <pc:sldChg chg="del">
        <pc:chgData name="Manuj Agrawal" userId="8275e378daeca5b2" providerId="LiveId" clId="{2921FE6A-5D2E-47A0-8819-35416A2E4418}" dt="2022-01-12T10:52:37.761" v="3" actId="47"/>
        <pc:sldMkLst>
          <pc:docMk/>
          <pc:sldMk cId="722639226" sldId="481"/>
        </pc:sldMkLst>
      </pc:sldChg>
      <pc:sldChg chg="del">
        <pc:chgData name="Manuj Agrawal" userId="8275e378daeca5b2" providerId="LiveId" clId="{2921FE6A-5D2E-47A0-8819-35416A2E4418}" dt="2022-01-12T10:56:17.266" v="9" actId="47"/>
        <pc:sldMkLst>
          <pc:docMk/>
          <pc:sldMk cId="958035667" sldId="537"/>
        </pc:sldMkLst>
      </pc:sldChg>
      <pc:sldChg chg="add del setBg">
        <pc:chgData name="Manuj Agrawal" userId="8275e378daeca5b2" providerId="LiveId" clId="{2921FE6A-5D2E-47A0-8819-35416A2E4418}" dt="2022-01-12T10:53:53.575" v="7" actId="47"/>
        <pc:sldMkLst>
          <pc:docMk/>
          <pc:sldMk cId="1316161972" sldId="542"/>
        </pc:sldMkLst>
      </pc:sldChg>
      <pc:sldChg chg="del">
        <pc:chgData name="Manuj Agrawal" userId="8275e378daeca5b2" providerId="LiveId" clId="{2921FE6A-5D2E-47A0-8819-35416A2E4418}" dt="2022-01-12T10:52:29.128" v="1" actId="47"/>
        <pc:sldMkLst>
          <pc:docMk/>
          <pc:sldMk cId="492392778" sldId="559"/>
        </pc:sldMkLst>
      </pc:sldChg>
      <pc:sldChg chg="add">
        <pc:chgData name="Manuj Agrawal" userId="8275e378daeca5b2" providerId="LiveId" clId="{2921FE6A-5D2E-47A0-8819-35416A2E4418}" dt="2022-01-13T09:44:04.665" v="10"/>
        <pc:sldMkLst>
          <pc:docMk/>
          <pc:sldMk cId="2268483656" sldId="563"/>
        </pc:sldMkLst>
      </pc:sldChg>
      <pc:sldChg chg="add">
        <pc:chgData name="Manuj Agrawal" userId="8275e378daeca5b2" providerId="LiveId" clId="{2921FE6A-5D2E-47A0-8819-35416A2E4418}" dt="2022-01-13T09:44:04.665" v="10"/>
        <pc:sldMkLst>
          <pc:docMk/>
          <pc:sldMk cId="2415168758" sldId="564"/>
        </pc:sldMkLst>
      </pc:sldChg>
      <pc:sldChg chg="add">
        <pc:chgData name="Manuj Agrawal" userId="8275e378daeca5b2" providerId="LiveId" clId="{2921FE6A-5D2E-47A0-8819-35416A2E4418}" dt="2022-01-12T10:52:27.187" v="0"/>
        <pc:sldMkLst>
          <pc:docMk/>
          <pc:sldMk cId="2719421991" sldId="565"/>
        </pc:sldMkLst>
      </pc:sldChg>
      <pc:sldChg chg="add">
        <pc:chgData name="Manuj Agrawal" userId="8275e378daeca5b2" providerId="LiveId" clId="{2921FE6A-5D2E-47A0-8819-35416A2E4418}" dt="2022-01-12T10:52:36.323" v="2"/>
        <pc:sldMkLst>
          <pc:docMk/>
          <pc:sldMk cId="2856650110" sldId="566"/>
        </pc:sldMkLst>
      </pc:sldChg>
      <pc:sldChg chg="add">
        <pc:chgData name="Manuj Agrawal" userId="8275e378daeca5b2" providerId="LiveId" clId="{2921FE6A-5D2E-47A0-8819-35416A2E4418}" dt="2022-01-12T10:53:06.260" v="4"/>
        <pc:sldMkLst>
          <pc:docMk/>
          <pc:sldMk cId="3947572015" sldId="567"/>
        </pc:sldMkLst>
      </pc:sldChg>
      <pc:sldChg chg="add">
        <pc:chgData name="Manuj Agrawal" userId="8275e378daeca5b2" providerId="LiveId" clId="{2921FE6A-5D2E-47A0-8819-35416A2E4418}" dt="2022-01-12T10:56:12.717" v="8"/>
        <pc:sldMkLst>
          <pc:docMk/>
          <pc:sldMk cId="2973246647" sldId="568"/>
        </pc:sldMkLst>
      </pc:sldChg>
    </pc:docChg>
  </pc:docChgLst>
  <pc:docChgLst>
    <pc:chgData name="Manuj Agrawal" userId="8275e378daeca5b2" providerId="LiveId" clId="{68B1B6EF-79EC-4841-9EAA-2A4CF5756281}"/>
    <pc:docChg chg="undo redo custSel addSld delSld modSld sldOrd">
      <pc:chgData name="Manuj Agrawal" userId="8275e378daeca5b2" providerId="LiveId" clId="{68B1B6EF-79EC-4841-9EAA-2A4CF5756281}" dt="2021-12-17T14:43:10.701" v="1969"/>
      <pc:docMkLst>
        <pc:docMk/>
      </pc:docMkLst>
      <pc:sldChg chg="addSp delSp modSp mod">
        <pc:chgData name="Manuj Agrawal" userId="8275e378daeca5b2" providerId="LiveId" clId="{68B1B6EF-79EC-4841-9EAA-2A4CF5756281}" dt="2021-12-17T14:35:26.684" v="1967" actId="1076"/>
        <pc:sldMkLst>
          <pc:docMk/>
          <pc:sldMk cId="722639226" sldId="481"/>
        </pc:sldMkLst>
      </pc:sldChg>
      <pc:sldChg chg="modSp mod">
        <pc:chgData name="Manuj Agrawal" userId="8275e378daeca5b2" providerId="LiveId" clId="{68B1B6EF-79EC-4841-9EAA-2A4CF5756281}" dt="2021-12-17T14:20:40.061" v="1898" actId="1076"/>
        <pc:sldMkLst>
          <pc:docMk/>
          <pc:sldMk cId="3922207980" sldId="506"/>
        </pc:sldMkLst>
      </pc:sldChg>
      <pc:sldChg chg="addSp delSp modSp del mod">
        <pc:chgData name="Manuj Agrawal" userId="8275e378daeca5b2" providerId="LiveId" clId="{68B1B6EF-79EC-4841-9EAA-2A4CF5756281}" dt="2021-12-17T14:14:15.191" v="1777" actId="47"/>
        <pc:sldMkLst>
          <pc:docMk/>
          <pc:sldMk cId="779782093" sldId="509"/>
        </pc:sldMkLst>
      </pc:sldChg>
      <pc:sldChg chg="modSp mod">
        <pc:chgData name="Manuj Agrawal" userId="8275e378daeca5b2" providerId="LiveId" clId="{68B1B6EF-79EC-4841-9EAA-2A4CF5756281}" dt="2021-12-17T11:46:08.106" v="1176" actId="1076"/>
        <pc:sldMkLst>
          <pc:docMk/>
          <pc:sldMk cId="2137804776" sldId="529"/>
        </pc:sldMkLst>
      </pc:sldChg>
      <pc:sldChg chg="modSp mod">
        <pc:chgData name="Manuj Agrawal" userId="8275e378daeca5b2" providerId="LiveId" clId="{68B1B6EF-79EC-4841-9EAA-2A4CF5756281}" dt="2021-12-17T11:43:48.090" v="1173" actId="20577"/>
        <pc:sldMkLst>
          <pc:docMk/>
          <pc:sldMk cId="1737797681" sldId="531"/>
        </pc:sldMkLst>
      </pc:sldChg>
      <pc:sldChg chg="addSp modSp mod">
        <pc:chgData name="Manuj Agrawal" userId="8275e378daeca5b2" providerId="LiveId" clId="{68B1B6EF-79EC-4841-9EAA-2A4CF5756281}" dt="2021-12-17T14:19:37.318" v="1897" actId="1076"/>
        <pc:sldMkLst>
          <pc:docMk/>
          <pc:sldMk cId="2701607129" sldId="532"/>
        </pc:sldMkLst>
      </pc:sldChg>
      <pc:sldChg chg="addSp delSp modSp mod">
        <pc:chgData name="Manuj Agrawal" userId="8275e378daeca5b2" providerId="LiveId" clId="{68B1B6EF-79EC-4841-9EAA-2A4CF5756281}" dt="2021-12-17T14:25:01.646" v="1923"/>
        <pc:sldMkLst>
          <pc:docMk/>
          <pc:sldMk cId="1475965068" sldId="535"/>
        </pc:sldMkLst>
      </pc:sldChg>
      <pc:sldChg chg="modSp mod">
        <pc:chgData name="Manuj Agrawal" userId="8275e378daeca5b2" providerId="LiveId" clId="{68B1B6EF-79EC-4841-9EAA-2A4CF5756281}" dt="2021-12-17T14:28:55.813" v="1943" actId="20577"/>
        <pc:sldMkLst>
          <pc:docMk/>
          <pc:sldMk cId="958035667" sldId="537"/>
        </pc:sldMkLst>
      </pc:sldChg>
      <pc:sldChg chg="del">
        <pc:chgData name="Manuj Agrawal" userId="8275e378daeca5b2" providerId="LiveId" clId="{68B1B6EF-79EC-4841-9EAA-2A4CF5756281}" dt="2021-12-17T11:22:23.362" v="1124" actId="47"/>
        <pc:sldMkLst>
          <pc:docMk/>
          <pc:sldMk cId="370230266" sldId="540"/>
        </pc:sldMkLst>
      </pc:sldChg>
      <pc:sldChg chg="modSp mod ord">
        <pc:chgData name="Manuj Agrawal" userId="8275e378daeca5b2" providerId="LiveId" clId="{68B1B6EF-79EC-4841-9EAA-2A4CF5756281}" dt="2021-12-17T14:43:10.701" v="1969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68B1B6EF-79EC-4841-9EAA-2A4CF5756281}" dt="2021-12-17T14:30:29.132" v="1944" actId="1076"/>
        <pc:sldMkLst>
          <pc:docMk/>
          <pc:sldMk cId="1316161972" sldId="542"/>
        </pc:sldMkLst>
      </pc:sldChg>
      <pc:sldChg chg="addSp delSp modSp add del mod">
        <pc:chgData name="Manuj Agrawal" userId="8275e378daeca5b2" providerId="LiveId" clId="{68B1B6EF-79EC-4841-9EAA-2A4CF5756281}" dt="2021-12-17T11:22:12.447" v="1123" actId="47"/>
        <pc:sldMkLst>
          <pc:docMk/>
          <pc:sldMk cId="348760751" sldId="543"/>
        </pc:sldMkLst>
      </pc:sldChg>
      <pc:sldChg chg="modSp add del mod">
        <pc:chgData name="Manuj Agrawal" userId="8275e378daeca5b2" providerId="LiveId" clId="{68B1B6EF-79EC-4841-9EAA-2A4CF5756281}" dt="2021-12-17T10:53:47.091" v="1012" actId="47"/>
        <pc:sldMkLst>
          <pc:docMk/>
          <pc:sldMk cId="1553821400" sldId="543"/>
        </pc:sldMkLst>
      </pc:sldChg>
      <pc:sldChg chg="addSp delSp modSp add del mod">
        <pc:chgData name="Manuj Agrawal" userId="8275e378daeca5b2" providerId="LiveId" clId="{68B1B6EF-79EC-4841-9EAA-2A4CF5756281}" dt="2021-12-17T10:59:02.111" v="1032" actId="47"/>
        <pc:sldMkLst>
          <pc:docMk/>
          <pc:sldMk cId="3750926214" sldId="543"/>
        </pc:sldMkLst>
      </pc:sldChg>
      <pc:sldChg chg="addSp delSp modSp add mod">
        <pc:chgData name="Manuj Agrawal" userId="8275e378daeca5b2" providerId="LiveId" clId="{68B1B6EF-79EC-4841-9EAA-2A4CF5756281}" dt="2021-12-17T14:31:43.360" v="1948" actId="20577"/>
        <pc:sldMkLst>
          <pc:docMk/>
          <pc:sldMk cId="477807685" sldId="544"/>
        </pc:sldMkLst>
      </pc:sldChg>
      <pc:sldChg chg="addSp delSp modSp add del mod">
        <pc:chgData name="Manuj Agrawal" userId="8275e378daeca5b2" providerId="LiveId" clId="{68B1B6EF-79EC-4841-9EAA-2A4CF5756281}" dt="2021-12-17T11:32:27.564" v="1138" actId="47"/>
        <pc:sldMkLst>
          <pc:docMk/>
          <pc:sldMk cId="1498934181" sldId="545"/>
        </pc:sldMkLst>
      </pc:sldChg>
      <pc:sldChg chg="delSp modSp add del mod">
        <pc:chgData name="Manuj Agrawal" userId="8275e378daeca5b2" providerId="LiveId" clId="{68B1B6EF-79EC-4841-9EAA-2A4CF5756281}" dt="2021-12-17T14:04:03.508" v="1687" actId="47"/>
        <pc:sldMkLst>
          <pc:docMk/>
          <pc:sldMk cId="4253634691" sldId="545"/>
        </pc:sldMkLst>
      </pc:sldChg>
      <pc:sldChg chg="addSp delSp modSp add mod">
        <pc:chgData name="Manuj Agrawal" userId="8275e378daeca5b2" providerId="LiveId" clId="{68B1B6EF-79EC-4841-9EAA-2A4CF5756281}" dt="2021-12-17T14:15:54.209" v="1793" actId="14861"/>
        <pc:sldMkLst>
          <pc:docMk/>
          <pc:sldMk cId="1213225221" sldId="546"/>
        </pc:sldMkLst>
      </pc:sldChg>
    </pc:docChg>
  </pc:docChgLst>
  <pc:docChgLst>
    <pc:chgData name="Manuj Agrawal" userId="8275e378daeca5b2" providerId="LiveId" clId="{8C337947-1A57-4C41-90F9-05BE238E37C0}"/>
    <pc:docChg chg="undo custSel addSld modSld">
      <pc:chgData name="Manuj Agrawal" userId="8275e378daeca5b2" providerId="LiveId" clId="{8C337947-1A57-4C41-90F9-05BE238E37C0}" dt="2021-12-25T08:55:17.943" v="628" actId="1076"/>
      <pc:docMkLst>
        <pc:docMk/>
      </pc:docMkLst>
      <pc:sldChg chg="addSp delSp modSp mod">
        <pc:chgData name="Manuj Agrawal" userId="8275e378daeca5b2" providerId="LiveId" clId="{8C337947-1A57-4C41-90F9-05BE238E37C0}" dt="2021-12-25T08:55:17.943" v="628" actId="1076"/>
        <pc:sldMkLst>
          <pc:docMk/>
          <pc:sldMk cId="722639226" sldId="481"/>
        </pc:sldMkLst>
      </pc:sldChg>
      <pc:sldChg chg="add">
        <pc:chgData name="Manuj Agrawal" userId="8275e378daeca5b2" providerId="LiveId" clId="{8C337947-1A57-4C41-90F9-05BE238E37C0}" dt="2021-12-25T08:21:46.069" v="0" actId="2890"/>
        <pc:sldMkLst>
          <pc:docMk/>
          <pc:sldMk cId="2079074756" sldId="554"/>
        </pc:sldMkLst>
      </pc:sldChg>
    </pc:docChg>
  </pc:docChgLst>
  <pc:docChgLst>
    <pc:chgData name="Bhanu Marwaha" userId="f39ffc35-35af-4f7b-b03f-a7583911184d" providerId="ADAL" clId="{EF76555A-5FA6-4DFF-BC8D-ACF857A444DE}"/>
    <pc:docChg chg="modSld">
      <pc:chgData name="Bhanu Marwaha" userId="f39ffc35-35af-4f7b-b03f-a7583911184d" providerId="ADAL" clId="{EF76555A-5FA6-4DFF-BC8D-ACF857A444DE}" dt="2025-02-14T05:54:29.414" v="8" actId="1037"/>
      <pc:docMkLst>
        <pc:docMk/>
      </pc:docMkLst>
      <pc:sldChg chg="addSp modSp mod">
        <pc:chgData name="Bhanu Marwaha" userId="f39ffc35-35af-4f7b-b03f-a7583911184d" providerId="ADAL" clId="{EF76555A-5FA6-4DFF-BC8D-ACF857A444DE}" dt="2025-02-14T05:54:29.414" v="8" actId="1037"/>
        <pc:sldMkLst>
          <pc:docMk/>
          <pc:sldMk cId="2856650110" sldId="566"/>
        </pc:sldMkLst>
        <pc:spChg chg="add mod">
          <ac:chgData name="Bhanu Marwaha" userId="f39ffc35-35af-4f7b-b03f-a7583911184d" providerId="ADAL" clId="{EF76555A-5FA6-4DFF-BC8D-ACF857A444DE}" dt="2025-02-14T05:54:29.414" v="8" actId="1037"/>
          <ac:spMkLst>
            <pc:docMk/>
            <pc:sldMk cId="2856650110" sldId="566"/>
            <ac:spMk id="2" creationId="{BD8D3EC2-EB97-29BE-ADD6-846242E4BEE7}"/>
          </ac:spMkLst>
        </pc:spChg>
      </pc:sldChg>
    </pc:docChg>
  </pc:docChgLst>
  <pc:docChgLst>
    <pc:chgData name="Manuj" userId="1a07f523-e16f-486a-b610-37539cc763a0" providerId="ADAL" clId="{BADCAD8F-9DF4-483D-B37A-A884F5ACEA34}"/>
    <pc:docChg chg="undo custSel addSld delSld modSld modMainMaster">
      <pc:chgData name="Manuj" userId="1a07f523-e16f-486a-b610-37539cc763a0" providerId="ADAL" clId="{BADCAD8F-9DF4-483D-B37A-A884F5ACEA34}" dt="2023-12-06T08:33:37.179" v="526" actId="20577"/>
      <pc:docMkLst>
        <pc:docMk/>
      </pc:docMkLst>
      <pc:sldChg chg="addSp delSp modSp mod setBg">
        <pc:chgData name="Manuj" userId="1a07f523-e16f-486a-b610-37539cc763a0" providerId="ADAL" clId="{BADCAD8F-9DF4-483D-B37A-A884F5ACEA34}" dt="2023-12-01T10:33:47.909" v="232" actId="1076"/>
        <pc:sldMkLst>
          <pc:docMk/>
          <pc:sldMk cId="2856650110" sldId="566"/>
        </pc:sldMkLst>
      </pc:sldChg>
      <pc:sldChg chg="del setBg">
        <pc:chgData name="Manuj" userId="1a07f523-e16f-486a-b610-37539cc763a0" providerId="ADAL" clId="{BADCAD8F-9DF4-483D-B37A-A884F5ACEA34}" dt="2023-11-29T11:50:54.223" v="68" actId="47"/>
        <pc:sldMkLst>
          <pc:docMk/>
          <pc:sldMk cId="2973246647" sldId="568"/>
        </pc:sldMkLst>
      </pc:sldChg>
      <pc:sldChg chg="addSp delSp modSp mod setBg">
        <pc:chgData name="Manuj" userId="1a07f523-e16f-486a-b610-37539cc763a0" providerId="ADAL" clId="{BADCAD8F-9DF4-483D-B37A-A884F5ACEA34}" dt="2023-12-06T08:13:34.759" v="509" actId="21"/>
        <pc:sldMkLst>
          <pc:docMk/>
          <pc:sldMk cId="247023824" sldId="572"/>
        </pc:sldMkLst>
      </pc:sldChg>
      <pc:sldChg chg="addSp delSp modSp mod setBg">
        <pc:chgData name="Manuj" userId="1a07f523-e16f-486a-b610-37539cc763a0" providerId="ADAL" clId="{BADCAD8F-9DF4-483D-B37A-A884F5ACEA34}" dt="2023-11-29T11:50:46.340" v="67"/>
        <pc:sldMkLst>
          <pc:docMk/>
          <pc:sldMk cId="3683471268" sldId="576"/>
        </pc:sldMkLst>
      </pc:sldChg>
      <pc:sldChg chg="addSp delSp modSp mod setBg">
        <pc:chgData name="Manuj" userId="1a07f523-e16f-486a-b610-37539cc763a0" providerId="ADAL" clId="{BADCAD8F-9DF4-483D-B37A-A884F5ACEA34}" dt="2023-12-01T10:12:20.258" v="211" actId="1076"/>
        <pc:sldMkLst>
          <pc:docMk/>
          <pc:sldMk cId="4028893296" sldId="577"/>
        </pc:sldMkLst>
      </pc:sldChg>
      <pc:sldChg chg="addSp modSp mod">
        <pc:chgData name="Manuj" userId="1a07f523-e16f-486a-b610-37539cc763a0" providerId="ADAL" clId="{BADCAD8F-9DF4-483D-B37A-A884F5ACEA34}" dt="2023-12-06T08:33:37.179" v="526" actId="20577"/>
        <pc:sldMkLst>
          <pc:docMk/>
          <pc:sldMk cId="2743113738" sldId="578"/>
        </pc:sldMkLst>
      </pc:sldChg>
      <pc:sldChg chg="addSp delSp modSp mod">
        <pc:chgData name="Manuj" userId="1a07f523-e16f-486a-b610-37539cc763a0" providerId="ADAL" clId="{BADCAD8F-9DF4-483D-B37A-A884F5ACEA34}" dt="2023-12-05T08:33:38.822" v="318" actId="1076"/>
        <pc:sldMkLst>
          <pc:docMk/>
          <pc:sldMk cId="1917565795" sldId="583"/>
        </pc:sldMkLst>
      </pc:sldChg>
      <pc:sldChg chg="addSp delSp modSp add mod">
        <pc:chgData name="Manuj" userId="1a07f523-e16f-486a-b610-37539cc763a0" providerId="ADAL" clId="{BADCAD8F-9DF4-483D-B37A-A884F5ACEA34}" dt="2023-12-01T10:40:02.017" v="298" actId="1076"/>
        <pc:sldMkLst>
          <pc:docMk/>
          <pc:sldMk cId="3593603217" sldId="584"/>
        </pc:sldMkLst>
      </pc:sldChg>
      <pc:sldMasterChg chg="setBg modSldLayout">
        <pc:chgData name="Manuj" userId="1a07f523-e16f-486a-b610-37539cc763a0" providerId="ADAL" clId="{BADCAD8F-9DF4-483D-B37A-A884F5ACEA34}" dt="2023-11-29T11:50:39.488" v="66"/>
        <pc:sldMasterMkLst>
          <pc:docMk/>
          <pc:sldMasterMk cId="0" sldId="2147483648"/>
        </pc:sldMasterMkLst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7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Manuj Agrawal" userId="8275e378daeca5b2" providerId="LiveId" clId="{FDA34FAC-7963-4A76-904C-E10DA2DD4877}"/>
    <pc:docChg chg="undo custSel addSld delSld modSld sldOrd">
      <pc:chgData name="Manuj Agrawal" userId="8275e378daeca5b2" providerId="LiveId" clId="{FDA34FAC-7963-4A76-904C-E10DA2DD4877}" dt="2023-02-23T08:18:27.068" v="1582" actId="20577"/>
      <pc:docMkLst>
        <pc:docMk/>
      </pc:docMkLst>
      <pc:sldChg chg="modNotesTx">
        <pc:chgData name="Manuj Agrawal" userId="8275e378daeca5b2" providerId="LiveId" clId="{FDA34FAC-7963-4A76-904C-E10DA2DD4877}" dt="2023-02-10T07:58:33.575" v="1554" actId="6549"/>
        <pc:sldMkLst>
          <pc:docMk/>
          <pc:sldMk cId="505145951" sldId="551"/>
        </pc:sldMkLst>
      </pc:sldChg>
      <pc:sldChg chg="ord modNotesTx">
        <pc:chgData name="Manuj Agrawal" userId="8275e378daeca5b2" providerId="LiveId" clId="{FDA34FAC-7963-4A76-904C-E10DA2DD4877}" dt="2023-02-10T07:58:19.934" v="1551" actId="20577"/>
        <pc:sldMkLst>
          <pc:docMk/>
          <pc:sldMk cId="2191335115" sldId="556"/>
        </pc:sldMkLst>
      </pc:sldChg>
      <pc:sldChg chg="del">
        <pc:chgData name="Manuj Agrawal" userId="8275e378daeca5b2" providerId="LiveId" clId="{FDA34FAC-7963-4A76-904C-E10DA2DD4877}" dt="2023-02-10T07:01:59.965" v="38" actId="47"/>
        <pc:sldMkLst>
          <pc:docMk/>
          <pc:sldMk cId="3569473709" sldId="560"/>
        </pc:sldMkLst>
      </pc:sldChg>
      <pc:sldChg chg="del">
        <pc:chgData name="Manuj Agrawal" userId="8275e378daeca5b2" providerId="LiveId" clId="{FDA34FAC-7963-4A76-904C-E10DA2DD4877}" dt="2023-02-10T07:56:48.889" v="1547" actId="47"/>
        <pc:sldMkLst>
          <pc:docMk/>
          <pc:sldMk cId="2268483656" sldId="563"/>
        </pc:sldMkLst>
      </pc:sldChg>
      <pc:sldChg chg="del">
        <pc:chgData name="Manuj Agrawal" userId="8275e378daeca5b2" providerId="LiveId" clId="{FDA34FAC-7963-4A76-904C-E10DA2DD4877}" dt="2023-02-10T07:56:49.816" v="1548" actId="47"/>
        <pc:sldMkLst>
          <pc:docMk/>
          <pc:sldMk cId="2415168758" sldId="564"/>
        </pc:sldMkLst>
      </pc:sldChg>
      <pc:sldChg chg="addSp delSp modSp mod modNotesTx">
        <pc:chgData name="Manuj Agrawal" userId="8275e378daeca5b2" providerId="LiveId" clId="{FDA34FAC-7963-4A76-904C-E10DA2DD4877}" dt="2023-02-10T07:58:40.490" v="1556" actId="6549"/>
        <pc:sldMkLst>
          <pc:docMk/>
          <pc:sldMk cId="2719421991" sldId="565"/>
        </pc:sldMkLst>
      </pc:sldChg>
      <pc:sldChg chg="addSp delSp modSp mod ord modNotesTx">
        <pc:chgData name="Manuj Agrawal" userId="8275e378daeca5b2" providerId="LiveId" clId="{FDA34FAC-7963-4A76-904C-E10DA2DD4877}" dt="2023-02-10T13:00:36.850" v="1576" actId="20577"/>
        <pc:sldMkLst>
          <pc:docMk/>
          <pc:sldMk cId="2856650110" sldId="566"/>
        </pc:sldMkLst>
      </pc:sldChg>
      <pc:sldChg chg="del">
        <pc:chgData name="Manuj Agrawal" userId="8275e378daeca5b2" providerId="LiveId" clId="{FDA34FAC-7963-4A76-904C-E10DA2DD4877}" dt="2023-02-10T07:00:36.168" v="27" actId="47"/>
        <pc:sldMkLst>
          <pc:docMk/>
          <pc:sldMk cId="3947572015" sldId="567"/>
        </pc:sldMkLst>
      </pc:sldChg>
      <pc:sldChg chg="modNotesTx">
        <pc:chgData name="Manuj Agrawal" userId="8275e378daeca5b2" providerId="LiveId" clId="{FDA34FAC-7963-4A76-904C-E10DA2DD4877}" dt="2023-02-10T07:58:11.786" v="1549" actId="20577"/>
        <pc:sldMkLst>
          <pc:docMk/>
          <pc:sldMk cId="2973246647" sldId="568"/>
        </pc:sldMkLst>
      </pc:sldChg>
      <pc:sldChg chg="addSp modSp mod modNotesTx">
        <pc:chgData name="Manuj Agrawal" userId="8275e378daeca5b2" providerId="LiveId" clId="{FDA34FAC-7963-4A76-904C-E10DA2DD4877}" dt="2023-02-10T07:58:36.827" v="1555" actId="6549"/>
        <pc:sldMkLst>
          <pc:docMk/>
          <pc:sldMk cId="4106624454" sldId="569"/>
        </pc:sldMkLst>
      </pc:sldChg>
      <pc:sldChg chg="del">
        <pc:chgData name="Manuj Agrawal" userId="8275e378daeca5b2" providerId="LiveId" clId="{FDA34FAC-7963-4A76-904C-E10DA2DD4877}" dt="2023-02-10T07:56:46.865" v="1546" actId="47"/>
        <pc:sldMkLst>
          <pc:docMk/>
          <pc:sldMk cId="3870056208" sldId="570"/>
        </pc:sldMkLst>
      </pc:sldChg>
      <pc:sldChg chg="modSp add mod ord modNotesTx">
        <pc:chgData name="Manuj Agrawal" userId="8275e378daeca5b2" providerId="LiveId" clId="{FDA34FAC-7963-4A76-904C-E10DA2DD4877}" dt="2023-02-10T07:59:07.425" v="1566" actId="1037"/>
        <pc:sldMkLst>
          <pc:docMk/>
          <pc:sldMk cId="3324685487" sldId="571"/>
        </pc:sldMkLst>
      </pc:sldChg>
      <pc:sldChg chg="addSp delSp modSp add mod">
        <pc:chgData name="Manuj Agrawal" userId="8275e378daeca5b2" providerId="LiveId" clId="{FDA34FAC-7963-4A76-904C-E10DA2DD4877}" dt="2023-02-23T08:18:27.068" v="1582" actId="20577"/>
        <pc:sldMkLst>
          <pc:docMk/>
          <pc:sldMk cId="247023824" sldId="572"/>
        </pc:sldMkLst>
      </pc:sldChg>
    </pc:docChg>
  </pc:docChgLst>
  <pc:docChgLst>
    <pc:chgData name="Manuj Agrawal" userId="8275e378daeca5b2" providerId="LiveId" clId="{31C785AA-7854-43E7-BC92-2F281DCEAA99}"/>
    <pc:docChg chg="undo custSel delSld modSld sldOrd">
      <pc:chgData name="Manuj Agrawal" userId="8275e378daeca5b2" providerId="LiveId" clId="{31C785AA-7854-43E7-BC92-2F281DCEAA99}" dt="2021-12-08T13:44:34.351" v="262" actId="5793"/>
      <pc:docMkLst>
        <pc:docMk/>
      </pc:docMkLst>
      <pc:sldChg chg="del">
        <pc:chgData name="Manuj Agrawal" userId="8275e378daeca5b2" providerId="LiveId" clId="{31C785AA-7854-43E7-BC92-2F281DCEAA99}" dt="2021-12-08T13:29:22.696" v="1" actId="47"/>
        <pc:sldMkLst>
          <pc:docMk/>
          <pc:sldMk cId="839510395" sldId="445"/>
        </pc:sldMkLst>
      </pc:sldChg>
      <pc:sldChg chg="modSp mod">
        <pc:chgData name="Manuj Agrawal" userId="8275e378daeca5b2" providerId="LiveId" clId="{31C785AA-7854-43E7-BC92-2F281DCEAA99}" dt="2021-12-08T13:42:13.834" v="253" actId="20577"/>
        <pc:sldMkLst>
          <pc:docMk/>
          <pc:sldMk cId="2654572283" sldId="456"/>
        </pc:sldMkLst>
      </pc:sldChg>
      <pc:sldChg chg="modSp mod">
        <pc:chgData name="Manuj Agrawal" userId="8275e378daeca5b2" providerId="LiveId" clId="{31C785AA-7854-43E7-BC92-2F281DCEAA99}" dt="2021-12-08T13:41:08.052" v="197" actId="207"/>
        <pc:sldMkLst>
          <pc:docMk/>
          <pc:sldMk cId="3706521388" sldId="468"/>
        </pc:sldMkLst>
      </pc:sldChg>
      <pc:sldChg chg="del">
        <pc:chgData name="Manuj Agrawal" userId="8275e378daeca5b2" providerId="LiveId" clId="{31C785AA-7854-43E7-BC92-2F281DCEAA99}" dt="2021-12-08T13:29:24.446" v="3" actId="47"/>
        <pc:sldMkLst>
          <pc:docMk/>
          <pc:sldMk cId="1400922404" sldId="474"/>
        </pc:sldMkLst>
      </pc:sldChg>
      <pc:sldChg chg="del">
        <pc:chgData name="Manuj Agrawal" userId="8275e378daeca5b2" providerId="LiveId" clId="{31C785AA-7854-43E7-BC92-2F281DCEAA99}" dt="2021-12-08T13:29:23.562" v="2" actId="47"/>
        <pc:sldMkLst>
          <pc:docMk/>
          <pc:sldMk cId="1342799671" sldId="477"/>
        </pc:sldMkLst>
      </pc:sldChg>
      <pc:sldChg chg="del">
        <pc:chgData name="Manuj Agrawal" userId="8275e378daeca5b2" providerId="LiveId" clId="{31C785AA-7854-43E7-BC92-2F281DCEAA99}" dt="2021-12-08T13:29:21.877" v="0" actId="47"/>
        <pc:sldMkLst>
          <pc:docMk/>
          <pc:sldMk cId="2926853988" sldId="484"/>
        </pc:sldMkLst>
      </pc:sldChg>
      <pc:sldChg chg="del">
        <pc:chgData name="Manuj Agrawal" userId="8275e378daeca5b2" providerId="LiveId" clId="{31C785AA-7854-43E7-BC92-2F281DCEAA99}" dt="2021-12-08T13:29:25.374" v="4" actId="47"/>
        <pc:sldMkLst>
          <pc:docMk/>
          <pc:sldMk cId="321808071" sldId="485"/>
        </pc:sldMkLst>
      </pc:sldChg>
      <pc:sldChg chg="ord">
        <pc:chgData name="Manuj Agrawal" userId="8275e378daeca5b2" providerId="LiveId" clId="{31C785AA-7854-43E7-BC92-2F281DCEAA99}" dt="2021-12-08T13:29:27.719" v="6"/>
        <pc:sldMkLst>
          <pc:docMk/>
          <pc:sldMk cId="3773446992" sldId="490"/>
        </pc:sldMkLst>
      </pc:sldChg>
      <pc:sldChg chg="modSp mod">
        <pc:chgData name="Manuj Agrawal" userId="8275e378daeca5b2" providerId="LiveId" clId="{31C785AA-7854-43E7-BC92-2F281DCEAA99}" dt="2021-12-08T13:44:34.351" v="262" actId="5793"/>
        <pc:sldMkLst>
          <pc:docMk/>
          <pc:sldMk cId="1872303264" sldId="521"/>
        </pc:sldMkLst>
      </pc:sldChg>
    </pc:docChg>
  </pc:docChgLst>
  <pc:docChgLst>
    <pc:chgData name="Manuj Agrawal" userId="8275e378daeca5b2" providerId="LiveId" clId="{AFBFD12A-1053-4ACF-B729-DA3BA73EDBC3}"/>
    <pc:docChg chg="undo custSel addSld delSld modSld sldOrd">
      <pc:chgData name="Manuj Agrawal" userId="8275e378daeca5b2" providerId="LiveId" clId="{AFBFD12A-1053-4ACF-B729-DA3BA73EDBC3}" dt="2022-01-06T03:05:52.550" v="1320" actId="478"/>
      <pc:docMkLst>
        <pc:docMk/>
      </pc:docMkLst>
      <pc:sldChg chg="ord">
        <pc:chgData name="Manuj Agrawal" userId="8275e378daeca5b2" providerId="LiveId" clId="{AFBFD12A-1053-4ACF-B729-DA3BA73EDBC3}" dt="2022-01-05T13:33:56.418" v="782"/>
        <pc:sldMkLst>
          <pc:docMk/>
          <pc:sldMk cId="722639226" sldId="481"/>
        </pc:sldMkLst>
      </pc:sldChg>
      <pc:sldChg chg="ord">
        <pc:chgData name="Manuj Agrawal" userId="8275e378daeca5b2" providerId="LiveId" clId="{AFBFD12A-1053-4ACF-B729-DA3BA73EDBC3}" dt="2022-01-05T13:34:10.125" v="784"/>
        <pc:sldMkLst>
          <pc:docMk/>
          <pc:sldMk cId="2413752973" sldId="486"/>
        </pc:sldMkLst>
      </pc:sldChg>
      <pc:sldChg chg="modSp mod">
        <pc:chgData name="Manuj Agrawal" userId="8275e378daeca5b2" providerId="LiveId" clId="{AFBFD12A-1053-4ACF-B729-DA3BA73EDBC3}" dt="2022-01-05T08:53:01.409" v="119" actId="20577"/>
        <pc:sldMkLst>
          <pc:docMk/>
          <pc:sldMk cId="3922207980" sldId="506"/>
        </pc:sldMkLst>
      </pc:sldChg>
      <pc:sldChg chg="addSp delSp modSp mod">
        <pc:chgData name="Manuj Agrawal" userId="8275e378daeca5b2" providerId="LiveId" clId="{AFBFD12A-1053-4ACF-B729-DA3BA73EDBC3}" dt="2022-01-06T02:51:44.085" v="1078" actId="1076"/>
        <pc:sldMkLst>
          <pc:docMk/>
          <pc:sldMk cId="1146830387" sldId="541"/>
        </pc:sldMkLst>
      </pc:sldChg>
      <pc:sldChg chg="delSp mod">
        <pc:chgData name="Manuj Agrawal" userId="8275e378daeca5b2" providerId="LiveId" clId="{AFBFD12A-1053-4ACF-B729-DA3BA73EDBC3}" dt="2022-01-06T03:05:52.550" v="1320" actId="478"/>
        <pc:sldMkLst>
          <pc:docMk/>
          <pc:sldMk cId="1213225221" sldId="546"/>
        </pc:sldMkLst>
      </pc:sldChg>
      <pc:sldChg chg="addSp delSp modSp mod">
        <pc:chgData name="Manuj Agrawal" userId="8275e378daeca5b2" providerId="LiveId" clId="{AFBFD12A-1053-4ACF-B729-DA3BA73EDBC3}" dt="2022-01-06T02:54:00.300" v="1093" actId="1076"/>
        <pc:sldMkLst>
          <pc:docMk/>
          <pc:sldMk cId="505145951" sldId="551"/>
        </pc:sldMkLst>
      </pc:sldChg>
      <pc:sldChg chg="modSp mod">
        <pc:chgData name="Manuj Agrawal" userId="8275e378daeca5b2" providerId="LiveId" clId="{AFBFD12A-1053-4ACF-B729-DA3BA73EDBC3}" dt="2022-01-05T12:48:47.731" v="778" actId="20577"/>
        <pc:sldMkLst>
          <pc:docMk/>
          <pc:sldMk cId="1004415067" sldId="553"/>
        </pc:sldMkLst>
      </pc:sldChg>
      <pc:sldChg chg="modSp mod">
        <pc:chgData name="Manuj Agrawal" userId="8275e378daeca5b2" providerId="LiveId" clId="{AFBFD12A-1053-4ACF-B729-DA3BA73EDBC3}" dt="2022-01-05T10:26:46.983" v="192" actId="1076"/>
        <pc:sldMkLst>
          <pc:docMk/>
          <pc:sldMk cId="2191335115" sldId="556"/>
        </pc:sldMkLst>
      </pc:sldChg>
      <pc:sldChg chg="add del ord">
        <pc:chgData name="Manuj Agrawal" userId="8275e378daeca5b2" providerId="LiveId" clId="{AFBFD12A-1053-4ACF-B729-DA3BA73EDBC3}" dt="2022-01-05T09:39:02.588" v="120" actId="2696"/>
        <pc:sldMkLst>
          <pc:docMk/>
          <pc:sldMk cId="1458837357" sldId="560"/>
        </pc:sldMkLst>
      </pc:sldChg>
      <pc:sldChg chg="add del">
        <pc:chgData name="Manuj Agrawal" userId="8275e378daeca5b2" providerId="LiveId" clId="{AFBFD12A-1053-4ACF-B729-DA3BA73EDBC3}" dt="2022-01-06T02:54:08.750" v="1094" actId="47"/>
        <pc:sldMkLst>
          <pc:docMk/>
          <pc:sldMk cId="2765457545" sldId="560"/>
        </pc:sldMkLst>
      </pc:sldChg>
      <pc:sldChg chg="addSp delSp modSp add mod">
        <pc:chgData name="Manuj Agrawal" userId="8275e378daeca5b2" providerId="LiveId" clId="{AFBFD12A-1053-4ACF-B729-DA3BA73EDBC3}" dt="2022-01-06T03:05:18.377" v="1316" actId="1076"/>
        <pc:sldMkLst>
          <pc:docMk/>
          <pc:sldMk cId="3569473709" sldId="560"/>
        </pc:sldMkLst>
      </pc:sldChg>
      <pc:sldChg chg="modSp add del mod">
        <pc:chgData name="Manuj Agrawal" userId="8275e378daeca5b2" providerId="LiveId" clId="{AFBFD12A-1053-4ACF-B729-DA3BA73EDBC3}" dt="2022-01-05T13:58:03.561" v="824" actId="47"/>
        <pc:sldMkLst>
          <pc:docMk/>
          <pc:sldMk cId="3616895577" sldId="560"/>
        </pc:sldMkLst>
      </pc:sldChg>
      <pc:sldChg chg="modSp add del mod">
        <pc:chgData name="Manuj Agrawal" userId="8275e378daeca5b2" providerId="LiveId" clId="{AFBFD12A-1053-4ACF-B729-DA3BA73EDBC3}" dt="2022-01-06T03:05:44.990" v="1318" actId="2696"/>
        <pc:sldMkLst>
          <pc:docMk/>
          <pc:sldMk cId="3766237460" sldId="561"/>
        </pc:sldMkLst>
      </pc:sldChg>
      <pc:sldChg chg="add del">
        <pc:chgData name="Manuj Agrawal" userId="8275e378daeca5b2" providerId="LiveId" clId="{AFBFD12A-1053-4ACF-B729-DA3BA73EDBC3}" dt="2022-01-06T03:05:47.061" v="1319" actId="2696"/>
        <pc:sldMkLst>
          <pc:docMk/>
          <pc:sldMk cId="2756493403" sldId="562"/>
        </pc:sldMkLst>
      </pc:sldChg>
    </pc:docChg>
  </pc:docChgLst>
  <pc:docChgLst>
    <pc:chgData name="Manuj Agrawal" userId="8275e378daeca5b2" providerId="LiveId" clId="{DDAC8C1A-5AD8-4CBD-8F61-8D233D03A885}"/>
    <pc:docChg chg="undo redo custSel addSld delSld modSld sldOrd">
      <pc:chgData name="Manuj Agrawal" userId="8275e378daeca5b2" providerId="LiveId" clId="{DDAC8C1A-5AD8-4CBD-8F61-8D233D03A885}" dt="2021-12-05T14:44:30.915" v="7617" actId="20577"/>
      <pc:docMkLst>
        <pc:docMk/>
      </pc:docMkLst>
      <pc:sldChg chg="add del modNotesTx">
        <pc:chgData name="Manuj Agrawal" userId="8275e378daeca5b2" providerId="LiveId" clId="{DDAC8C1A-5AD8-4CBD-8F61-8D233D03A885}" dt="2021-12-05T12:34:21.375" v="3197" actId="20577"/>
        <pc:sldMkLst>
          <pc:docMk/>
          <pc:sldMk cId="4132242691" sldId="439"/>
        </pc:sldMkLst>
      </pc:sldChg>
      <pc:sldChg chg="modNotesTx">
        <pc:chgData name="Manuj Agrawal" userId="8275e378daeca5b2" providerId="LiveId" clId="{DDAC8C1A-5AD8-4CBD-8F61-8D233D03A885}" dt="2021-12-05T14:40:54.198" v="7075" actId="20577"/>
        <pc:sldMkLst>
          <pc:docMk/>
          <pc:sldMk cId="2924652405" sldId="446"/>
        </pc:sldMkLst>
      </pc:sldChg>
      <pc:sldChg chg="modNotesTx">
        <pc:chgData name="Manuj Agrawal" userId="8275e378daeca5b2" providerId="LiveId" clId="{DDAC8C1A-5AD8-4CBD-8F61-8D233D03A885}" dt="2021-12-05T13:45:20.823" v="6367" actId="20577"/>
        <pc:sldMkLst>
          <pc:docMk/>
          <pc:sldMk cId="1886868575" sldId="452"/>
        </pc:sldMkLst>
      </pc:sldChg>
      <pc:sldChg chg="modSp mod modNotesTx">
        <pc:chgData name="Manuj Agrawal" userId="8275e378daeca5b2" providerId="LiveId" clId="{DDAC8C1A-5AD8-4CBD-8F61-8D233D03A885}" dt="2021-12-05T13:46:13.936" v="6557" actId="20577"/>
        <pc:sldMkLst>
          <pc:docMk/>
          <pc:sldMk cId="0" sldId="462"/>
        </pc:sldMkLst>
      </pc:sldChg>
      <pc:sldChg chg="modNotesTx">
        <pc:chgData name="Manuj Agrawal" userId="8275e378daeca5b2" providerId="LiveId" clId="{DDAC8C1A-5AD8-4CBD-8F61-8D233D03A885}" dt="2021-12-05T14:40:07.659" v="6905" actId="20577"/>
        <pc:sldMkLst>
          <pc:docMk/>
          <pc:sldMk cId="4070165547" sldId="472"/>
        </pc:sldMkLst>
      </pc:sldChg>
      <pc:sldChg chg="modSp mod modNotesTx">
        <pc:chgData name="Manuj Agrawal" userId="8275e378daeca5b2" providerId="LiveId" clId="{DDAC8C1A-5AD8-4CBD-8F61-8D233D03A885}" dt="2021-12-05T14:41:38.920" v="7257" actId="20577"/>
        <pc:sldMkLst>
          <pc:docMk/>
          <pc:sldMk cId="722639226" sldId="481"/>
        </pc:sldMkLst>
      </pc:sldChg>
      <pc:sldChg chg="modNotesTx">
        <pc:chgData name="Manuj Agrawal" userId="8275e378daeca5b2" providerId="LiveId" clId="{DDAC8C1A-5AD8-4CBD-8F61-8D233D03A885}" dt="2021-12-05T13:09:50.757" v="5364" actId="20577"/>
        <pc:sldMkLst>
          <pc:docMk/>
          <pc:sldMk cId="2413752973" sldId="486"/>
        </pc:sldMkLst>
      </pc:sldChg>
      <pc:sldChg chg="addSp delSp modSp mod ord modNotesTx">
        <pc:chgData name="Manuj Agrawal" userId="8275e378daeca5b2" providerId="LiveId" clId="{DDAC8C1A-5AD8-4CBD-8F61-8D233D03A885}" dt="2021-12-05T13:12:19.431" v="5582" actId="20577"/>
        <pc:sldMkLst>
          <pc:docMk/>
          <pc:sldMk cId="1954424249" sldId="487"/>
        </pc:sldMkLst>
      </pc:sldChg>
      <pc:sldChg chg="modNotesTx">
        <pc:chgData name="Manuj Agrawal" userId="8275e378daeca5b2" providerId="LiveId" clId="{DDAC8C1A-5AD8-4CBD-8F61-8D233D03A885}" dt="2021-12-05T13:10:18.075" v="5473" actId="20577"/>
        <pc:sldMkLst>
          <pc:docMk/>
          <pc:sldMk cId="57572407" sldId="488"/>
        </pc:sldMkLst>
      </pc:sldChg>
      <pc:sldChg chg="add del ord">
        <pc:chgData name="Manuj Agrawal" userId="8275e378daeca5b2" providerId="LiveId" clId="{DDAC8C1A-5AD8-4CBD-8F61-8D233D03A885}" dt="2021-12-05T11:53:24.254" v="795"/>
        <pc:sldMkLst>
          <pc:docMk/>
          <pc:sldMk cId="3461840701" sldId="489"/>
        </pc:sldMkLst>
      </pc:sldChg>
      <pc:sldChg chg="addSp delSp modSp mod modNotesTx">
        <pc:chgData name="Manuj Agrawal" userId="8275e378daeca5b2" providerId="LiveId" clId="{DDAC8C1A-5AD8-4CBD-8F61-8D233D03A885}" dt="2021-12-05T12:27:42.863" v="2752" actId="20577"/>
        <pc:sldMkLst>
          <pc:docMk/>
          <pc:sldMk cId="2332114638" sldId="503"/>
        </pc:sldMkLst>
      </pc:sldChg>
      <pc:sldChg chg="delSp modSp mod modNotesTx">
        <pc:chgData name="Manuj Agrawal" userId="8275e378daeca5b2" providerId="LiveId" clId="{DDAC8C1A-5AD8-4CBD-8F61-8D233D03A885}" dt="2021-12-05T13:48:49.783" v="6678" actId="20577"/>
        <pc:sldMkLst>
          <pc:docMk/>
          <pc:sldMk cId="1614889212" sldId="505"/>
        </pc:sldMkLst>
      </pc:sldChg>
      <pc:sldChg chg="modSp mod modNotesTx">
        <pc:chgData name="Manuj Agrawal" userId="8275e378daeca5b2" providerId="LiveId" clId="{DDAC8C1A-5AD8-4CBD-8F61-8D233D03A885}" dt="2021-12-05T12:43:42.631" v="3865" actId="20577"/>
        <pc:sldMkLst>
          <pc:docMk/>
          <pc:sldMk cId="3922207980" sldId="506"/>
        </pc:sldMkLst>
      </pc:sldChg>
      <pc:sldChg chg="addSp delSp modSp del mod">
        <pc:chgData name="Manuj Agrawal" userId="8275e378daeca5b2" providerId="LiveId" clId="{DDAC8C1A-5AD8-4CBD-8F61-8D233D03A885}" dt="2021-12-05T08:12:20.052" v="436" actId="2696"/>
        <pc:sldMkLst>
          <pc:docMk/>
          <pc:sldMk cId="3139977492" sldId="507"/>
        </pc:sldMkLst>
      </pc:sldChg>
      <pc:sldChg chg="delSp modSp mod modNotesTx">
        <pc:chgData name="Manuj Agrawal" userId="8275e378daeca5b2" providerId="LiveId" clId="{DDAC8C1A-5AD8-4CBD-8F61-8D233D03A885}" dt="2021-12-05T12:49:26.503" v="4237" actId="313"/>
        <pc:sldMkLst>
          <pc:docMk/>
          <pc:sldMk cId="3558071778" sldId="508"/>
        </pc:sldMkLst>
      </pc:sldChg>
      <pc:sldChg chg="ord modNotesTx">
        <pc:chgData name="Manuj Agrawal" userId="8275e378daeca5b2" providerId="LiveId" clId="{DDAC8C1A-5AD8-4CBD-8F61-8D233D03A885}" dt="2021-12-05T13:09:06.205" v="5263" actId="20577"/>
        <pc:sldMkLst>
          <pc:docMk/>
          <pc:sldMk cId="779782093" sldId="509"/>
        </pc:sldMkLst>
      </pc:sldChg>
      <pc:sldChg chg="addSp delSp modSp mod modNotesTx">
        <pc:chgData name="Manuj Agrawal" userId="8275e378daeca5b2" providerId="LiveId" clId="{DDAC8C1A-5AD8-4CBD-8F61-8D233D03A885}" dt="2021-12-05T13:52:21.339" v="6815" actId="20577"/>
        <pc:sldMkLst>
          <pc:docMk/>
          <pc:sldMk cId="2864755014" sldId="510"/>
        </pc:sldMkLst>
      </pc:sldChg>
      <pc:sldChg chg="modNotesTx">
        <pc:chgData name="Manuj Agrawal" userId="8275e378daeca5b2" providerId="LiveId" clId="{DDAC8C1A-5AD8-4CBD-8F61-8D233D03A885}" dt="2021-12-05T14:40:30.330" v="6981" actId="20577"/>
        <pc:sldMkLst>
          <pc:docMk/>
          <pc:sldMk cId="2155742826" sldId="511"/>
        </pc:sldMkLst>
      </pc:sldChg>
      <pc:sldChg chg="modNotesTx">
        <pc:chgData name="Manuj Agrawal" userId="8275e378daeca5b2" providerId="LiveId" clId="{DDAC8C1A-5AD8-4CBD-8F61-8D233D03A885}" dt="2021-12-05T14:40:46.182" v="7046" actId="20577"/>
        <pc:sldMkLst>
          <pc:docMk/>
          <pc:sldMk cId="320115848" sldId="512"/>
        </pc:sldMkLst>
      </pc:sldChg>
      <pc:sldChg chg="addSp delSp modSp mod ord modNotesTx">
        <pc:chgData name="Manuj Agrawal" userId="8275e378daeca5b2" providerId="LiveId" clId="{DDAC8C1A-5AD8-4CBD-8F61-8D233D03A885}" dt="2021-12-05T14:43:53.990" v="7517" actId="20577"/>
        <pc:sldMkLst>
          <pc:docMk/>
          <pc:sldMk cId="2864457999" sldId="513"/>
        </pc:sldMkLst>
      </pc:sldChg>
      <pc:sldChg chg="addSp delSp modSp add mod ord modNotesTx">
        <pc:chgData name="Manuj Agrawal" userId="8275e378daeca5b2" providerId="LiveId" clId="{DDAC8C1A-5AD8-4CBD-8F61-8D233D03A885}" dt="2021-12-05T13:50:27.991" v="6802" actId="20577"/>
        <pc:sldMkLst>
          <pc:docMk/>
          <pc:sldMk cId="3900484488" sldId="514"/>
        </pc:sldMkLst>
      </pc:sldChg>
      <pc:sldChg chg="addSp delSp modSp add mod ord modNotesTx">
        <pc:chgData name="Manuj Agrawal" userId="8275e378daeca5b2" providerId="LiveId" clId="{DDAC8C1A-5AD8-4CBD-8F61-8D233D03A885}" dt="2021-12-05T13:56:11.818" v="6870" actId="20577"/>
        <pc:sldMkLst>
          <pc:docMk/>
          <pc:sldMk cId="3115088553" sldId="515"/>
        </pc:sldMkLst>
      </pc:sldChg>
      <pc:sldChg chg="addSp delSp modSp add mod ord modNotesTx">
        <pc:chgData name="Manuj Agrawal" userId="8275e378daeca5b2" providerId="LiveId" clId="{DDAC8C1A-5AD8-4CBD-8F61-8D233D03A885}" dt="2021-12-05T13:05:18.940" v="4989" actId="20577"/>
        <pc:sldMkLst>
          <pc:docMk/>
          <pc:sldMk cId="3398521564" sldId="516"/>
        </pc:sldMkLst>
      </pc:sldChg>
      <pc:sldChg chg="modSp add mod modNotesTx">
        <pc:chgData name="Manuj Agrawal" userId="8275e378daeca5b2" providerId="LiveId" clId="{DDAC8C1A-5AD8-4CBD-8F61-8D233D03A885}" dt="2021-12-05T14:44:30.915" v="7617" actId="20577"/>
        <pc:sldMkLst>
          <pc:docMk/>
          <pc:sldMk cId="3154999266" sldId="517"/>
        </pc:sldMkLst>
      </pc:sldChg>
    </pc:docChg>
  </pc:docChgLst>
  <pc:docChgLst>
    <pc:chgData name="Manuj Agrawal" userId="8275e378daeca5b2" providerId="LiveId" clId="{332BA2EF-6F51-4E17-845A-EA2D7E378A6C}"/>
    <pc:docChg chg="undo custSel addSld delSld modSld sldOrd">
      <pc:chgData name="Manuj Agrawal" userId="8275e378daeca5b2" providerId="LiveId" clId="{332BA2EF-6F51-4E17-845A-EA2D7E378A6C}" dt="2021-12-25T12:14:53.822" v="2502" actId="20577"/>
      <pc:docMkLst>
        <pc:docMk/>
      </pc:docMkLst>
      <pc:sldChg chg="addSp delSp modSp del mod">
        <pc:chgData name="Manuj Agrawal" userId="8275e378daeca5b2" providerId="LiveId" clId="{332BA2EF-6F51-4E17-845A-EA2D7E378A6C}" dt="2021-12-25T11:34:25.060" v="2082" actId="47"/>
        <pc:sldMkLst>
          <pc:docMk/>
          <pc:sldMk cId="1737797681" sldId="531"/>
        </pc:sldMkLst>
      </pc:sldChg>
      <pc:sldChg chg="addSp delSp modSp del mod">
        <pc:chgData name="Manuj Agrawal" userId="8275e378daeca5b2" providerId="LiveId" clId="{332BA2EF-6F51-4E17-845A-EA2D7E378A6C}" dt="2021-12-25T09:35:21.764" v="541" actId="47"/>
        <pc:sldMkLst>
          <pc:docMk/>
          <pc:sldMk cId="2701607129" sldId="532"/>
        </pc:sldMkLst>
      </pc:sldChg>
      <pc:sldChg chg="addSp modSp mod">
        <pc:chgData name="Manuj Agrawal" userId="8275e378daeca5b2" providerId="LiveId" clId="{332BA2EF-6F51-4E17-845A-EA2D7E378A6C}" dt="2021-12-25T12:12:48.134" v="2494" actId="20577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332BA2EF-6F51-4E17-845A-EA2D7E378A6C}" dt="2021-12-25T12:07:10.577" v="2380" actId="1038"/>
        <pc:sldMkLst>
          <pc:docMk/>
          <pc:sldMk cId="1316161972" sldId="542"/>
        </pc:sldMkLst>
      </pc:sldChg>
      <pc:sldChg chg="addSp delSp modSp mod">
        <pc:chgData name="Manuj Agrawal" userId="8275e378daeca5b2" providerId="LiveId" clId="{332BA2EF-6F51-4E17-845A-EA2D7E378A6C}" dt="2021-12-25T12:12:00.507" v="2490" actId="1076"/>
        <pc:sldMkLst>
          <pc:docMk/>
          <pc:sldMk cId="477807685" sldId="544"/>
        </pc:sldMkLst>
      </pc:sldChg>
      <pc:sldChg chg="modSp mod">
        <pc:chgData name="Manuj Agrawal" userId="8275e378daeca5b2" providerId="LiveId" clId="{332BA2EF-6F51-4E17-845A-EA2D7E378A6C}" dt="2021-12-25T09:52:09.227" v="822" actId="1076"/>
        <pc:sldMkLst>
          <pc:docMk/>
          <pc:sldMk cId="1213225221" sldId="546"/>
        </pc:sldMkLst>
      </pc:sldChg>
      <pc:sldChg chg="modSp mod">
        <pc:chgData name="Manuj Agrawal" userId="8275e378daeca5b2" providerId="LiveId" clId="{332BA2EF-6F51-4E17-845A-EA2D7E378A6C}" dt="2021-12-25T12:14:53.822" v="2502" actId="20577"/>
        <pc:sldMkLst>
          <pc:docMk/>
          <pc:sldMk cId="1004415067" sldId="553"/>
        </pc:sldMkLst>
      </pc:sldChg>
      <pc:sldChg chg="add del">
        <pc:chgData name="Manuj Agrawal" userId="8275e378daeca5b2" providerId="LiveId" clId="{332BA2EF-6F51-4E17-845A-EA2D7E378A6C}" dt="2021-12-25T09:14:48.525" v="227" actId="47"/>
        <pc:sldMkLst>
          <pc:docMk/>
          <pc:sldMk cId="2008832774" sldId="554"/>
        </pc:sldMkLst>
      </pc:sldChg>
      <pc:sldChg chg="del">
        <pc:chgData name="Manuj Agrawal" userId="8275e378daeca5b2" providerId="LiveId" clId="{332BA2EF-6F51-4E17-845A-EA2D7E378A6C}" dt="2021-12-25T08:57:45.597" v="5" actId="47"/>
        <pc:sldMkLst>
          <pc:docMk/>
          <pc:sldMk cId="2079074756" sldId="554"/>
        </pc:sldMkLst>
      </pc:sldChg>
      <pc:sldChg chg="add del">
        <pc:chgData name="Manuj Agrawal" userId="8275e378daeca5b2" providerId="LiveId" clId="{332BA2EF-6F51-4E17-845A-EA2D7E378A6C}" dt="2021-12-25T09:39:58.390" v="574" actId="47"/>
        <pc:sldMkLst>
          <pc:docMk/>
          <pc:sldMk cId="3049755934" sldId="554"/>
        </pc:sldMkLst>
      </pc:sldChg>
      <pc:sldChg chg="add del">
        <pc:chgData name="Manuj Agrawal" userId="8275e378daeca5b2" providerId="LiveId" clId="{332BA2EF-6F51-4E17-845A-EA2D7E378A6C}" dt="2021-12-25T09:21:34.516" v="297" actId="47"/>
        <pc:sldMkLst>
          <pc:docMk/>
          <pc:sldMk cId="3443449937" sldId="554"/>
        </pc:sldMkLst>
      </pc:sldChg>
      <pc:sldChg chg="add del">
        <pc:chgData name="Manuj Agrawal" userId="8275e378daeca5b2" providerId="LiveId" clId="{332BA2EF-6F51-4E17-845A-EA2D7E378A6C}" dt="2021-12-25T09:39:57.106" v="573" actId="47"/>
        <pc:sldMkLst>
          <pc:docMk/>
          <pc:sldMk cId="2424644475" sldId="555"/>
        </pc:sldMkLst>
      </pc:sldChg>
      <pc:sldChg chg="delSp modSp add mod ord">
        <pc:chgData name="Manuj Agrawal" userId="8275e378daeca5b2" providerId="LiveId" clId="{332BA2EF-6F51-4E17-845A-EA2D7E378A6C}" dt="2021-12-25T10:48:20.644" v="1741"/>
        <pc:sldMkLst>
          <pc:docMk/>
          <pc:sldMk cId="2191335115" sldId="556"/>
        </pc:sldMkLst>
      </pc:sldChg>
      <pc:sldChg chg="addSp delSp modSp add del mod">
        <pc:chgData name="Manuj Agrawal" userId="8275e378daeca5b2" providerId="LiveId" clId="{332BA2EF-6F51-4E17-845A-EA2D7E378A6C}" dt="2021-12-25T09:39:55.762" v="572" actId="47"/>
        <pc:sldMkLst>
          <pc:docMk/>
          <pc:sldMk cId="1307434001" sldId="557"/>
        </pc:sldMkLst>
      </pc:sldChg>
      <pc:sldChg chg="add del">
        <pc:chgData name="Manuj Agrawal" userId="8275e378daeca5b2" providerId="LiveId" clId="{332BA2EF-6F51-4E17-845A-EA2D7E378A6C}" dt="2021-12-25T11:35:22.949" v="2084" actId="47"/>
        <pc:sldMkLst>
          <pc:docMk/>
          <pc:sldMk cId="2849654633" sldId="557"/>
        </pc:sldMkLst>
      </pc:sldChg>
      <pc:sldChg chg="add del">
        <pc:chgData name="Manuj Agrawal" userId="8275e378daeca5b2" providerId="LiveId" clId="{332BA2EF-6F51-4E17-845A-EA2D7E378A6C}" dt="2021-12-25T10:42:03.307" v="1735" actId="47"/>
        <pc:sldMkLst>
          <pc:docMk/>
          <pc:sldMk cId="2984561128" sldId="557"/>
        </pc:sldMkLst>
      </pc:sldChg>
      <pc:sldChg chg="addSp modSp add del mod">
        <pc:chgData name="Manuj Agrawal" userId="8275e378daeca5b2" providerId="LiveId" clId="{332BA2EF-6F51-4E17-845A-EA2D7E378A6C}" dt="2021-12-25T11:34:21.468" v="2081" actId="47"/>
        <pc:sldMkLst>
          <pc:docMk/>
          <pc:sldMk cId="213247219" sldId="558"/>
        </pc:sldMkLst>
      </pc:sldChg>
      <pc:sldChg chg="add del">
        <pc:chgData name="Manuj Agrawal" userId="8275e378daeca5b2" providerId="LiveId" clId="{332BA2EF-6F51-4E17-845A-EA2D7E378A6C}" dt="2021-12-25T10:40:10.117" v="1693" actId="47"/>
        <pc:sldMkLst>
          <pc:docMk/>
          <pc:sldMk cId="2319325564" sldId="558"/>
        </pc:sldMkLst>
      </pc:sldChg>
      <pc:sldChg chg="addSp delSp modSp add mod">
        <pc:chgData name="Manuj Agrawal" userId="8275e378daeca5b2" providerId="LiveId" clId="{332BA2EF-6F51-4E17-845A-EA2D7E378A6C}" dt="2021-12-25T12:03:31.696" v="2300" actId="20577"/>
        <pc:sldMkLst>
          <pc:docMk/>
          <pc:sldMk cId="492392778" sldId="559"/>
        </pc:sldMkLst>
      </pc:sldChg>
      <pc:sldChg chg="add del">
        <pc:chgData name="Manuj Agrawal" userId="8275e378daeca5b2" providerId="LiveId" clId="{332BA2EF-6F51-4E17-845A-EA2D7E378A6C}" dt="2021-12-25T11:46:15.797" v="2189" actId="47"/>
        <pc:sldMkLst>
          <pc:docMk/>
          <pc:sldMk cId="2944719309" sldId="560"/>
        </pc:sldMkLst>
      </pc:sldChg>
    </pc:docChg>
  </pc:docChgLst>
  <pc:docChgLst>
    <pc:chgData name="Shyama" userId="S::shyama@webberec.com::6bc29e3b-d18d-4efe-9776-d232efa51d08" providerId="AD" clId="Web-{CBAC39AB-6B46-190D-4CFF-78D778AE1EA1}"/>
    <pc:docChg chg="modSld">
      <pc:chgData name="Shyama" userId="S::shyama@webberec.com::6bc29e3b-d18d-4efe-9776-d232efa51d08" providerId="AD" clId="Web-{CBAC39AB-6B46-190D-4CFF-78D778AE1EA1}" dt="2023-04-22T16:33:58.019" v="96" actId="1076"/>
      <pc:docMkLst>
        <pc:docMk/>
      </pc:docMkLst>
      <pc:sldChg chg="addSp delSp modSp">
        <pc:chgData name="Shyama" userId="S::shyama@webberec.com::6bc29e3b-d18d-4efe-9776-d232efa51d08" providerId="AD" clId="Web-{CBAC39AB-6B46-190D-4CFF-78D778AE1EA1}" dt="2023-04-22T16:33:58.019" v="96" actId="1076"/>
        <pc:sldMkLst>
          <pc:docMk/>
          <pc:sldMk cId="505145951" sldId="551"/>
        </pc:sldMkLst>
      </pc:sldChg>
    </pc:docChg>
  </pc:docChgLst>
  <pc:docChgLst>
    <pc:chgData name="Manuj Agrawal" userId="8275e378daeca5b2" providerId="LiveId" clId="{7D7327DA-B3F9-48D7-B8AA-D5F20E65E84C}"/>
    <pc:docChg chg="undo custSel addSld delSld modSld sldOrd">
      <pc:chgData name="Manuj Agrawal" userId="8275e378daeca5b2" providerId="LiveId" clId="{7D7327DA-B3F9-48D7-B8AA-D5F20E65E84C}" dt="2022-08-09T13:45:03.123" v="1243" actId="20577"/>
      <pc:docMkLst>
        <pc:docMk/>
      </pc:docMkLst>
      <pc:sldChg chg="del">
        <pc:chgData name="Manuj Agrawal" userId="8275e378daeca5b2" providerId="LiveId" clId="{7D7327DA-B3F9-48D7-B8AA-D5F20E65E84C}" dt="2022-06-17T09:54:47.260" v="0" actId="47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7D7327DA-B3F9-48D7-B8AA-D5F20E65E84C}" dt="2022-08-04T09:27:30.076" v="123" actId="1076"/>
        <pc:sldMkLst>
          <pc:docMk/>
          <pc:sldMk cId="2719421991" sldId="565"/>
        </pc:sldMkLst>
      </pc:sldChg>
      <pc:sldChg chg="addSp delSp modSp mod">
        <pc:chgData name="Manuj Agrawal" userId="8275e378daeca5b2" providerId="LiveId" clId="{7D7327DA-B3F9-48D7-B8AA-D5F20E65E84C}" dt="2022-06-17T09:56:42.547" v="12" actId="1076"/>
        <pc:sldMkLst>
          <pc:docMk/>
          <pc:sldMk cId="4106624454" sldId="569"/>
        </pc:sldMkLst>
      </pc:sldChg>
      <pc:sldChg chg="addSp delSp modSp add mod">
        <pc:chgData name="Manuj Agrawal" userId="8275e378daeca5b2" providerId="LiveId" clId="{7D7327DA-B3F9-48D7-B8AA-D5F20E65E84C}" dt="2022-08-09T13:45:03.123" v="1243" actId="20577"/>
        <pc:sldMkLst>
          <pc:docMk/>
          <pc:sldMk cId="3870056208" sldId="570"/>
        </pc:sldMkLst>
      </pc:sldChg>
    </pc:docChg>
  </pc:docChgLst>
  <pc:docChgLst>
    <pc:chgData name="Shyama" userId="S::shyama@webberec.com::6bc29e3b-d18d-4efe-9776-d232efa51d08" providerId="AD" clId="Web-{E91D7C8E-5CE4-3EE0-32BD-E72F6BC05404}"/>
    <pc:docChg chg="addSld modSld">
      <pc:chgData name="Shyama" userId="S::shyama@webberec.com::6bc29e3b-d18d-4efe-9776-d232efa51d08" providerId="AD" clId="Web-{E91D7C8E-5CE4-3EE0-32BD-E72F6BC05404}" dt="2023-04-22T09:37:20.697" v="592" actId="1076"/>
      <pc:docMkLst>
        <pc:docMk/>
      </pc:docMkLst>
      <pc:sldChg chg="addSp delSp modSp">
        <pc:chgData name="Shyama" userId="S::shyama@webberec.com::6bc29e3b-d18d-4efe-9776-d232efa51d08" providerId="AD" clId="Web-{E91D7C8E-5CE4-3EE0-32BD-E72F6BC05404}" dt="2023-04-22T08:15:23.740" v="528" actId="1076"/>
        <pc:sldMkLst>
          <pc:docMk/>
          <pc:sldMk cId="2719421991" sldId="565"/>
        </pc:sldMkLst>
      </pc:sldChg>
      <pc:sldChg chg="modSp">
        <pc:chgData name="Shyama" userId="S::shyama@webberec.com::6bc29e3b-d18d-4efe-9776-d232efa51d08" providerId="AD" clId="Web-{E91D7C8E-5CE4-3EE0-32BD-E72F6BC05404}" dt="2023-04-22T07:57:37.187" v="427" actId="20577"/>
        <pc:sldMkLst>
          <pc:docMk/>
          <pc:sldMk cId="2856650110" sldId="566"/>
        </pc:sldMkLst>
      </pc:sldChg>
      <pc:sldChg chg="addSp delSp modSp">
        <pc:chgData name="Shyama" userId="S::shyama@webberec.com::6bc29e3b-d18d-4efe-9776-d232efa51d08" providerId="AD" clId="Web-{E91D7C8E-5CE4-3EE0-32BD-E72F6BC05404}" dt="2023-04-22T09:37:20.697" v="592" actId="1076"/>
        <pc:sldMkLst>
          <pc:docMk/>
          <pc:sldMk cId="4106624454" sldId="569"/>
        </pc:sldMkLst>
      </pc:sldChg>
      <pc:sldChg chg="addSp delSp modSp add replId">
        <pc:chgData name="Shyama" userId="S::shyama@webberec.com::6bc29e3b-d18d-4efe-9776-d232efa51d08" providerId="AD" clId="Web-{E91D7C8E-5CE4-3EE0-32BD-E72F6BC05404}" dt="2023-04-22T08:41:05.013" v="537" actId="1076"/>
        <pc:sldMkLst>
          <pc:docMk/>
          <pc:sldMk cId="2876836253" sldId="573"/>
        </pc:sldMkLst>
      </pc:sldChg>
    </pc:docChg>
  </pc:docChgLst>
  <pc:docChgLst>
    <pc:chgData name="Manuj" userId="1a07f523-e16f-486a-b610-37539cc763a0" providerId="ADAL" clId="{27A32ECD-9F8C-4400-AAEE-29685126C1F2}"/>
    <pc:docChg chg="undo custSel addSld delSld modSld">
      <pc:chgData name="Manuj" userId="1a07f523-e16f-486a-b610-37539cc763a0" providerId="ADAL" clId="{27A32ECD-9F8C-4400-AAEE-29685126C1F2}" dt="2023-07-26T08:45:11.102" v="814" actId="47"/>
      <pc:docMkLst>
        <pc:docMk/>
      </pc:docMkLst>
      <pc:sldChg chg="setBg">
        <pc:chgData name="Manuj" userId="1a07f523-e16f-486a-b610-37539cc763a0" providerId="ADAL" clId="{27A32ECD-9F8C-4400-AAEE-29685126C1F2}" dt="2023-06-12T08:28:01.191" v="706"/>
        <pc:sldMkLst>
          <pc:docMk/>
          <pc:sldMk cId="505145951" sldId="551"/>
        </pc:sldMkLst>
      </pc:sldChg>
      <pc:sldChg chg="modSp mod setBg">
        <pc:chgData name="Manuj" userId="1a07f523-e16f-486a-b610-37539cc763a0" providerId="ADAL" clId="{27A32ECD-9F8C-4400-AAEE-29685126C1F2}" dt="2023-06-12T08:27:25.071" v="700"/>
        <pc:sldMkLst>
          <pc:docMk/>
          <pc:sldMk cId="2191335115" sldId="556"/>
        </pc:sldMkLst>
      </pc:sldChg>
      <pc:sldChg chg="del setBg">
        <pc:chgData name="Manuj" userId="1a07f523-e16f-486a-b610-37539cc763a0" providerId="ADAL" clId="{27A32ECD-9F8C-4400-AAEE-29685126C1F2}" dt="2023-07-26T08:45:11.102" v="814" actId="47"/>
        <pc:sldMkLst>
          <pc:docMk/>
          <pc:sldMk cId="2719421991" sldId="565"/>
        </pc:sldMkLst>
      </pc:sldChg>
      <pc:sldChg chg="delSp modSp mod">
        <pc:chgData name="Manuj" userId="1a07f523-e16f-486a-b610-37539cc763a0" providerId="ADAL" clId="{27A32ECD-9F8C-4400-AAEE-29685126C1F2}" dt="2023-06-12T08:26:25.555" v="699" actId="1037"/>
        <pc:sldMkLst>
          <pc:docMk/>
          <pc:sldMk cId="2973246647" sldId="568"/>
        </pc:sldMkLst>
      </pc:sldChg>
      <pc:sldChg chg="setBg">
        <pc:chgData name="Manuj" userId="1a07f523-e16f-486a-b610-37539cc763a0" providerId="ADAL" clId="{27A32ECD-9F8C-4400-AAEE-29685126C1F2}" dt="2023-06-12T08:28:05.655" v="707"/>
        <pc:sldMkLst>
          <pc:docMk/>
          <pc:sldMk cId="4106624454" sldId="569"/>
        </pc:sldMkLst>
      </pc:sldChg>
      <pc:sldChg chg="modSp mod setBg">
        <pc:chgData name="Manuj" userId="1a07f523-e16f-486a-b610-37539cc763a0" providerId="ADAL" clId="{27A32ECD-9F8C-4400-AAEE-29685126C1F2}" dt="2023-06-12T08:27:47.601" v="703"/>
        <pc:sldMkLst>
          <pc:docMk/>
          <pc:sldMk cId="3324685487" sldId="571"/>
        </pc:sldMkLst>
      </pc:sldChg>
      <pc:sldChg chg="addSp delSp modSp mod setBg">
        <pc:chgData name="Manuj" userId="1a07f523-e16f-486a-b610-37539cc763a0" providerId="ADAL" clId="{27A32ECD-9F8C-4400-AAEE-29685126C1F2}" dt="2023-06-12T08:27:58.105" v="705"/>
        <pc:sldMkLst>
          <pc:docMk/>
          <pc:sldMk cId="247023824" sldId="572"/>
        </pc:sldMkLst>
      </pc:sldChg>
      <pc:sldChg chg="addSp delSp modSp del mod">
        <pc:chgData name="Manuj" userId="1a07f523-e16f-486a-b610-37539cc763a0" providerId="ADAL" clId="{27A32ECD-9F8C-4400-AAEE-29685126C1F2}" dt="2023-06-12T08:17:16.230" v="273" actId="2696"/>
        <pc:sldMkLst>
          <pc:docMk/>
          <pc:sldMk cId="2876836253" sldId="573"/>
        </pc:sldMkLst>
      </pc:sldChg>
      <pc:sldChg chg="addSp delSp modSp mod">
        <pc:chgData name="Manuj" userId="1a07f523-e16f-486a-b610-37539cc763a0" providerId="ADAL" clId="{27A32ECD-9F8C-4400-AAEE-29685126C1F2}" dt="2023-06-12T08:23:28.875" v="455" actId="1035"/>
        <pc:sldMkLst>
          <pc:docMk/>
          <pc:sldMk cId="744809073" sldId="574"/>
        </pc:sldMkLst>
      </pc:sldChg>
      <pc:sldChg chg="add">
        <pc:chgData name="Manuj" userId="1a07f523-e16f-486a-b610-37539cc763a0" providerId="ADAL" clId="{27A32ECD-9F8C-4400-AAEE-29685126C1F2}" dt="2023-07-26T08:45:08.958" v="813"/>
        <pc:sldMkLst>
          <pc:docMk/>
          <pc:sldMk cId="3683471268" sldId="576"/>
        </pc:sldMkLst>
      </pc:sldChg>
    </pc:docChg>
  </pc:docChgLst>
  <pc:docChgLst>
    <pc:chgData name="Manuj Agrawal" userId="8275e378daeca5b2" providerId="LiveId" clId="{5DE4E82D-B273-4C85-AA15-3C6A6428828C}"/>
    <pc:docChg chg="undo custSel delSld modSld">
      <pc:chgData name="Manuj Agrawal" userId="8275e378daeca5b2" providerId="LiveId" clId="{5DE4E82D-B273-4C85-AA15-3C6A6428828C}" dt="2021-12-21T14:29:49.538" v="150" actId="1076"/>
      <pc:docMkLst>
        <pc:docMk/>
      </pc:docMkLst>
      <pc:sldChg chg="del">
        <pc:chgData name="Manuj Agrawal" userId="8275e378daeca5b2" providerId="LiveId" clId="{5DE4E82D-B273-4C85-AA15-3C6A6428828C}" dt="2021-12-21T12:44:27.483" v="0" actId="47"/>
        <pc:sldMkLst>
          <pc:docMk/>
          <pc:sldMk cId="3840176979" sldId="550"/>
        </pc:sldMkLst>
      </pc:sldChg>
      <pc:sldChg chg="modSp mod">
        <pc:chgData name="Manuj Agrawal" userId="8275e378daeca5b2" providerId="LiveId" clId="{5DE4E82D-B273-4C85-AA15-3C6A6428828C}" dt="2021-12-21T14:29:49.538" v="150" actId="1076"/>
        <pc:sldMkLst>
          <pc:docMk/>
          <pc:sldMk cId="1004415067" sldId="553"/>
        </pc:sldMkLst>
      </pc:sldChg>
    </pc:docChg>
  </pc:docChgLst>
  <pc:docChgLst>
    <pc:chgData name="Shyama" userId="S::shyama@webberec.com::6bc29e3b-d18d-4efe-9776-d232efa51d08" providerId="AD" clId="Web-{D2224911-5A4D-D005-B1B5-D64807EE6C57}"/>
    <pc:docChg chg="modSld">
      <pc:chgData name="Shyama" userId="S::shyama@webberec.com::6bc29e3b-d18d-4efe-9776-d232efa51d08" providerId="AD" clId="Web-{D2224911-5A4D-D005-B1B5-D64807EE6C57}" dt="2023-04-23T10:35:27.493" v="12"/>
      <pc:docMkLst>
        <pc:docMk/>
      </pc:docMkLst>
      <pc:sldChg chg="modSp">
        <pc:chgData name="Shyama" userId="S::shyama@webberec.com::6bc29e3b-d18d-4efe-9776-d232efa51d08" providerId="AD" clId="Web-{D2224911-5A4D-D005-B1B5-D64807EE6C57}" dt="2023-04-23T10:30:10" v="10"/>
        <pc:sldMkLst>
          <pc:docMk/>
          <pc:sldMk cId="4106624454" sldId="569"/>
        </pc:sldMkLst>
      </pc:sldChg>
      <pc:sldChg chg="modSp">
        <pc:chgData name="Shyama" userId="S::shyama@webberec.com::6bc29e3b-d18d-4efe-9776-d232efa51d08" providerId="AD" clId="Web-{D2224911-5A4D-D005-B1B5-D64807EE6C57}" dt="2023-04-23T10:35:27.493" v="12"/>
        <pc:sldMkLst>
          <pc:docMk/>
          <pc:sldMk cId="3324685487" sldId="571"/>
        </pc:sldMkLst>
      </pc:sldChg>
    </pc:docChg>
  </pc:docChgLst>
  <pc:docChgLst>
    <pc:chgData name="Sharvari Kulkarni" userId="S::sharvari.kulkarni@webberec.com::5f0d8fd3-c69b-459f-ac2b-0e751844282f" providerId="AD" clId="Web-{9B7C8D08-5B7A-A419-F7AD-F31944FE0F79}"/>
    <pc:docChg chg="modSld">
      <pc:chgData name="Sharvari Kulkarni" userId="S::sharvari.kulkarni@webberec.com::5f0d8fd3-c69b-459f-ac2b-0e751844282f" providerId="AD" clId="Web-{9B7C8D08-5B7A-A419-F7AD-F31944FE0F79}" dt="2024-10-24T07:12:29.889" v="5"/>
      <pc:docMkLst>
        <pc:docMk/>
      </pc:docMkLst>
      <pc:sldChg chg="modSp">
        <pc:chgData name="Sharvari Kulkarni" userId="S::sharvari.kulkarni@webberec.com::5f0d8fd3-c69b-459f-ac2b-0e751844282f" providerId="AD" clId="Web-{9B7C8D08-5B7A-A419-F7AD-F31944FE0F79}" dt="2024-10-24T07:12:29.889" v="5"/>
        <pc:sldMkLst>
          <pc:docMk/>
          <pc:sldMk cId="4028893296" sldId="577"/>
        </pc:sldMkLst>
      </pc:sldChg>
    </pc:docChg>
  </pc:docChgLst>
  <pc:docChgLst>
    <pc:chgData name="Manuj Agrawal" userId="8275e378daeca5b2" providerId="LiveId" clId="{2726041D-E080-4119-AE20-60AD3CBBE6AA}"/>
    <pc:docChg chg="undo custSel addSld delSld modSld">
      <pc:chgData name="Manuj Agrawal" userId="8275e378daeca5b2" providerId="LiveId" clId="{2726041D-E080-4119-AE20-60AD3CBBE6AA}" dt="2021-12-20T17:37:59.732" v="1833" actId="47"/>
      <pc:docMkLst>
        <pc:docMk/>
      </pc:docMkLst>
      <pc:sldChg chg="del">
        <pc:chgData name="Manuj Agrawal" userId="8275e378daeca5b2" providerId="LiveId" clId="{2726041D-E080-4119-AE20-60AD3CBBE6AA}" dt="2021-12-20T14:38:53.385" v="1067" actId="47"/>
        <pc:sldMkLst>
          <pc:docMk/>
          <pc:sldMk cId="3154999266" sldId="517"/>
        </pc:sldMkLst>
      </pc:sldChg>
      <pc:sldChg chg="modSp mod">
        <pc:chgData name="Manuj Agrawal" userId="8275e378daeca5b2" providerId="LiveId" clId="{2726041D-E080-4119-AE20-60AD3CBBE6AA}" dt="2021-12-20T17:17:33.078" v="1452" actId="20577"/>
        <pc:sldMkLst>
          <pc:docMk/>
          <pc:sldMk cId="1737797681" sldId="531"/>
        </pc:sldMkLst>
      </pc:sldChg>
      <pc:sldChg chg="modSp mod">
        <pc:chgData name="Manuj Agrawal" userId="8275e378daeca5b2" providerId="LiveId" clId="{2726041D-E080-4119-AE20-60AD3CBBE6AA}" dt="2021-12-20T14:39:27.598" v="1072" actId="20577"/>
        <pc:sldMkLst>
          <pc:docMk/>
          <pc:sldMk cId="958035667" sldId="537"/>
        </pc:sldMkLst>
      </pc:sldChg>
      <pc:sldChg chg="modSp mod">
        <pc:chgData name="Manuj Agrawal" userId="8275e378daeca5b2" providerId="LiveId" clId="{2726041D-E080-4119-AE20-60AD3CBBE6AA}" dt="2021-12-20T15:21:22.210" v="1307" actId="20577"/>
        <pc:sldMkLst>
          <pc:docMk/>
          <pc:sldMk cId="1146830387" sldId="541"/>
        </pc:sldMkLst>
      </pc:sldChg>
      <pc:sldChg chg="modSp mod">
        <pc:chgData name="Manuj Agrawal" userId="8275e378daeca5b2" providerId="LiveId" clId="{2726041D-E080-4119-AE20-60AD3CBBE6AA}" dt="2021-12-20T14:40:49.771" v="1075" actId="20577"/>
        <pc:sldMkLst>
          <pc:docMk/>
          <pc:sldMk cId="1213225221" sldId="546"/>
        </pc:sldMkLst>
      </pc:sldChg>
      <pc:sldChg chg="modSp del mod">
        <pc:chgData name="Manuj Agrawal" userId="8275e378daeca5b2" providerId="LiveId" clId="{2726041D-E080-4119-AE20-60AD3CBBE6AA}" dt="2021-12-20T17:37:59.732" v="1833" actId="47"/>
        <pc:sldMkLst>
          <pc:docMk/>
          <pc:sldMk cId="286348938" sldId="548"/>
        </pc:sldMkLst>
      </pc:sldChg>
      <pc:sldChg chg="addSp delSp modSp del mod modNotesTx">
        <pc:chgData name="Manuj Agrawal" userId="8275e378daeca5b2" providerId="LiveId" clId="{2726041D-E080-4119-AE20-60AD3CBBE6AA}" dt="2021-12-20T17:30:40.288" v="1826" actId="47"/>
        <pc:sldMkLst>
          <pc:docMk/>
          <pc:sldMk cId="2505042578" sldId="549"/>
        </pc:sldMkLst>
      </pc:sldChg>
      <pc:sldChg chg="addSp delSp modSp add mod">
        <pc:chgData name="Manuj Agrawal" userId="8275e378daeca5b2" providerId="LiveId" clId="{2726041D-E080-4119-AE20-60AD3CBBE6AA}" dt="2021-12-20T17:30:10.071" v="1825" actId="207"/>
        <pc:sldMkLst>
          <pc:docMk/>
          <pc:sldMk cId="3840176979" sldId="550"/>
        </pc:sldMkLst>
      </pc:sldChg>
      <pc:sldChg chg="modSp add mod">
        <pc:chgData name="Manuj Agrawal" userId="8275e378daeca5b2" providerId="LiveId" clId="{2726041D-E080-4119-AE20-60AD3CBBE6AA}" dt="2021-12-20T17:37:46.761" v="1832" actId="1076"/>
        <pc:sldMkLst>
          <pc:docMk/>
          <pc:sldMk cId="505145951" sldId="551"/>
        </pc:sldMkLst>
      </pc:sldChg>
    </pc:docChg>
  </pc:docChgLst>
  <pc:docChgLst>
    <pc:chgData name="Sharvari Kulkarni" userId="S::sharvari.kulkarni@webberec.com::5f0d8fd3-c69b-459f-ac2b-0e751844282f" providerId="AD" clId="Web-{0DBD7C7C-A48F-D921-9D41-567C8DD86B9E}"/>
    <pc:docChg chg="modSld">
      <pc:chgData name="Sharvari Kulkarni" userId="S::sharvari.kulkarni@webberec.com::5f0d8fd3-c69b-459f-ac2b-0e751844282f" providerId="AD" clId="Web-{0DBD7C7C-A48F-D921-9D41-567C8DD86B9E}" dt="2025-02-13T14:16:04.377" v="19" actId="20577"/>
      <pc:docMkLst>
        <pc:docMk/>
      </pc:docMkLst>
      <pc:sldChg chg="modSp">
        <pc:chgData name="Sharvari Kulkarni" userId="S::sharvari.kulkarni@webberec.com::5f0d8fd3-c69b-459f-ac2b-0e751844282f" providerId="AD" clId="Web-{0DBD7C7C-A48F-D921-9D41-567C8DD86B9E}" dt="2025-02-13T14:16:04.377" v="19" actId="20577"/>
        <pc:sldMkLst>
          <pc:docMk/>
          <pc:sldMk cId="2856650110" sldId="566"/>
        </pc:sldMkLst>
        <pc:spChg chg="mod">
          <ac:chgData name="Sharvari Kulkarni" userId="S::sharvari.kulkarni@webberec.com::5f0d8fd3-c69b-459f-ac2b-0e751844282f" providerId="AD" clId="Web-{0DBD7C7C-A48F-D921-9D41-567C8DD86B9E}" dt="2025-02-13T14:16:04.377" v="19" actId="20577"/>
          <ac:spMkLst>
            <pc:docMk/>
            <pc:sldMk cId="2856650110" sldId="566"/>
            <ac:spMk id="6" creationId="{10842BA3-8802-E996-0012-92EEB289A04F}"/>
          </ac:spMkLst>
        </pc:spChg>
      </pc:sldChg>
      <pc:sldChg chg="addSp delSp">
        <pc:chgData name="Sharvari Kulkarni" userId="S::sharvari.kulkarni@webberec.com::5f0d8fd3-c69b-459f-ac2b-0e751844282f" providerId="AD" clId="Web-{0DBD7C7C-A48F-D921-9D41-567C8DD86B9E}" dt="2025-02-13T14:15:55.893" v="13"/>
        <pc:sldMkLst>
          <pc:docMk/>
          <pc:sldMk cId="4028893296" sldId="577"/>
        </pc:sldMkLst>
        <pc:picChg chg="add del">
          <ac:chgData name="Sharvari Kulkarni" userId="S::sharvari.kulkarni@webberec.com::5f0d8fd3-c69b-459f-ac2b-0e751844282f" providerId="AD" clId="Web-{0DBD7C7C-A48F-D921-9D41-567C8DD86B9E}" dt="2025-02-13T14:15:55.893" v="13"/>
          <ac:picMkLst>
            <pc:docMk/>
            <pc:sldMk cId="4028893296" sldId="577"/>
            <ac:picMk id="22" creationId="{A61EF749-F76F-3D2D-C3FD-35D5A102E48D}"/>
          </ac:picMkLst>
        </pc:picChg>
      </pc:sldChg>
    </pc:docChg>
  </pc:docChgLst>
  <pc:docChgLst>
    <pc:chgData name="Shyama" userId="S::shyama@webberec.com::6bc29e3b-d18d-4efe-9776-d232efa51d08" providerId="AD" clId="Web-{BB34392D-4E5C-4A6D-D149-86854F25DF13}"/>
    <pc:docChg chg="modSld">
      <pc:chgData name="Shyama" userId="S::shyama@webberec.com::6bc29e3b-d18d-4efe-9776-d232efa51d08" providerId="AD" clId="Web-{BB34392D-4E5C-4A6D-D149-86854F25DF13}" dt="2023-09-22T08:51:56.880" v="93" actId="20577"/>
      <pc:docMkLst>
        <pc:docMk/>
      </pc:docMkLst>
      <pc:sldChg chg="addSp delSp modSp">
        <pc:chgData name="Shyama" userId="S::shyama@webberec.com::6bc29e3b-d18d-4efe-9776-d232efa51d08" providerId="AD" clId="Web-{BB34392D-4E5C-4A6D-D149-86854F25DF13}" dt="2023-09-22T08:49:04" v="74" actId="1076"/>
        <pc:sldMkLst>
          <pc:docMk/>
          <pc:sldMk cId="3324685487" sldId="571"/>
        </pc:sldMkLst>
      </pc:sldChg>
      <pc:sldChg chg="modSp">
        <pc:chgData name="Shyama" userId="S::shyama@webberec.com::6bc29e3b-d18d-4efe-9776-d232efa51d08" providerId="AD" clId="Web-{BB34392D-4E5C-4A6D-D149-86854F25DF13}" dt="2023-09-22T08:51:56.880" v="93" actId="20577"/>
        <pc:sldMkLst>
          <pc:docMk/>
          <pc:sldMk cId="744809073" sldId="574"/>
        </pc:sldMkLst>
      </pc:sldChg>
    </pc:docChg>
  </pc:docChgLst>
  <pc:docChgLst>
    <pc:chgData name="Manuj Agrawal" userId="8275e378daeca5b2" providerId="LiveId" clId="{6C5FEE81-405C-4CA2-B89A-E496C4A0925C}"/>
    <pc:docChg chg="undo custSel modSld">
      <pc:chgData name="Manuj Agrawal" userId="8275e378daeca5b2" providerId="LiveId" clId="{6C5FEE81-405C-4CA2-B89A-E496C4A0925C}" dt="2021-12-26T18:56:44.266" v="95" actId="403"/>
      <pc:docMkLst>
        <pc:docMk/>
      </pc:docMkLst>
      <pc:sldChg chg="modSp mod">
        <pc:chgData name="Manuj Agrawal" userId="8275e378daeca5b2" providerId="LiveId" clId="{6C5FEE81-405C-4CA2-B89A-E496C4A0925C}" dt="2021-12-26T18:50:31.167" v="29" actId="20577"/>
        <pc:sldMkLst>
          <pc:docMk/>
          <pc:sldMk cId="1316161972" sldId="542"/>
        </pc:sldMkLst>
      </pc:sldChg>
      <pc:sldChg chg="modSp mod">
        <pc:chgData name="Manuj Agrawal" userId="8275e378daeca5b2" providerId="LiveId" clId="{6C5FEE81-405C-4CA2-B89A-E496C4A0925C}" dt="2021-12-26T18:56:44.266" v="95" actId="403"/>
        <pc:sldMkLst>
          <pc:docMk/>
          <pc:sldMk cId="492392778" sldId="559"/>
        </pc:sldMkLst>
      </pc:sldChg>
    </pc:docChg>
  </pc:docChgLst>
  <pc:docChgLst>
    <pc:chgData name="Shyama" userId="S::shyama@webberec.com::6bc29e3b-d18d-4efe-9776-d232efa51d08" providerId="AD" clId="Web-{A36DB3EE-0833-9107-0022-9EC46DCAD0CA}"/>
    <pc:docChg chg="modSld">
      <pc:chgData name="Shyama" userId="S::shyama@webberec.com::6bc29e3b-d18d-4efe-9776-d232efa51d08" providerId="AD" clId="Web-{A36DB3EE-0833-9107-0022-9EC46DCAD0CA}" dt="2023-04-23T10:23:18.097" v="240" actId="14100"/>
      <pc:docMkLst>
        <pc:docMk/>
      </pc:docMkLst>
      <pc:sldChg chg="modSp">
        <pc:chgData name="Shyama" userId="S::shyama@webberec.com::6bc29e3b-d18d-4efe-9776-d232efa51d08" providerId="AD" clId="Web-{A36DB3EE-0833-9107-0022-9EC46DCAD0CA}" dt="2023-04-22T16:47:51.988" v="72" actId="20577"/>
        <pc:sldMkLst>
          <pc:docMk/>
          <pc:sldMk cId="3922207980" sldId="506"/>
        </pc:sldMkLst>
      </pc:sldChg>
      <pc:sldChg chg="modSp">
        <pc:chgData name="Shyama" userId="S::shyama@webberec.com::6bc29e3b-d18d-4efe-9776-d232efa51d08" providerId="AD" clId="Web-{A36DB3EE-0833-9107-0022-9EC46DCAD0CA}" dt="2023-04-22T16:36:57.132" v="15" actId="20577"/>
        <pc:sldMkLst>
          <pc:docMk/>
          <pc:sldMk cId="1213225221" sldId="546"/>
        </pc:sldMkLst>
      </pc:sldChg>
      <pc:sldChg chg="addSp modSp">
        <pc:chgData name="Shyama" userId="S::shyama@webberec.com::6bc29e3b-d18d-4efe-9776-d232efa51d08" providerId="AD" clId="Web-{A36DB3EE-0833-9107-0022-9EC46DCAD0CA}" dt="2023-04-22T16:37:40.853" v="17"/>
        <pc:sldMkLst>
          <pc:docMk/>
          <pc:sldMk cId="505145951" sldId="551"/>
        </pc:sldMkLst>
      </pc:sldChg>
      <pc:sldChg chg="modSp">
        <pc:chgData name="Shyama" userId="S::shyama@webberec.com::6bc29e3b-d18d-4efe-9776-d232efa51d08" providerId="AD" clId="Web-{A36DB3EE-0833-9107-0022-9EC46DCAD0CA}" dt="2023-04-23T10:21:43.048" v="231" actId="20577"/>
        <pc:sldMkLst>
          <pc:docMk/>
          <pc:sldMk cId="2856650110" sldId="566"/>
        </pc:sldMkLst>
      </pc:sldChg>
      <pc:sldChg chg="modSp">
        <pc:chgData name="Shyama" userId="S::shyama@webberec.com::6bc29e3b-d18d-4efe-9776-d232efa51d08" providerId="AD" clId="Web-{A36DB3EE-0833-9107-0022-9EC46DCAD0CA}" dt="2023-04-23T10:23:18.097" v="240" actId="14100"/>
        <pc:sldMkLst>
          <pc:docMk/>
          <pc:sldMk cId="3324685487" sldId="571"/>
        </pc:sldMkLst>
      </pc:sldChg>
      <pc:sldChg chg="addSp delSp modSp">
        <pc:chgData name="Shyama" userId="S::shyama@webberec.com::6bc29e3b-d18d-4efe-9776-d232efa51d08" providerId="AD" clId="Web-{A36DB3EE-0833-9107-0022-9EC46DCAD0CA}" dt="2023-04-23T10:00:14.359" v="102" actId="1076"/>
        <pc:sldMkLst>
          <pc:docMk/>
          <pc:sldMk cId="247023824" sldId="572"/>
        </pc:sldMkLst>
      </pc:sldChg>
      <pc:sldChg chg="modSp">
        <pc:chgData name="Shyama" userId="S::shyama@webberec.com::6bc29e3b-d18d-4efe-9776-d232efa51d08" providerId="AD" clId="Web-{A36DB3EE-0833-9107-0022-9EC46DCAD0CA}" dt="2023-04-23T10:14:26.428" v="226"/>
        <pc:sldMkLst>
          <pc:docMk/>
          <pc:sldMk cId="2876836253" sldId="573"/>
        </pc:sldMkLst>
      </pc:sldChg>
    </pc:docChg>
  </pc:docChgLst>
  <pc:docChgLst>
    <pc:chgData name="Shyama" userId="S::shyama@webberec.com::6bc29e3b-d18d-4efe-9776-d232efa51d08" providerId="AD" clId="Web-{AC142BA5-2448-7666-73E5-AC2DABF1202B}"/>
    <pc:docChg chg="addSld modSld sldOrd">
      <pc:chgData name="Shyama" userId="S::shyama@webberec.com::6bc29e3b-d18d-4efe-9776-d232efa51d08" providerId="AD" clId="Web-{AC142BA5-2448-7666-73E5-AC2DABF1202B}" dt="2023-04-22T15:52:23.369" v="174"/>
      <pc:docMkLst>
        <pc:docMk/>
      </pc:docMkLst>
      <pc:sldChg chg="addSp delSp modSp add ord replId">
        <pc:chgData name="Shyama" userId="S::shyama@webberec.com::6bc29e3b-d18d-4efe-9776-d232efa51d08" providerId="AD" clId="Web-{AC142BA5-2448-7666-73E5-AC2DABF1202B}" dt="2023-04-22T15:52:23.369" v="174"/>
        <pc:sldMkLst>
          <pc:docMk/>
          <pc:sldMk cId="744809073" sldId="574"/>
        </pc:sldMkLst>
      </pc:sldChg>
    </pc:docChg>
  </pc:docChgLst>
  <pc:docChgLst>
    <pc:chgData name="Manuj Agrawal" userId="8275e378daeca5b2" providerId="LiveId" clId="{ED54BCBA-13F9-4229-A02D-0953F260AFE9}"/>
    <pc:docChg chg="undo custSel modSld">
      <pc:chgData name="Manuj Agrawal" userId="8275e378daeca5b2" providerId="LiveId" clId="{ED54BCBA-13F9-4229-A02D-0953F260AFE9}" dt="2021-12-15T11:37:05.459" v="60"/>
      <pc:docMkLst>
        <pc:docMk/>
      </pc:docMkLst>
      <pc:sldChg chg="addSp delSp modSp mod">
        <pc:chgData name="Manuj Agrawal" userId="8275e378daeca5b2" providerId="LiveId" clId="{ED54BCBA-13F9-4229-A02D-0953F260AFE9}" dt="2021-12-15T11:35:38.201" v="50" actId="1076"/>
        <pc:sldMkLst>
          <pc:docMk/>
          <pc:sldMk cId="1886868575" sldId="452"/>
        </pc:sldMkLst>
      </pc:sldChg>
      <pc:sldChg chg="setBg">
        <pc:chgData name="Manuj Agrawal" userId="8275e378daeca5b2" providerId="LiveId" clId="{ED54BCBA-13F9-4229-A02D-0953F260AFE9}" dt="2021-12-15T11:37:05.459" v="60"/>
        <pc:sldMkLst>
          <pc:docMk/>
          <pc:sldMk cId="2332114638" sldId="503"/>
        </pc:sldMkLst>
      </pc:sldChg>
      <pc:sldChg chg="modSp mod">
        <pc:chgData name="Manuj Agrawal" userId="8275e378daeca5b2" providerId="LiveId" clId="{ED54BCBA-13F9-4229-A02D-0953F260AFE9}" dt="2021-12-15T11:19:44.213" v="0" actId="166"/>
        <pc:sldMkLst>
          <pc:docMk/>
          <pc:sldMk cId="1977399299" sldId="528"/>
        </pc:sldMkLst>
      </pc:sldChg>
    </pc:docChg>
  </pc:docChgLst>
  <pc:docChgLst>
    <pc:chgData name="Manuj Agrawal" userId="8275e378daeca5b2" providerId="LiveId" clId="{2F60D5BF-92F3-42BD-887B-00C76973D974}"/>
    <pc:docChg chg="undo custSel addSld delSld modSld sldOrd">
      <pc:chgData name="Manuj Agrawal" userId="8275e378daeca5b2" providerId="LiveId" clId="{2F60D5BF-92F3-42BD-887B-00C76973D974}" dt="2021-12-16T14:22:54.111" v="5087" actId="1076"/>
      <pc:docMkLst>
        <pc:docMk/>
      </pc:docMkLst>
      <pc:sldChg chg="del">
        <pc:chgData name="Manuj Agrawal" userId="8275e378daeca5b2" providerId="LiveId" clId="{2F60D5BF-92F3-42BD-887B-00C76973D974}" dt="2021-12-15T13:12:57.119" v="437" actId="47"/>
        <pc:sldMkLst>
          <pc:docMk/>
          <pc:sldMk cId="4132242691" sldId="439"/>
        </pc:sldMkLst>
      </pc:sldChg>
      <pc:sldChg chg="del">
        <pc:chgData name="Manuj Agrawal" userId="8275e378daeca5b2" providerId="LiveId" clId="{2F60D5BF-92F3-42BD-887B-00C76973D974}" dt="2021-12-15T13:35:44.622" v="628" actId="47"/>
        <pc:sldMkLst>
          <pc:docMk/>
          <pc:sldMk cId="2924652405" sldId="446"/>
        </pc:sldMkLst>
      </pc:sldChg>
      <pc:sldChg chg="modSp mod">
        <pc:chgData name="Manuj Agrawal" userId="8275e378daeca5b2" providerId="LiveId" clId="{2F60D5BF-92F3-42BD-887B-00C76973D974}" dt="2021-12-16T13:22:47.901" v="4876" actId="20577"/>
        <pc:sldMkLst>
          <pc:docMk/>
          <pc:sldMk cId="1886868575" sldId="452"/>
        </pc:sldMkLst>
      </pc:sldChg>
      <pc:sldChg chg="addSp modSp mod">
        <pc:chgData name="Manuj Agrawal" userId="8275e378daeca5b2" providerId="LiveId" clId="{2F60D5BF-92F3-42BD-887B-00C76973D974}" dt="2021-12-16T09:13:13.475" v="1502" actId="1076"/>
        <pc:sldMkLst>
          <pc:docMk/>
          <pc:sldMk cId="2654572283" sldId="456"/>
        </pc:sldMkLst>
      </pc:sldChg>
      <pc:sldChg chg="del">
        <pc:chgData name="Manuj Agrawal" userId="8275e378daeca5b2" providerId="LiveId" clId="{2F60D5BF-92F3-42BD-887B-00C76973D974}" dt="2021-12-15T13:35:40.375" v="626" actId="47"/>
        <pc:sldMkLst>
          <pc:docMk/>
          <pc:sldMk cId="3706521388" sldId="468"/>
        </pc:sldMkLst>
      </pc:sldChg>
      <pc:sldChg chg="del">
        <pc:chgData name="Manuj Agrawal" userId="8275e378daeca5b2" providerId="LiveId" clId="{2F60D5BF-92F3-42BD-887B-00C76973D974}" dt="2021-12-15T13:28:29.513" v="577" actId="47"/>
        <pc:sldMkLst>
          <pc:docMk/>
          <pc:sldMk cId="4070165547" sldId="472"/>
        </pc:sldMkLst>
      </pc:sldChg>
      <pc:sldChg chg="addSp delSp modSp mod ord setBg">
        <pc:chgData name="Manuj Agrawal" userId="8275e378daeca5b2" providerId="LiveId" clId="{2F60D5BF-92F3-42BD-887B-00C76973D974}" dt="2021-12-16T12:22:29.756" v="4342"/>
        <pc:sldMkLst>
          <pc:docMk/>
          <pc:sldMk cId="722639226" sldId="481"/>
        </pc:sldMkLst>
      </pc:sldChg>
      <pc:sldChg chg="add del">
        <pc:chgData name="Manuj Agrawal" userId="8275e378daeca5b2" providerId="LiveId" clId="{2F60D5BF-92F3-42BD-887B-00C76973D974}" dt="2021-12-16T09:54:02.958" v="2504" actId="47"/>
        <pc:sldMkLst>
          <pc:docMk/>
          <pc:sldMk cId="321808071" sldId="485"/>
        </pc:sldMkLst>
      </pc:sldChg>
      <pc:sldChg chg="modSp mod setBg">
        <pc:chgData name="Manuj Agrawal" userId="8275e378daeca5b2" providerId="LiveId" clId="{2F60D5BF-92F3-42BD-887B-00C76973D974}" dt="2021-12-16T12:49:51.734" v="4843" actId="1076"/>
        <pc:sldMkLst>
          <pc:docMk/>
          <pc:sldMk cId="2413752973" sldId="486"/>
        </pc:sldMkLst>
      </pc:sldChg>
      <pc:sldChg chg="addSp modSp del mod setBg">
        <pc:chgData name="Manuj Agrawal" userId="8275e378daeca5b2" providerId="LiveId" clId="{2F60D5BF-92F3-42BD-887B-00C76973D974}" dt="2021-12-16T09:54:06.946" v="2505" actId="47"/>
        <pc:sldMkLst>
          <pc:docMk/>
          <pc:sldMk cId="1954424249" sldId="487"/>
        </pc:sldMkLst>
      </pc:sldChg>
      <pc:sldChg chg="delSp modSp del mod setBg">
        <pc:chgData name="Manuj Agrawal" userId="8275e378daeca5b2" providerId="LiveId" clId="{2F60D5BF-92F3-42BD-887B-00C76973D974}" dt="2021-12-16T12:44:59.991" v="4833" actId="47"/>
        <pc:sldMkLst>
          <pc:docMk/>
          <pc:sldMk cId="57572407" sldId="488"/>
        </pc:sldMkLst>
      </pc:sldChg>
      <pc:sldChg chg="del">
        <pc:chgData name="Manuj Agrawal" userId="8275e378daeca5b2" providerId="LiveId" clId="{2F60D5BF-92F3-42BD-887B-00C76973D974}" dt="2021-12-15T13:35:41.526" v="627" actId="47"/>
        <pc:sldMkLst>
          <pc:docMk/>
          <pc:sldMk cId="3773446992" sldId="490"/>
        </pc:sldMkLst>
      </pc:sldChg>
      <pc:sldChg chg="addSp delSp modSp mod ord setBg">
        <pc:chgData name="Manuj Agrawal" userId="8275e378daeca5b2" providerId="LiveId" clId="{2F60D5BF-92F3-42BD-887B-00C76973D974}" dt="2021-12-16T13:32:52.450" v="4991" actId="1076"/>
        <pc:sldMkLst>
          <pc:docMk/>
          <pc:sldMk cId="2332114638" sldId="503"/>
        </pc:sldMkLst>
      </pc:sldChg>
      <pc:sldChg chg="addSp delSp modSp del mod ord setBg">
        <pc:chgData name="Manuj Agrawal" userId="8275e378daeca5b2" providerId="LiveId" clId="{2F60D5BF-92F3-42BD-887B-00C76973D974}" dt="2021-12-16T13:55:49.209" v="5077" actId="47"/>
        <pc:sldMkLst>
          <pc:docMk/>
          <pc:sldMk cId="1614889212" sldId="505"/>
        </pc:sldMkLst>
      </pc:sldChg>
      <pc:sldChg chg="addSp delSp modSp mod setBg">
        <pc:chgData name="Manuj Agrawal" userId="8275e378daeca5b2" providerId="LiveId" clId="{2F60D5BF-92F3-42BD-887B-00C76973D974}" dt="2021-12-16T13:52:01.545" v="5059" actId="1076"/>
        <pc:sldMkLst>
          <pc:docMk/>
          <pc:sldMk cId="3922207980" sldId="506"/>
        </pc:sldMkLst>
      </pc:sldChg>
      <pc:sldChg chg="modSp del mod">
        <pc:chgData name="Manuj Agrawal" userId="8275e378daeca5b2" providerId="LiveId" clId="{2F60D5BF-92F3-42BD-887B-00C76973D974}" dt="2021-12-15T13:18:56.786" v="519" actId="47"/>
        <pc:sldMkLst>
          <pc:docMk/>
          <pc:sldMk cId="3558071778" sldId="508"/>
        </pc:sldMkLst>
      </pc:sldChg>
      <pc:sldChg chg="modSp mod setBg">
        <pc:chgData name="Manuj Agrawal" userId="8275e378daeca5b2" providerId="LiveId" clId="{2F60D5BF-92F3-42BD-887B-00C76973D974}" dt="2021-12-16T12:51:01.279" v="4844" actId="403"/>
        <pc:sldMkLst>
          <pc:docMk/>
          <pc:sldMk cId="779782093" sldId="509"/>
        </pc:sldMkLst>
      </pc:sldChg>
      <pc:sldChg chg="addSp delSp modSp del mod">
        <pc:chgData name="Manuj Agrawal" userId="8275e378daeca5b2" providerId="LiveId" clId="{2F60D5BF-92F3-42BD-887B-00C76973D974}" dt="2021-12-15T13:18:57.665" v="520" actId="47"/>
        <pc:sldMkLst>
          <pc:docMk/>
          <pc:sldMk cId="2864755014" sldId="510"/>
        </pc:sldMkLst>
      </pc:sldChg>
      <pc:sldChg chg="del">
        <pc:chgData name="Manuj Agrawal" userId="8275e378daeca5b2" providerId="LiveId" clId="{2F60D5BF-92F3-42BD-887B-00C76973D974}" dt="2021-12-15T13:28:30.535" v="578" actId="47"/>
        <pc:sldMkLst>
          <pc:docMk/>
          <pc:sldMk cId="2155742826" sldId="511"/>
        </pc:sldMkLst>
      </pc:sldChg>
      <pc:sldChg chg="del">
        <pc:chgData name="Manuj Agrawal" userId="8275e378daeca5b2" providerId="LiveId" clId="{2F60D5BF-92F3-42BD-887B-00C76973D974}" dt="2021-12-15T13:28:31.642" v="579" actId="47"/>
        <pc:sldMkLst>
          <pc:docMk/>
          <pc:sldMk cId="320115848" sldId="512"/>
        </pc:sldMkLst>
      </pc:sldChg>
      <pc:sldChg chg="del">
        <pc:chgData name="Manuj Agrawal" userId="8275e378daeca5b2" providerId="LiveId" clId="{2F60D5BF-92F3-42BD-887B-00C76973D974}" dt="2021-12-15T13:35:36.609" v="624" actId="47"/>
        <pc:sldMkLst>
          <pc:docMk/>
          <pc:sldMk cId="2864457999" sldId="513"/>
        </pc:sldMkLst>
      </pc:sldChg>
      <pc:sldChg chg="del">
        <pc:chgData name="Manuj Agrawal" userId="8275e378daeca5b2" providerId="LiveId" clId="{2F60D5BF-92F3-42BD-887B-00C76973D974}" dt="2021-12-15T13:12:54.873" v="436" actId="47"/>
        <pc:sldMkLst>
          <pc:docMk/>
          <pc:sldMk cId="3900484488" sldId="514"/>
        </pc:sldMkLst>
      </pc:sldChg>
      <pc:sldChg chg="del">
        <pc:chgData name="Manuj Agrawal" userId="8275e378daeca5b2" providerId="LiveId" clId="{2F60D5BF-92F3-42BD-887B-00C76973D974}" dt="2021-12-15T13:18:59.089" v="521" actId="47"/>
        <pc:sldMkLst>
          <pc:docMk/>
          <pc:sldMk cId="3398521564" sldId="516"/>
        </pc:sldMkLst>
      </pc:sldChg>
      <pc:sldChg chg="del">
        <pc:chgData name="Manuj Agrawal" userId="8275e378daeca5b2" providerId="LiveId" clId="{2F60D5BF-92F3-42BD-887B-00C76973D974}" dt="2021-12-15T13:35:38.917" v="625" actId="47"/>
        <pc:sldMkLst>
          <pc:docMk/>
          <pc:sldMk cId="3154999266" sldId="517"/>
        </pc:sldMkLst>
      </pc:sldChg>
      <pc:sldChg chg="addSp delSp modSp add del mod">
        <pc:chgData name="Manuj Agrawal" userId="8275e378daeca5b2" providerId="LiveId" clId="{2F60D5BF-92F3-42BD-887B-00C76973D974}" dt="2021-12-16T07:18:59.191" v="1174" actId="47"/>
        <pc:sldMkLst>
          <pc:docMk/>
          <pc:sldMk cId="1872303264" sldId="521"/>
        </pc:sldMkLst>
      </pc:sldChg>
      <pc:sldChg chg="modSp del mod setBg">
        <pc:chgData name="Manuj Agrawal" userId="8275e378daeca5b2" providerId="LiveId" clId="{2F60D5BF-92F3-42BD-887B-00C76973D974}" dt="2021-12-16T11:28:51.741" v="4155" actId="47"/>
        <pc:sldMkLst>
          <pc:docMk/>
          <pc:sldMk cId="4275699470" sldId="522"/>
        </pc:sldMkLst>
      </pc:sldChg>
      <pc:sldChg chg="del">
        <pc:chgData name="Manuj Agrawal" userId="8275e378daeca5b2" providerId="LiveId" clId="{2F60D5BF-92F3-42BD-887B-00C76973D974}" dt="2021-12-15T13:12:58.499" v="438" actId="47"/>
        <pc:sldMkLst>
          <pc:docMk/>
          <pc:sldMk cId="497741117" sldId="523"/>
        </pc:sldMkLst>
      </pc:sldChg>
      <pc:sldChg chg="del">
        <pc:chgData name="Manuj Agrawal" userId="8275e378daeca5b2" providerId="LiveId" clId="{2F60D5BF-92F3-42BD-887B-00C76973D974}" dt="2021-12-15T13:19:07.012" v="522" actId="47"/>
        <pc:sldMkLst>
          <pc:docMk/>
          <pc:sldMk cId="1786916546" sldId="524"/>
        </pc:sldMkLst>
      </pc:sldChg>
      <pc:sldChg chg="delSp modSp add mod ord setBg">
        <pc:chgData name="Manuj Agrawal" userId="8275e378daeca5b2" providerId="LiveId" clId="{2F60D5BF-92F3-42BD-887B-00C76973D974}" dt="2021-12-16T14:22:54.111" v="5087" actId="1076"/>
        <pc:sldMkLst>
          <pc:docMk/>
          <pc:sldMk cId="4219030133" sldId="526"/>
        </pc:sldMkLst>
      </pc:sldChg>
      <pc:sldChg chg="addSp delSp modSp del mod setBg">
        <pc:chgData name="Manuj Agrawal" userId="8275e378daeca5b2" providerId="LiveId" clId="{2F60D5BF-92F3-42BD-887B-00C76973D974}" dt="2021-12-16T07:12:16.685" v="1107" actId="47"/>
        <pc:sldMkLst>
          <pc:docMk/>
          <pc:sldMk cId="1977399299" sldId="528"/>
        </pc:sldMkLst>
      </pc:sldChg>
      <pc:sldChg chg="modSp add del mod setBg">
        <pc:chgData name="Manuj Agrawal" userId="8275e378daeca5b2" providerId="LiveId" clId="{2F60D5BF-92F3-42BD-887B-00C76973D974}" dt="2021-12-15T13:31:38.737" v="588" actId="47"/>
        <pc:sldMkLst>
          <pc:docMk/>
          <pc:sldMk cId="14582039" sldId="529"/>
        </pc:sldMkLst>
      </pc:sldChg>
      <pc:sldChg chg="addSp delSp modSp add del mod">
        <pc:chgData name="Manuj Agrawal" userId="8275e378daeca5b2" providerId="LiveId" clId="{2F60D5BF-92F3-42BD-887B-00C76973D974}" dt="2021-12-15T12:21:34.339" v="51" actId="2696"/>
        <pc:sldMkLst>
          <pc:docMk/>
          <pc:sldMk cId="44522625" sldId="529"/>
        </pc:sldMkLst>
      </pc:sldChg>
      <pc:sldChg chg="addSp delSp modSp add del mod">
        <pc:chgData name="Manuj Agrawal" userId="8275e378daeca5b2" providerId="LiveId" clId="{2F60D5BF-92F3-42BD-887B-00C76973D974}" dt="2021-12-15T14:22:06.142" v="914" actId="47"/>
        <pc:sldMkLst>
          <pc:docMk/>
          <pc:sldMk cId="287594627" sldId="529"/>
        </pc:sldMkLst>
      </pc:sldChg>
      <pc:sldChg chg="addSp modSp mod">
        <pc:chgData name="Manuj Agrawal" userId="8275e378daeca5b2" providerId="LiveId" clId="{2F60D5BF-92F3-42BD-887B-00C76973D974}" dt="2021-12-16T09:54:44.380" v="2515" actId="1076"/>
        <pc:sldMkLst>
          <pc:docMk/>
          <pc:sldMk cId="2137804776" sldId="529"/>
        </pc:sldMkLst>
      </pc:sldChg>
      <pc:sldChg chg="addSp delSp modSp add mod ord">
        <pc:chgData name="Manuj Agrawal" userId="8275e378daeca5b2" providerId="LiveId" clId="{2F60D5BF-92F3-42BD-887B-00C76973D974}" dt="2021-12-16T13:49:54.403" v="5058" actId="20578"/>
        <pc:sldMkLst>
          <pc:docMk/>
          <pc:sldMk cId="7716307" sldId="530"/>
        </pc:sldMkLst>
      </pc:sldChg>
      <pc:sldChg chg="addSp delSp modSp add del mod">
        <pc:chgData name="Manuj Agrawal" userId="8275e378daeca5b2" providerId="LiveId" clId="{2F60D5BF-92F3-42BD-887B-00C76973D974}" dt="2021-12-16T07:07:17.302" v="1050" actId="47"/>
        <pc:sldMkLst>
          <pc:docMk/>
          <pc:sldMk cId="2313709870" sldId="530"/>
        </pc:sldMkLst>
      </pc:sldChg>
      <pc:sldChg chg="addSp delSp modSp add mod ord">
        <pc:chgData name="Manuj Agrawal" userId="8275e378daeca5b2" providerId="LiveId" clId="{2F60D5BF-92F3-42BD-887B-00C76973D974}" dt="2021-12-16T14:10:43.041" v="5086" actId="1076"/>
        <pc:sldMkLst>
          <pc:docMk/>
          <pc:sldMk cId="1737797681" sldId="531"/>
        </pc:sldMkLst>
      </pc:sldChg>
      <pc:sldChg chg="addSp delSp modSp add mod ord">
        <pc:chgData name="Manuj Agrawal" userId="8275e378daeca5b2" providerId="LiveId" clId="{2F60D5BF-92F3-42BD-887B-00C76973D974}" dt="2021-12-16T13:32:09.044" v="4990" actId="20577"/>
        <pc:sldMkLst>
          <pc:docMk/>
          <pc:sldMk cId="2701607129" sldId="532"/>
        </pc:sldMkLst>
      </pc:sldChg>
      <pc:sldChg chg="add del">
        <pc:chgData name="Manuj Agrawal" userId="8275e378daeca5b2" providerId="LiveId" clId="{2F60D5BF-92F3-42BD-887B-00C76973D974}" dt="2021-12-16T10:01:03.135" v="2572" actId="47"/>
        <pc:sldMkLst>
          <pc:docMk/>
          <pc:sldMk cId="3575123077" sldId="532"/>
        </pc:sldMkLst>
      </pc:sldChg>
      <pc:sldChg chg="addSp delSp modSp add del mod">
        <pc:chgData name="Manuj Agrawal" userId="8275e378daeca5b2" providerId="LiveId" clId="{2F60D5BF-92F3-42BD-887B-00C76973D974}" dt="2021-12-16T12:39:35.604" v="4716" actId="47"/>
        <pc:sldMkLst>
          <pc:docMk/>
          <pc:sldMk cId="498850560" sldId="533"/>
        </pc:sldMkLst>
      </pc:sldChg>
      <pc:sldChg chg="add del">
        <pc:chgData name="Manuj Agrawal" userId="8275e378daeca5b2" providerId="LiveId" clId="{2F60D5BF-92F3-42BD-887B-00C76973D974}" dt="2021-12-16T11:28:38.430" v="4153" actId="47"/>
        <pc:sldMkLst>
          <pc:docMk/>
          <pc:sldMk cId="1375912096" sldId="533"/>
        </pc:sldMkLst>
      </pc:sldChg>
      <pc:sldChg chg="add del">
        <pc:chgData name="Manuj Agrawal" userId="8275e378daeca5b2" providerId="LiveId" clId="{2F60D5BF-92F3-42BD-887B-00C76973D974}" dt="2021-12-16T11:07:03.140" v="3751" actId="47"/>
        <pc:sldMkLst>
          <pc:docMk/>
          <pc:sldMk cId="3062313605" sldId="533"/>
        </pc:sldMkLst>
      </pc:sldChg>
      <pc:sldChg chg="modSp add del mod">
        <pc:chgData name="Manuj Agrawal" userId="8275e378daeca5b2" providerId="LiveId" clId="{2F60D5BF-92F3-42BD-887B-00C76973D974}" dt="2021-12-16T11:36:55.984" v="4180" actId="47"/>
        <pc:sldMkLst>
          <pc:docMk/>
          <pc:sldMk cId="4286145971" sldId="533"/>
        </pc:sldMkLst>
      </pc:sldChg>
      <pc:sldChg chg="addSp delSp modSp add del mod">
        <pc:chgData name="Manuj Agrawal" userId="8275e378daeca5b2" providerId="LiveId" clId="{2F60D5BF-92F3-42BD-887B-00C76973D974}" dt="2021-12-16T10:56:53.864" v="3619" actId="47"/>
        <pc:sldMkLst>
          <pc:docMk/>
          <pc:sldMk cId="1433791846" sldId="534"/>
        </pc:sldMkLst>
      </pc:sldChg>
      <pc:sldChg chg="addSp delSp modSp add del mod">
        <pc:chgData name="Manuj Agrawal" userId="8275e378daeca5b2" providerId="LiveId" clId="{2F60D5BF-92F3-42BD-887B-00C76973D974}" dt="2021-12-16T12:44:48.763" v="4832" actId="47"/>
        <pc:sldMkLst>
          <pc:docMk/>
          <pc:sldMk cId="2681940614" sldId="534"/>
        </pc:sldMkLst>
      </pc:sldChg>
      <pc:sldChg chg="addSp delSp modSp add del mod">
        <pc:chgData name="Manuj Agrawal" userId="8275e378daeca5b2" providerId="LiveId" clId="{2F60D5BF-92F3-42BD-887B-00C76973D974}" dt="2021-12-16T11:07:21.912" v="3752" actId="47"/>
        <pc:sldMkLst>
          <pc:docMk/>
          <pc:sldMk cId="3604502577" sldId="534"/>
        </pc:sldMkLst>
      </pc:sldChg>
      <pc:sldChg chg="addSp delSp modSp add mod">
        <pc:chgData name="Manuj Agrawal" userId="8275e378daeca5b2" providerId="LiveId" clId="{2F60D5BF-92F3-42BD-887B-00C76973D974}" dt="2021-12-16T12:47:19.510" v="4835" actId="1076"/>
        <pc:sldMkLst>
          <pc:docMk/>
          <pc:sldMk cId="1475965068" sldId="535"/>
        </pc:sldMkLst>
      </pc:sldChg>
      <pc:sldChg chg="modSp add del mod">
        <pc:chgData name="Manuj Agrawal" userId="8275e378daeca5b2" providerId="LiveId" clId="{2F60D5BF-92F3-42BD-887B-00C76973D974}" dt="2021-12-16T12:57:32.877" v="4867" actId="47"/>
        <pc:sldMkLst>
          <pc:docMk/>
          <pc:sldMk cId="1093973840" sldId="536"/>
        </pc:sldMkLst>
      </pc:sldChg>
      <pc:sldChg chg="modSp add mod">
        <pc:chgData name="Manuj Agrawal" userId="8275e378daeca5b2" providerId="LiveId" clId="{2F60D5BF-92F3-42BD-887B-00C76973D974}" dt="2021-12-16T13:55:40.756" v="5076" actId="115"/>
        <pc:sldMkLst>
          <pc:docMk/>
          <pc:sldMk cId="1444475964" sldId="536"/>
        </pc:sldMkLst>
      </pc:sldChg>
    </pc:docChg>
  </pc:docChgLst>
  <pc:docChgLst>
    <pc:chgData name="Manuj Agrawal" userId="8275e378daeca5b2" providerId="LiveId" clId="{C56F8A50-AF4E-44BA-A7BB-2E87712B18B8}"/>
    <pc:docChg chg="undo custSel addSld delSld modSld sldOrd">
      <pc:chgData name="Manuj Agrawal" userId="8275e378daeca5b2" providerId="LiveId" clId="{C56F8A50-AF4E-44BA-A7BB-2E87712B18B8}" dt="2021-11-24T08:45:48.362" v="269" actId="47"/>
      <pc:docMkLst>
        <pc:docMk/>
      </pc:docMkLst>
      <pc:sldChg chg="addSp delSp modSp mod">
        <pc:chgData name="Manuj Agrawal" userId="8275e378daeca5b2" providerId="LiveId" clId="{C56F8A50-AF4E-44BA-A7BB-2E87712B18B8}" dt="2021-11-23T14:24:17.248" v="160" actId="108"/>
        <pc:sldMkLst>
          <pc:docMk/>
          <pc:sldMk cId="4132242691" sldId="439"/>
        </pc:sldMkLst>
      </pc:sldChg>
      <pc:sldChg chg="modSp mod">
        <pc:chgData name="Manuj Agrawal" userId="8275e378daeca5b2" providerId="LiveId" clId="{C56F8A50-AF4E-44BA-A7BB-2E87712B18B8}" dt="2021-11-23T14:23:45.399" v="152" actId="1076"/>
        <pc:sldMkLst>
          <pc:docMk/>
          <pc:sldMk cId="1449667408" sldId="482"/>
        </pc:sldMkLst>
      </pc:sldChg>
      <pc:sldChg chg="modSp mod">
        <pc:chgData name="Manuj Agrawal" userId="8275e378daeca5b2" providerId="LiveId" clId="{C56F8A50-AF4E-44BA-A7BB-2E87712B18B8}" dt="2021-11-23T14:24:58.616" v="165" actId="1076"/>
        <pc:sldMkLst>
          <pc:docMk/>
          <pc:sldMk cId="2413752973" sldId="486"/>
        </pc:sldMkLst>
      </pc:sldChg>
      <pc:sldChg chg="modSp mod ord">
        <pc:chgData name="Manuj Agrawal" userId="8275e378daeca5b2" providerId="LiveId" clId="{C56F8A50-AF4E-44BA-A7BB-2E87712B18B8}" dt="2021-11-23T14:25:20.426" v="168" actId="207"/>
        <pc:sldMkLst>
          <pc:docMk/>
          <pc:sldMk cId="1954424249" sldId="487"/>
        </pc:sldMkLst>
      </pc:sldChg>
      <pc:sldChg chg="del">
        <pc:chgData name="Manuj Agrawal" userId="8275e378daeca5b2" providerId="LiveId" clId="{C56F8A50-AF4E-44BA-A7BB-2E87712B18B8}" dt="2021-11-23T14:25:01.780" v="166" actId="47"/>
        <pc:sldMkLst>
          <pc:docMk/>
          <pc:sldMk cId="2113138783" sldId="496"/>
        </pc:sldMkLst>
      </pc:sldChg>
      <pc:sldChg chg="addSp delSp modSp del mod">
        <pc:chgData name="Manuj Agrawal" userId="8275e378daeca5b2" providerId="LiveId" clId="{C56F8A50-AF4E-44BA-A7BB-2E87712B18B8}" dt="2021-11-24T08:45:48.362" v="269" actId="47"/>
        <pc:sldMkLst>
          <pc:docMk/>
          <pc:sldMk cId="3249574173" sldId="499"/>
        </pc:sldMkLst>
      </pc:sldChg>
      <pc:sldChg chg="addSp delSp modSp mod">
        <pc:chgData name="Manuj Agrawal" userId="8275e378daeca5b2" providerId="LiveId" clId="{C56F8A50-AF4E-44BA-A7BB-2E87712B18B8}" dt="2021-11-24T08:28:17.690" v="255" actId="403"/>
        <pc:sldMkLst>
          <pc:docMk/>
          <pc:sldMk cId="3329350431" sldId="502"/>
        </pc:sldMkLst>
      </pc:sldChg>
      <pc:sldChg chg="add del">
        <pc:chgData name="Manuj Agrawal" userId="8275e378daeca5b2" providerId="LiveId" clId="{C56F8A50-AF4E-44BA-A7BB-2E87712B18B8}" dt="2021-11-24T08:45:46.992" v="268" actId="47"/>
        <pc:sldMkLst>
          <pc:docMk/>
          <pc:sldMk cId="2244462000" sldId="503"/>
        </pc:sldMkLst>
      </pc:sldChg>
      <pc:sldChg chg="add del">
        <pc:chgData name="Manuj Agrawal" userId="8275e378daeca5b2" providerId="LiveId" clId="{C56F8A50-AF4E-44BA-A7BB-2E87712B18B8}" dt="2021-11-23T14:24:27.277" v="161" actId="47"/>
        <pc:sldMkLst>
          <pc:docMk/>
          <pc:sldMk cId="2730939112" sldId="503"/>
        </pc:sldMkLst>
      </pc:sldChg>
      <pc:sldChg chg="modSp add del mod">
        <pc:chgData name="Manuj Agrawal" userId="8275e378daeca5b2" providerId="LiveId" clId="{C56F8A50-AF4E-44BA-A7BB-2E87712B18B8}" dt="2021-11-24T08:45:45.588" v="267" actId="47"/>
        <pc:sldMkLst>
          <pc:docMk/>
          <pc:sldMk cId="831098944" sldId="504"/>
        </pc:sldMkLst>
      </pc:sldChg>
    </pc:docChg>
  </pc:docChgLst>
  <pc:docChgLst>
    <pc:chgData name="Manuj Agrawal" userId="8275e378daeca5b2" providerId="LiveId" clId="{29437932-B395-4DB7-AB2D-1B18267F09C9}"/>
    <pc:docChg chg="undo redo custSel addSld delSld modSld">
      <pc:chgData name="Manuj Agrawal" userId="8275e378daeca5b2" providerId="LiveId" clId="{29437932-B395-4DB7-AB2D-1B18267F09C9}" dt="2021-12-15T10:38:31.261" v="210" actId="2696"/>
      <pc:docMkLst>
        <pc:docMk/>
      </pc:docMkLst>
      <pc:sldChg chg="modSp mod">
        <pc:chgData name="Manuj Agrawal" userId="8275e378daeca5b2" providerId="LiveId" clId="{29437932-B395-4DB7-AB2D-1B18267F09C9}" dt="2021-12-10T09:53:27.018" v="1" actId="15"/>
        <pc:sldMkLst>
          <pc:docMk/>
          <pc:sldMk cId="4132242691" sldId="439"/>
        </pc:sldMkLst>
      </pc:sldChg>
      <pc:sldChg chg="addSp delSp modSp mod">
        <pc:chgData name="Manuj Agrawal" userId="8275e378daeca5b2" providerId="LiveId" clId="{29437932-B395-4DB7-AB2D-1B18267F09C9}" dt="2021-12-15T10:20:55.370" v="209" actId="1076"/>
        <pc:sldMkLst>
          <pc:docMk/>
          <pc:sldMk cId="57572407" sldId="488"/>
        </pc:sldMkLst>
      </pc:sldChg>
      <pc:sldChg chg="modSp mod">
        <pc:chgData name="Manuj Agrawal" userId="8275e378daeca5b2" providerId="LiveId" clId="{29437932-B395-4DB7-AB2D-1B18267F09C9}" dt="2021-12-10T09:55:12.857" v="7" actId="14734"/>
        <pc:sldMkLst>
          <pc:docMk/>
          <pc:sldMk cId="2332114638" sldId="503"/>
        </pc:sldMkLst>
      </pc:sldChg>
      <pc:sldChg chg="modSp mod">
        <pc:chgData name="Manuj Agrawal" userId="8275e378daeca5b2" providerId="LiveId" clId="{29437932-B395-4DB7-AB2D-1B18267F09C9}" dt="2021-12-10T10:01:49.593" v="8" actId="20577"/>
        <pc:sldMkLst>
          <pc:docMk/>
          <pc:sldMk cId="3558071778" sldId="508"/>
        </pc:sldMkLst>
      </pc:sldChg>
      <pc:sldChg chg="add del">
        <pc:chgData name="Manuj Agrawal" userId="8275e378daeca5b2" providerId="LiveId" clId="{29437932-B395-4DB7-AB2D-1B18267F09C9}" dt="2021-12-15T10:38:31.261" v="210" actId="2696"/>
        <pc:sldMkLst>
          <pc:docMk/>
          <pc:sldMk cId="318292583" sldId="529"/>
        </pc:sldMkLst>
      </pc:sldChg>
    </pc:docChg>
  </pc:docChgLst>
  <pc:docChgLst>
    <pc:chgData name="Manuj Agrawal" userId="8275e378daeca5b2" providerId="LiveId" clId="{64F0AB06-4F15-42AD-A165-0D0DB89594B8}"/>
    <pc:docChg chg="undo custSel addSld delSld modSld">
      <pc:chgData name="Manuj Agrawal" userId="8275e378daeca5b2" providerId="LiveId" clId="{64F0AB06-4F15-42AD-A165-0D0DB89594B8}" dt="2021-12-08T17:33:08.572" v="858"/>
      <pc:docMkLst>
        <pc:docMk/>
      </pc:docMkLst>
      <pc:sldChg chg="modSp mod">
        <pc:chgData name="Manuj Agrawal" userId="8275e378daeca5b2" providerId="LiveId" clId="{64F0AB06-4F15-42AD-A165-0D0DB89594B8}" dt="2021-12-08T16:55:52.092" v="405" actId="1076"/>
        <pc:sldMkLst>
          <pc:docMk/>
          <pc:sldMk cId="4132242691" sldId="439"/>
        </pc:sldMkLst>
      </pc:sldChg>
      <pc:sldChg chg="modSp mod">
        <pc:chgData name="Manuj Agrawal" userId="8275e378daeca5b2" providerId="LiveId" clId="{64F0AB06-4F15-42AD-A165-0D0DB89594B8}" dt="2021-12-08T17:06:00.276" v="574" actId="1076"/>
        <pc:sldMkLst>
          <pc:docMk/>
          <pc:sldMk cId="2413752973" sldId="486"/>
        </pc:sldMkLst>
      </pc:sldChg>
      <pc:sldChg chg="modSp mod">
        <pc:chgData name="Manuj Agrawal" userId="8275e378daeca5b2" providerId="LiveId" clId="{64F0AB06-4F15-42AD-A165-0D0DB89594B8}" dt="2021-12-08T16:53:31.526" v="374" actId="2711"/>
        <pc:sldMkLst>
          <pc:docMk/>
          <pc:sldMk cId="2332114638" sldId="503"/>
        </pc:sldMkLst>
      </pc:sldChg>
      <pc:sldChg chg="modSp mod">
        <pc:chgData name="Manuj Agrawal" userId="8275e378daeca5b2" providerId="LiveId" clId="{64F0AB06-4F15-42AD-A165-0D0DB89594B8}" dt="2021-12-08T16:55:05.320" v="391" actId="113"/>
        <pc:sldMkLst>
          <pc:docMk/>
          <pc:sldMk cId="1614889212" sldId="505"/>
        </pc:sldMkLst>
      </pc:sldChg>
      <pc:sldChg chg="modSp mod">
        <pc:chgData name="Manuj Agrawal" userId="8275e378daeca5b2" providerId="LiveId" clId="{64F0AB06-4F15-42AD-A165-0D0DB89594B8}" dt="2021-12-08T17:01:26.134" v="484" actId="108"/>
        <pc:sldMkLst>
          <pc:docMk/>
          <pc:sldMk cId="3922207980" sldId="506"/>
        </pc:sldMkLst>
      </pc:sldChg>
      <pc:sldChg chg="addSp delSp modSp mod">
        <pc:chgData name="Manuj Agrawal" userId="8275e378daeca5b2" providerId="LiveId" clId="{64F0AB06-4F15-42AD-A165-0D0DB89594B8}" dt="2021-12-08T17:01:27.408" v="485" actId="108"/>
        <pc:sldMkLst>
          <pc:docMk/>
          <pc:sldMk cId="3558071778" sldId="508"/>
        </pc:sldMkLst>
      </pc:sldChg>
      <pc:sldChg chg="modSp mod">
        <pc:chgData name="Manuj Agrawal" userId="8275e378daeca5b2" providerId="LiveId" clId="{64F0AB06-4F15-42AD-A165-0D0DB89594B8}" dt="2021-12-08T17:03:35.745" v="540" actId="20577"/>
        <pc:sldMkLst>
          <pc:docMk/>
          <pc:sldMk cId="779782093" sldId="509"/>
        </pc:sldMkLst>
      </pc:sldChg>
      <pc:sldChg chg="addSp delSp modSp mod">
        <pc:chgData name="Manuj Agrawal" userId="8275e378daeca5b2" providerId="LiveId" clId="{64F0AB06-4F15-42AD-A165-0D0DB89594B8}" dt="2021-12-08T17:01:28.551" v="486" actId="108"/>
        <pc:sldMkLst>
          <pc:docMk/>
          <pc:sldMk cId="2864755014" sldId="510"/>
        </pc:sldMkLst>
      </pc:sldChg>
      <pc:sldChg chg="addSp delSp modSp mod">
        <pc:chgData name="Manuj Agrawal" userId="8275e378daeca5b2" providerId="LiveId" clId="{64F0AB06-4F15-42AD-A165-0D0DB89594B8}" dt="2021-12-08T16:52:02.193" v="348" actId="20577"/>
        <pc:sldMkLst>
          <pc:docMk/>
          <pc:sldMk cId="3900484488" sldId="514"/>
        </pc:sldMkLst>
      </pc:sldChg>
      <pc:sldChg chg="addSp delSp modSp mod">
        <pc:chgData name="Manuj Agrawal" userId="8275e378daeca5b2" providerId="LiveId" clId="{64F0AB06-4F15-42AD-A165-0D0DB89594B8}" dt="2021-12-08T17:01:29.634" v="487" actId="113"/>
        <pc:sldMkLst>
          <pc:docMk/>
          <pc:sldMk cId="3398521564" sldId="516"/>
        </pc:sldMkLst>
      </pc:sldChg>
      <pc:sldChg chg="modSp del mod">
        <pc:chgData name="Manuj Agrawal" userId="8275e378daeca5b2" providerId="LiveId" clId="{64F0AB06-4F15-42AD-A165-0D0DB89594B8}" dt="2021-12-08T16:00:26.022" v="184" actId="2696"/>
        <pc:sldMkLst>
          <pc:docMk/>
          <pc:sldMk cId="1872303264" sldId="521"/>
        </pc:sldMkLst>
      </pc:sldChg>
      <pc:sldChg chg="modSp mod">
        <pc:chgData name="Manuj Agrawal" userId="8275e378daeca5b2" providerId="LiveId" clId="{64F0AB06-4F15-42AD-A165-0D0DB89594B8}" dt="2021-12-08T17:01:06.764" v="479" actId="113"/>
        <pc:sldMkLst>
          <pc:docMk/>
          <pc:sldMk cId="4275699470" sldId="522"/>
        </pc:sldMkLst>
      </pc:sldChg>
      <pc:sldChg chg="addSp delSp modSp mod">
        <pc:chgData name="Manuj Agrawal" userId="8275e378daeca5b2" providerId="LiveId" clId="{64F0AB06-4F15-42AD-A165-0D0DB89594B8}" dt="2021-12-08T16:57:30.489" v="429" actId="1076"/>
        <pc:sldMkLst>
          <pc:docMk/>
          <pc:sldMk cId="497741117" sldId="523"/>
        </pc:sldMkLst>
      </pc:sldChg>
      <pc:sldChg chg="modSp mod">
        <pc:chgData name="Manuj Agrawal" userId="8275e378daeca5b2" providerId="LiveId" clId="{64F0AB06-4F15-42AD-A165-0D0DB89594B8}" dt="2021-12-08T17:02:14.080" v="516" actId="1076"/>
        <pc:sldMkLst>
          <pc:docMk/>
          <pc:sldMk cId="1786916546" sldId="524"/>
        </pc:sldMkLst>
      </pc:sldChg>
      <pc:sldChg chg="modSp mod">
        <pc:chgData name="Manuj Agrawal" userId="8275e378daeca5b2" providerId="LiveId" clId="{64F0AB06-4F15-42AD-A165-0D0DB89594B8}" dt="2021-12-08T17:04:54.238" v="558" actId="404"/>
        <pc:sldMkLst>
          <pc:docMk/>
          <pc:sldMk cId="4219030133" sldId="526"/>
        </pc:sldMkLst>
      </pc:sldChg>
      <pc:sldChg chg="addSp delSp modSp add del mod">
        <pc:chgData name="Manuj Agrawal" userId="8275e378daeca5b2" providerId="LiveId" clId="{64F0AB06-4F15-42AD-A165-0D0DB89594B8}" dt="2021-12-08T17:32:37.847" v="856" actId="2696"/>
        <pc:sldMkLst>
          <pc:docMk/>
          <pc:sldMk cId="2647899511" sldId="527"/>
        </pc:sldMkLst>
      </pc:sldChg>
      <pc:sldChg chg="addSp delSp modSp add mod">
        <pc:chgData name="Manuj Agrawal" userId="8275e378daeca5b2" providerId="LiveId" clId="{64F0AB06-4F15-42AD-A165-0D0DB89594B8}" dt="2021-12-08T17:33:08.572" v="858"/>
        <pc:sldMkLst>
          <pc:docMk/>
          <pc:sldMk cId="1977399299" sldId="528"/>
        </pc:sldMkLst>
      </pc:sldChg>
    </pc:docChg>
  </pc:docChgLst>
  <pc:docChgLst>
    <pc:chgData name="Manuj Agrawal" userId="8275e378daeca5b2" providerId="LiveId" clId="{CAD1D656-CB9D-4E7F-B16D-5F224DEB5C95}"/>
    <pc:docChg chg="undo custSel addSld delSld modSld sldOrd">
      <pc:chgData name="Manuj Agrawal" userId="8275e378daeca5b2" providerId="LiveId" clId="{CAD1D656-CB9D-4E7F-B16D-5F224DEB5C95}" dt="2021-12-07T12:05:28.016" v="1583" actId="20577"/>
      <pc:docMkLst>
        <pc:docMk/>
      </pc:docMkLst>
      <pc:sldChg chg="ord">
        <pc:chgData name="Manuj Agrawal" userId="8275e378daeca5b2" providerId="LiveId" clId="{CAD1D656-CB9D-4E7F-B16D-5F224DEB5C95}" dt="2021-12-05T14:57:18.409" v="183"/>
        <pc:sldMkLst>
          <pc:docMk/>
          <pc:sldMk cId="839510395" sldId="445"/>
        </pc:sldMkLst>
      </pc:sldChg>
      <pc:sldChg chg="modNotesTx">
        <pc:chgData name="Manuj Agrawal" userId="8275e378daeca5b2" providerId="LiveId" clId="{CAD1D656-CB9D-4E7F-B16D-5F224DEB5C95}" dt="2021-12-05T15:03:16.870" v="286" actId="20577"/>
        <pc:sldMkLst>
          <pc:docMk/>
          <pc:sldMk cId="1886868575" sldId="452"/>
        </pc:sldMkLst>
      </pc:sldChg>
      <pc:sldChg chg="ord">
        <pc:chgData name="Manuj Agrawal" userId="8275e378daeca5b2" providerId="LiveId" clId="{CAD1D656-CB9D-4E7F-B16D-5F224DEB5C95}" dt="2021-12-05T15:00:35.534" v="189"/>
        <pc:sldMkLst>
          <pc:docMk/>
          <pc:sldMk cId="2654572283" sldId="456"/>
        </pc:sldMkLst>
      </pc:sldChg>
      <pc:sldChg chg="modNotesTx">
        <pc:chgData name="Manuj Agrawal" userId="8275e378daeca5b2" providerId="LiveId" clId="{CAD1D656-CB9D-4E7F-B16D-5F224DEB5C95}" dt="2021-12-05T17:51:10.723" v="739" actId="20577"/>
        <pc:sldMkLst>
          <pc:docMk/>
          <pc:sldMk cId="0" sldId="462"/>
        </pc:sldMkLst>
      </pc:sldChg>
      <pc:sldChg chg="ord">
        <pc:chgData name="Manuj Agrawal" userId="8275e378daeca5b2" providerId="LiveId" clId="{CAD1D656-CB9D-4E7F-B16D-5F224DEB5C95}" dt="2021-12-05T14:57:16.171" v="181"/>
        <pc:sldMkLst>
          <pc:docMk/>
          <pc:sldMk cId="1342799671" sldId="477"/>
        </pc:sldMkLst>
      </pc:sldChg>
      <pc:sldChg chg="modNotesTx">
        <pc:chgData name="Manuj Agrawal" userId="8275e378daeca5b2" providerId="LiveId" clId="{CAD1D656-CB9D-4E7F-B16D-5F224DEB5C95}" dt="2021-12-05T15:56:00.939" v="553" actId="20577"/>
        <pc:sldMkLst>
          <pc:docMk/>
          <pc:sldMk cId="722639226" sldId="481"/>
        </pc:sldMkLst>
      </pc:sldChg>
      <pc:sldChg chg="ord">
        <pc:chgData name="Manuj Agrawal" userId="8275e378daeca5b2" providerId="LiveId" clId="{CAD1D656-CB9D-4E7F-B16D-5F224DEB5C95}" dt="2021-12-05T14:57:20.384" v="185"/>
        <pc:sldMkLst>
          <pc:docMk/>
          <pc:sldMk cId="2926853988" sldId="484"/>
        </pc:sldMkLst>
      </pc:sldChg>
      <pc:sldChg chg="modNotesTx">
        <pc:chgData name="Manuj Agrawal" userId="8275e378daeca5b2" providerId="LiveId" clId="{CAD1D656-CB9D-4E7F-B16D-5F224DEB5C95}" dt="2021-12-06T04:31:35.805" v="749" actId="20577"/>
        <pc:sldMkLst>
          <pc:docMk/>
          <pc:sldMk cId="2413752973" sldId="486"/>
        </pc:sldMkLst>
      </pc:sldChg>
      <pc:sldChg chg="modNotesTx">
        <pc:chgData name="Manuj Agrawal" userId="8275e378daeca5b2" providerId="LiveId" clId="{CAD1D656-CB9D-4E7F-B16D-5F224DEB5C95}" dt="2021-12-05T15:31:52.886" v="529" actId="20577"/>
        <pc:sldMkLst>
          <pc:docMk/>
          <pc:sldMk cId="57572407" sldId="488"/>
        </pc:sldMkLst>
      </pc:sldChg>
      <pc:sldChg chg="ord">
        <pc:chgData name="Manuj Agrawal" userId="8275e378daeca5b2" providerId="LiveId" clId="{CAD1D656-CB9D-4E7F-B16D-5F224DEB5C95}" dt="2021-12-05T15:00:51.749" v="191"/>
        <pc:sldMkLst>
          <pc:docMk/>
          <pc:sldMk cId="3773446992" sldId="490"/>
        </pc:sldMkLst>
      </pc:sldChg>
      <pc:sldChg chg="modNotesTx">
        <pc:chgData name="Manuj Agrawal" userId="8275e378daeca5b2" providerId="LiveId" clId="{CAD1D656-CB9D-4E7F-B16D-5F224DEB5C95}" dt="2021-12-05T15:06:31.192" v="306" actId="20577"/>
        <pc:sldMkLst>
          <pc:docMk/>
          <pc:sldMk cId="2332114638" sldId="503"/>
        </pc:sldMkLst>
      </pc:sldChg>
      <pc:sldChg chg="modSp mod">
        <pc:chgData name="Manuj Agrawal" userId="8275e378daeca5b2" providerId="LiveId" clId="{CAD1D656-CB9D-4E7F-B16D-5F224DEB5C95}" dt="2021-12-05T17:29:53.249" v="720" actId="1076"/>
        <pc:sldMkLst>
          <pc:docMk/>
          <pc:sldMk cId="3558071778" sldId="508"/>
        </pc:sldMkLst>
      </pc:sldChg>
      <pc:sldChg chg="addSp delSp modSp mod modNotesTx">
        <pc:chgData name="Manuj Agrawal" userId="8275e378daeca5b2" providerId="LiveId" clId="{CAD1D656-CB9D-4E7F-B16D-5F224DEB5C95}" dt="2021-12-06T04:38:37.191" v="1020" actId="20577"/>
        <pc:sldMkLst>
          <pc:docMk/>
          <pc:sldMk cId="2864457999" sldId="513"/>
        </pc:sldMkLst>
      </pc:sldChg>
      <pc:sldChg chg="modNotesTx">
        <pc:chgData name="Manuj Agrawal" userId="8275e378daeca5b2" providerId="LiveId" clId="{CAD1D656-CB9D-4E7F-B16D-5F224DEB5C95}" dt="2021-12-05T16:39:40.165" v="615" actId="20577"/>
        <pc:sldMkLst>
          <pc:docMk/>
          <pc:sldMk cId="3900484488" sldId="514"/>
        </pc:sldMkLst>
      </pc:sldChg>
      <pc:sldChg chg="modNotesTx">
        <pc:chgData name="Manuj Agrawal" userId="8275e378daeca5b2" providerId="LiveId" clId="{CAD1D656-CB9D-4E7F-B16D-5F224DEB5C95}" dt="2021-12-05T15:24:08.153" v="507" actId="20577"/>
        <pc:sldMkLst>
          <pc:docMk/>
          <pc:sldMk cId="3115088553" sldId="515"/>
        </pc:sldMkLst>
      </pc:sldChg>
      <pc:sldChg chg="delSp mod">
        <pc:chgData name="Manuj Agrawal" userId="8275e378daeca5b2" providerId="LiveId" clId="{CAD1D656-CB9D-4E7F-B16D-5F224DEB5C95}" dt="2021-12-05T14:44:59.381" v="1" actId="478"/>
        <pc:sldMkLst>
          <pc:docMk/>
          <pc:sldMk cId="3398521564" sldId="516"/>
        </pc:sldMkLst>
      </pc:sldChg>
      <pc:sldChg chg="modSp mod modNotesTx">
        <pc:chgData name="Manuj Agrawal" userId="8275e378daeca5b2" providerId="LiveId" clId="{CAD1D656-CB9D-4E7F-B16D-5F224DEB5C95}" dt="2021-12-05T15:58:13.602" v="583" actId="20577"/>
        <pc:sldMkLst>
          <pc:docMk/>
          <pc:sldMk cId="3154999266" sldId="517"/>
        </pc:sldMkLst>
      </pc:sldChg>
      <pc:sldChg chg="addSp delSp modSp add del mod ord">
        <pc:chgData name="Manuj Agrawal" userId="8275e378daeca5b2" providerId="LiveId" clId="{CAD1D656-CB9D-4E7F-B16D-5F224DEB5C95}" dt="2021-12-07T12:03:23.741" v="1551" actId="2696"/>
        <pc:sldMkLst>
          <pc:docMk/>
          <pc:sldMk cId="521510036" sldId="518"/>
        </pc:sldMkLst>
      </pc:sldChg>
      <pc:sldChg chg="addSp delSp modSp add del mod">
        <pc:chgData name="Manuj Agrawal" userId="8275e378daeca5b2" providerId="LiveId" clId="{CAD1D656-CB9D-4E7F-B16D-5F224DEB5C95}" dt="2021-12-07T12:03:27.413" v="1553" actId="2696"/>
        <pc:sldMkLst>
          <pc:docMk/>
          <pc:sldMk cId="3654469253" sldId="519"/>
        </pc:sldMkLst>
      </pc:sldChg>
      <pc:sldChg chg="addSp delSp modSp add mod ord">
        <pc:chgData name="Manuj Agrawal" userId="8275e378daeca5b2" providerId="LiveId" clId="{CAD1D656-CB9D-4E7F-B16D-5F224DEB5C95}" dt="2021-12-07T12:05:28.016" v="1583" actId="20577"/>
        <pc:sldMkLst>
          <pc:docMk/>
          <pc:sldMk cId="2963754046" sldId="520"/>
        </pc:sldMkLst>
      </pc:sldChg>
      <pc:sldChg chg="add del">
        <pc:chgData name="Manuj Agrawal" userId="8275e378daeca5b2" providerId="LiveId" clId="{CAD1D656-CB9D-4E7F-B16D-5F224DEB5C95}" dt="2021-12-07T12:03:29.166" v="1554" actId="2696"/>
        <pc:sldMkLst>
          <pc:docMk/>
          <pc:sldMk cId="3442152487" sldId="521"/>
        </pc:sldMkLst>
      </pc:sldChg>
    </pc:docChg>
  </pc:docChgLst>
  <pc:docChgLst>
    <pc:chgData name="Manuj Agrawal" userId="8275e378daeca5b2" providerId="LiveId" clId="{0650EDF7-034B-43E1-BD64-3192B560829B}"/>
    <pc:docChg chg="undo custSel addSld delSld modSld sldOrd">
      <pc:chgData name="Manuj Agrawal" userId="8275e378daeca5b2" providerId="LiveId" clId="{0650EDF7-034B-43E1-BD64-3192B560829B}" dt="2021-12-16T16:52:13.695" v="506" actId="20577"/>
      <pc:docMkLst>
        <pc:docMk/>
      </pc:docMkLst>
      <pc:sldChg chg="addSp modSp mod">
        <pc:chgData name="Manuj Agrawal" userId="8275e378daeca5b2" providerId="LiveId" clId="{0650EDF7-034B-43E1-BD64-3192B560829B}" dt="2021-12-16T16:42:34.984" v="341" actId="20577"/>
        <pc:sldMkLst>
          <pc:docMk/>
          <pc:sldMk cId="1886868575" sldId="452"/>
        </pc:sldMkLst>
      </pc:sldChg>
      <pc:sldChg chg="modSp mod">
        <pc:chgData name="Manuj Agrawal" userId="8275e378daeca5b2" providerId="LiveId" clId="{0650EDF7-034B-43E1-BD64-3192B560829B}" dt="2021-12-16T16:34:52.023" v="332" actId="1076"/>
        <pc:sldMkLst>
          <pc:docMk/>
          <pc:sldMk cId="2654572283" sldId="456"/>
        </pc:sldMkLst>
      </pc:sldChg>
      <pc:sldChg chg="ord">
        <pc:chgData name="Manuj Agrawal" userId="8275e378daeca5b2" providerId="LiveId" clId="{0650EDF7-034B-43E1-BD64-3192B560829B}" dt="2021-12-15T17:15:19.629" v="209"/>
        <pc:sldMkLst>
          <pc:docMk/>
          <pc:sldMk cId="1954424249" sldId="487"/>
        </pc:sldMkLst>
      </pc:sldChg>
      <pc:sldChg chg="modSp mod">
        <pc:chgData name="Manuj Agrawal" userId="8275e378daeca5b2" providerId="LiveId" clId="{0650EDF7-034B-43E1-BD64-3192B560829B}" dt="2021-12-15T19:02:25.828" v="303" actId="20577"/>
        <pc:sldMkLst>
          <pc:docMk/>
          <pc:sldMk cId="2332114638" sldId="503"/>
        </pc:sldMkLst>
      </pc:sldChg>
      <pc:sldChg chg="modSp mod">
        <pc:chgData name="Manuj Agrawal" userId="8275e378daeca5b2" providerId="LiveId" clId="{0650EDF7-034B-43E1-BD64-3192B560829B}" dt="2021-12-15T19:04:16.703" v="310" actId="403"/>
        <pc:sldMkLst>
          <pc:docMk/>
          <pc:sldMk cId="1614889212" sldId="505"/>
        </pc:sldMkLst>
      </pc:sldChg>
      <pc:sldChg chg="modSp mod">
        <pc:chgData name="Manuj Agrawal" userId="8275e378daeca5b2" providerId="LiveId" clId="{0650EDF7-034B-43E1-BD64-3192B560829B}" dt="2021-12-15T19:02:21.633" v="302" actId="20577"/>
        <pc:sldMkLst>
          <pc:docMk/>
          <pc:sldMk cId="779782093" sldId="509"/>
        </pc:sldMkLst>
      </pc:sldChg>
      <pc:sldChg chg="addSp delSp modSp del mod">
        <pc:chgData name="Manuj Agrawal" userId="8275e378daeca5b2" providerId="LiveId" clId="{0650EDF7-034B-43E1-BD64-3192B560829B}" dt="2021-12-15T17:15:26.406" v="210" actId="47"/>
        <pc:sldMkLst>
          <pc:docMk/>
          <pc:sldMk cId="4219030133" sldId="526"/>
        </pc:sldMkLst>
      </pc:sldChg>
      <pc:sldChg chg="ord">
        <pc:chgData name="Manuj Agrawal" userId="8275e378daeca5b2" providerId="LiveId" clId="{0650EDF7-034B-43E1-BD64-3192B560829B}" dt="2021-12-15T17:09:58.141" v="180"/>
        <pc:sldMkLst>
          <pc:docMk/>
          <pc:sldMk cId="1977399299" sldId="528"/>
        </pc:sldMkLst>
      </pc:sldChg>
      <pc:sldChg chg="addSp delSp modSp add mod">
        <pc:chgData name="Manuj Agrawal" userId="8275e378daeca5b2" providerId="LiveId" clId="{0650EDF7-034B-43E1-BD64-3192B560829B}" dt="2021-12-15T17:14:37.024" v="207" actId="1076"/>
        <pc:sldMkLst>
          <pc:docMk/>
          <pc:sldMk cId="2137804776" sldId="529"/>
        </pc:sldMkLst>
      </pc:sldChg>
      <pc:sldChg chg="modSp mod">
        <pc:chgData name="Manuj Agrawal" userId="8275e378daeca5b2" providerId="LiveId" clId="{0650EDF7-034B-43E1-BD64-3192B560829B}" dt="2021-12-16T16:32:26.526" v="315" actId="1076"/>
        <pc:sldMkLst>
          <pc:docMk/>
          <pc:sldMk cId="7716307" sldId="530"/>
        </pc:sldMkLst>
      </pc:sldChg>
      <pc:sldChg chg="modSp mod">
        <pc:chgData name="Manuj Agrawal" userId="8275e378daeca5b2" providerId="LiveId" clId="{0650EDF7-034B-43E1-BD64-3192B560829B}" dt="2021-12-16T16:28:20.387" v="314" actId="115"/>
        <pc:sldMkLst>
          <pc:docMk/>
          <pc:sldMk cId="1444475964" sldId="536"/>
        </pc:sldMkLst>
      </pc:sldChg>
      <pc:sldChg chg="modSp add mod">
        <pc:chgData name="Manuj Agrawal" userId="8275e378daeca5b2" providerId="LiveId" clId="{0650EDF7-034B-43E1-BD64-3192B560829B}" dt="2021-12-16T16:52:13.695" v="506" actId="20577"/>
        <pc:sldMkLst>
          <pc:docMk/>
          <pc:sldMk cId="958035667" sldId="537"/>
        </pc:sldMkLst>
      </pc:sldChg>
    </pc:docChg>
  </pc:docChgLst>
  <pc:docChgLst>
    <pc:chgData name="Manuj Agrawal" userId="8275e378daeca5b2" providerId="LiveId" clId="{48A01276-CC8E-4C54-9BB8-DB1CAD9AB3D4}"/>
    <pc:docChg chg="undo custSel addSld delSld modSld">
      <pc:chgData name="Manuj Agrawal" userId="8275e378daeca5b2" providerId="LiveId" clId="{48A01276-CC8E-4C54-9BB8-DB1CAD9AB3D4}" dt="2021-12-24T13:33:13.358" v="430" actId="20577"/>
      <pc:docMkLst>
        <pc:docMk/>
      </pc:docMkLst>
      <pc:sldChg chg="addSp delSp modSp mod">
        <pc:chgData name="Manuj Agrawal" userId="8275e378daeca5b2" providerId="LiveId" clId="{48A01276-CC8E-4C54-9BB8-DB1CAD9AB3D4}" dt="2021-12-24T13:33:13.358" v="430" actId="20577"/>
        <pc:sldMkLst>
          <pc:docMk/>
          <pc:sldMk cId="958035667" sldId="537"/>
        </pc:sldMkLst>
      </pc:sldChg>
      <pc:sldChg chg="addSp delSp modSp mod">
        <pc:chgData name="Manuj Agrawal" userId="8275e378daeca5b2" providerId="LiveId" clId="{48A01276-CC8E-4C54-9BB8-DB1CAD9AB3D4}" dt="2021-12-24T13:18:53.484" v="427" actId="1076"/>
        <pc:sldMkLst>
          <pc:docMk/>
          <pc:sldMk cId="1213225221" sldId="546"/>
        </pc:sldMkLst>
      </pc:sldChg>
      <pc:sldChg chg="modSp mod">
        <pc:chgData name="Manuj Agrawal" userId="8275e378daeca5b2" providerId="LiveId" clId="{48A01276-CC8E-4C54-9BB8-DB1CAD9AB3D4}" dt="2021-12-24T13:31:21.459" v="428" actId="207"/>
        <pc:sldMkLst>
          <pc:docMk/>
          <pc:sldMk cId="1004415067" sldId="553"/>
        </pc:sldMkLst>
      </pc:sldChg>
      <pc:sldChg chg="addSp delSp modSp add del mod setBg">
        <pc:chgData name="Manuj Agrawal" userId="8275e378daeca5b2" providerId="LiveId" clId="{48A01276-CC8E-4C54-9BB8-DB1CAD9AB3D4}" dt="2021-12-24T12:48:37.992" v="271" actId="47"/>
        <pc:sldMkLst>
          <pc:docMk/>
          <pc:sldMk cId="885989510" sldId="554"/>
        </pc:sldMkLst>
      </pc:sldChg>
      <pc:sldChg chg="addSp delSp modSp add del mod setBg">
        <pc:chgData name="Manuj Agrawal" userId="8275e378daeca5b2" providerId="LiveId" clId="{48A01276-CC8E-4C54-9BB8-DB1CAD9AB3D4}" dt="2021-12-23T15:50:50.347" v="56" actId="47"/>
        <pc:sldMkLst>
          <pc:docMk/>
          <pc:sldMk cId="3969272908" sldId="554"/>
        </pc:sldMkLst>
      </pc:sldChg>
      <pc:sldChg chg="addSp delSp modSp add del mod">
        <pc:chgData name="Manuj Agrawal" userId="8275e378daeca5b2" providerId="LiveId" clId="{48A01276-CC8E-4C54-9BB8-DB1CAD9AB3D4}" dt="2021-12-24T12:44:31.555" v="261" actId="47"/>
        <pc:sldMkLst>
          <pc:docMk/>
          <pc:sldMk cId="614898759" sldId="555"/>
        </pc:sldMkLst>
      </pc:sldChg>
      <pc:sldChg chg="modSp add del mod">
        <pc:chgData name="Manuj Agrawal" userId="8275e378daeca5b2" providerId="LiveId" clId="{48A01276-CC8E-4C54-9BB8-DB1CAD9AB3D4}" dt="2021-12-24T12:41:42.132" v="246" actId="47"/>
        <pc:sldMkLst>
          <pc:docMk/>
          <pc:sldMk cId="836118903" sldId="555"/>
        </pc:sldMkLst>
      </pc:sldChg>
      <pc:sldChg chg="addSp delSp modSp add del mod">
        <pc:chgData name="Manuj Agrawal" userId="8275e378daeca5b2" providerId="LiveId" clId="{48A01276-CC8E-4C54-9BB8-DB1CAD9AB3D4}" dt="2021-12-24T12:41:39.613" v="245" actId="47"/>
        <pc:sldMkLst>
          <pc:docMk/>
          <pc:sldMk cId="4246415715" sldId="556"/>
        </pc:sldMkLst>
      </pc:sldChg>
    </pc:docChg>
  </pc:docChgLst>
  <pc:docChgLst>
    <pc:chgData name="Manuj Agrawal" userId="8275e378daeca5b2" providerId="LiveId" clId="{4E7904EE-1E3D-44AA-8108-34F7CBA47241}"/>
    <pc:docChg chg="undo custSel addSld delSld modSld sldOrd">
      <pc:chgData name="Manuj Agrawal" userId="8275e378daeca5b2" providerId="LiveId" clId="{4E7904EE-1E3D-44AA-8108-34F7CBA47241}" dt="2021-12-16T21:10:03.961" v="2267" actId="1076"/>
      <pc:docMkLst>
        <pc:docMk/>
      </pc:docMkLst>
      <pc:sldChg chg="del">
        <pc:chgData name="Manuj Agrawal" userId="8275e378daeca5b2" providerId="LiveId" clId="{4E7904EE-1E3D-44AA-8108-34F7CBA47241}" dt="2021-12-16T16:53:14.762" v="0" actId="47"/>
        <pc:sldMkLst>
          <pc:docMk/>
          <pc:sldMk cId="1886868575" sldId="452"/>
        </pc:sldMkLst>
      </pc:sldChg>
      <pc:sldChg chg="addSp delSp modSp add del mod">
        <pc:chgData name="Manuj Agrawal" userId="8275e378daeca5b2" providerId="LiveId" clId="{4E7904EE-1E3D-44AA-8108-34F7CBA47241}" dt="2021-12-16T19:36:08.021" v="1775" actId="47"/>
        <pc:sldMkLst>
          <pc:docMk/>
          <pc:sldMk cId="2332114638" sldId="503"/>
        </pc:sldMkLst>
      </pc:sldChg>
      <pc:sldChg chg="modSp mod">
        <pc:chgData name="Manuj Agrawal" userId="8275e378daeca5b2" providerId="LiveId" clId="{4E7904EE-1E3D-44AA-8108-34F7CBA47241}" dt="2021-12-16T20:41:41.860" v="2255" actId="207"/>
        <pc:sldMkLst>
          <pc:docMk/>
          <pc:sldMk cId="779782093" sldId="509"/>
        </pc:sldMkLst>
      </pc:sldChg>
      <pc:sldChg chg="modSp mod setBg">
        <pc:chgData name="Manuj Agrawal" userId="8275e378daeca5b2" providerId="LiveId" clId="{4E7904EE-1E3D-44AA-8108-34F7CBA47241}" dt="2021-12-16T20:42:04.081" v="2259" actId="207"/>
        <pc:sldMkLst>
          <pc:docMk/>
          <pc:sldMk cId="4219030133" sldId="526"/>
        </pc:sldMkLst>
      </pc:sldChg>
      <pc:sldChg chg="addSp delSp modSp del mod">
        <pc:chgData name="Manuj Agrawal" userId="8275e378daeca5b2" providerId="LiveId" clId="{4E7904EE-1E3D-44AA-8108-34F7CBA47241}" dt="2021-12-16T19:38:01.463" v="1798" actId="47"/>
        <pc:sldMkLst>
          <pc:docMk/>
          <pc:sldMk cId="7716307" sldId="530"/>
        </pc:sldMkLst>
      </pc:sldChg>
      <pc:sldChg chg="addSp delSp modSp mod">
        <pc:chgData name="Manuj Agrawal" userId="8275e378daeca5b2" providerId="LiveId" clId="{4E7904EE-1E3D-44AA-8108-34F7CBA47241}" dt="2021-12-16T20:32:12.863" v="2215" actId="1076"/>
        <pc:sldMkLst>
          <pc:docMk/>
          <pc:sldMk cId="1737797681" sldId="531"/>
        </pc:sldMkLst>
      </pc:sldChg>
      <pc:sldChg chg="modSp mod modNotesTx">
        <pc:chgData name="Manuj Agrawal" userId="8275e378daeca5b2" providerId="LiveId" clId="{4E7904EE-1E3D-44AA-8108-34F7CBA47241}" dt="2021-12-16T21:10:03.961" v="2267" actId="1076"/>
        <pc:sldMkLst>
          <pc:docMk/>
          <pc:sldMk cId="2701607129" sldId="532"/>
        </pc:sldMkLst>
      </pc:sldChg>
      <pc:sldChg chg="addSp delSp modSp mod">
        <pc:chgData name="Manuj Agrawal" userId="8275e378daeca5b2" providerId="LiveId" clId="{4E7904EE-1E3D-44AA-8108-34F7CBA47241}" dt="2021-12-16T18:17:18.918" v="852" actId="1076"/>
        <pc:sldMkLst>
          <pc:docMk/>
          <pc:sldMk cId="1475965068" sldId="535"/>
        </pc:sldMkLst>
      </pc:sldChg>
      <pc:sldChg chg="addSp delSp modSp del mod modNotesTx">
        <pc:chgData name="Manuj Agrawal" userId="8275e378daeca5b2" providerId="LiveId" clId="{4E7904EE-1E3D-44AA-8108-34F7CBA47241}" dt="2021-12-16T19:56:40.379" v="2058" actId="47"/>
        <pc:sldMkLst>
          <pc:docMk/>
          <pc:sldMk cId="1444475964" sldId="536"/>
        </pc:sldMkLst>
      </pc:sldChg>
      <pc:sldChg chg="modSp mod">
        <pc:chgData name="Manuj Agrawal" userId="8275e378daeca5b2" providerId="LiveId" clId="{4E7904EE-1E3D-44AA-8108-34F7CBA47241}" dt="2021-12-16T17:56:02.325" v="522" actId="20577"/>
        <pc:sldMkLst>
          <pc:docMk/>
          <pc:sldMk cId="958035667" sldId="537"/>
        </pc:sldMkLst>
      </pc:sldChg>
      <pc:sldChg chg="add del">
        <pc:chgData name="Manuj Agrawal" userId="8275e378daeca5b2" providerId="LiveId" clId="{4E7904EE-1E3D-44AA-8108-34F7CBA47241}" dt="2021-12-16T17:52:03.557" v="512" actId="47"/>
        <pc:sldMkLst>
          <pc:docMk/>
          <pc:sldMk cId="2600589139" sldId="538"/>
        </pc:sldMkLst>
      </pc:sldChg>
      <pc:sldChg chg="addSp delSp modSp add del mod">
        <pc:chgData name="Manuj Agrawal" userId="8275e378daeca5b2" providerId="LiveId" clId="{4E7904EE-1E3D-44AA-8108-34F7CBA47241}" dt="2021-12-16T19:56:37.586" v="2057" actId="47"/>
        <pc:sldMkLst>
          <pc:docMk/>
          <pc:sldMk cId="2840915516" sldId="538"/>
        </pc:sldMkLst>
      </pc:sldChg>
      <pc:sldChg chg="add del">
        <pc:chgData name="Manuj Agrawal" userId="8275e378daeca5b2" providerId="LiveId" clId="{4E7904EE-1E3D-44AA-8108-34F7CBA47241}" dt="2021-12-16T18:45:21.737" v="1330" actId="2696"/>
        <pc:sldMkLst>
          <pc:docMk/>
          <pc:sldMk cId="3006407059" sldId="538"/>
        </pc:sldMkLst>
      </pc:sldChg>
      <pc:sldChg chg="addSp delSp modSp add del mod">
        <pc:chgData name="Manuj Agrawal" userId="8275e378daeca5b2" providerId="LiveId" clId="{4E7904EE-1E3D-44AA-8108-34F7CBA47241}" dt="2021-12-16T19:29:49.917" v="1730" actId="47"/>
        <pc:sldMkLst>
          <pc:docMk/>
          <pc:sldMk cId="28360573" sldId="539"/>
        </pc:sldMkLst>
      </pc:sldChg>
      <pc:sldChg chg="addSp delSp modSp add mod setBg">
        <pc:chgData name="Manuj Agrawal" userId="8275e378daeca5b2" providerId="LiveId" clId="{4E7904EE-1E3D-44AA-8108-34F7CBA47241}" dt="2021-12-16T20:45:50.479" v="2266" actId="14100"/>
        <pc:sldMkLst>
          <pc:docMk/>
          <pc:sldMk cId="370230266" sldId="540"/>
        </pc:sldMkLst>
      </pc:sldChg>
      <pc:sldChg chg="modSp add mod">
        <pc:chgData name="Manuj Agrawal" userId="8275e378daeca5b2" providerId="LiveId" clId="{4E7904EE-1E3D-44AA-8108-34F7CBA47241}" dt="2021-12-16T20:40:59.590" v="2249" actId="207"/>
        <pc:sldMkLst>
          <pc:docMk/>
          <pc:sldMk cId="1146830387" sldId="541"/>
        </pc:sldMkLst>
      </pc:sldChg>
      <pc:sldChg chg="addSp delSp modSp add mod ord">
        <pc:chgData name="Manuj Agrawal" userId="8275e378daeca5b2" providerId="LiveId" clId="{4E7904EE-1E3D-44AA-8108-34F7CBA47241}" dt="2021-12-16T20:40:20.645" v="2246" actId="207"/>
        <pc:sldMkLst>
          <pc:docMk/>
          <pc:sldMk cId="1316161972" sldId="542"/>
        </pc:sldMkLst>
      </pc:sldChg>
    </pc:docChg>
  </pc:docChgLst>
  <pc:docChgLst>
    <pc:chgData name="Manuj Agrawal" userId="8275e378daeca5b2" providerId="LiveId" clId="{2CDBD468-9682-4E8E-A0E9-8A4D067D4745}"/>
    <pc:docChg chg="undo custSel addSld delSld modSld sldOrd">
      <pc:chgData name="Manuj Agrawal" userId="8275e378daeca5b2" providerId="LiveId" clId="{2CDBD468-9682-4E8E-A0E9-8A4D067D4745}" dt="2021-12-21T12:42:59.084" v="1567" actId="20577"/>
      <pc:docMkLst>
        <pc:docMk/>
      </pc:docMkLst>
      <pc:sldChg chg="modSp mod">
        <pc:chgData name="Manuj Agrawal" userId="8275e378daeca5b2" providerId="LiveId" clId="{2CDBD468-9682-4E8E-A0E9-8A4D067D4745}" dt="2021-12-21T12:32:54.895" v="1373" actId="1076"/>
        <pc:sldMkLst>
          <pc:docMk/>
          <pc:sldMk cId="2654572283" sldId="456"/>
        </pc:sldMkLst>
      </pc:sldChg>
      <pc:sldChg chg="addSp delSp modSp mod">
        <pc:chgData name="Manuj Agrawal" userId="8275e378daeca5b2" providerId="LiveId" clId="{2CDBD468-9682-4E8E-A0E9-8A4D067D4745}" dt="2021-12-18T10:57:45.774" v="812" actId="1076"/>
        <pc:sldMkLst>
          <pc:docMk/>
          <pc:sldMk cId="3922207980" sldId="506"/>
        </pc:sldMkLst>
      </pc:sldChg>
      <pc:sldChg chg="addSp delSp modSp add mod">
        <pc:chgData name="Manuj Agrawal" userId="8275e378daeca5b2" providerId="LiveId" clId="{2CDBD468-9682-4E8E-A0E9-8A4D067D4745}" dt="2021-12-18T12:44:50.852" v="1278" actId="14100"/>
        <pc:sldMkLst>
          <pc:docMk/>
          <pc:sldMk cId="3154999266" sldId="517"/>
        </pc:sldMkLst>
      </pc:sldChg>
      <pc:sldChg chg="del">
        <pc:chgData name="Manuj Agrawal" userId="8275e378daeca5b2" providerId="LiveId" clId="{2CDBD468-9682-4E8E-A0E9-8A4D067D4745}" dt="2021-12-18T12:01:57.864" v="902" actId="47"/>
        <pc:sldMkLst>
          <pc:docMk/>
          <pc:sldMk cId="4219030133" sldId="526"/>
        </pc:sldMkLst>
      </pc:sldChg>
      <pc:sldChg chg="modSp mod">
        <pc:chgData name="Manuj Agrawal" userId="8275e378daeca5b2" providerId="LiveId" clId="{2CDBD468-9682-4E8E-A0E9-8A4D067D4745}" dt="2021-12-21T11:42:31.800" v="1357" actId="1076"/>
        <pc:sldMkLst>
          <pc:docMk/>
          <pc:sldMk cId="2701607129" sldId="532"/>
        </pc:sldMkLst>
      </pc:sldChg>
      <pc:sldChg chg="del">
        <pc:chgData name="Manuj Agrawal" userId="8275e378daeca5b2" providerId="LiveId" clId="{2CDBD468-9682-4E8E-A0E9-8A4D067D4745}" dt="2021-12-18T09:47:05.826" v="229" actId="47"/>
        <pc:sldMkLst>
          <pc:docMk/>
          <pc:sldMk cId="1475965068" sldId="535"/>
        </pc:sldMkLst>
      </pc:sldChg>
      <pc:sldChg chg="modSp mod">
        <pc:chgData name="Manuj Agrawal" userId="8275e378daeca5b2" providerId="LiveId" clId="{2CDBD468-9682-4E8E-A0E9-8A4D067D4745}" dt="2021-12-18T09:59:09.500" v="552" actId="20577"/>
        <pc:sldMkLst>
          <pc:docMk/>
          <pc:sldMk cId="958035667" sldId="537"/>
        </pc:sldMkLst>
      </pc:sldChg>
      <pc:sldChg chg="modSp mod">
        <pc:chgData name="Manuj Agrawal" userId="8275e378daeca5b2" providerId="LiveId" clId="{2CDBD468-9682-4E8E-A0E9-8A4D067D4745}" dt="2021-12-18T09:50:43.358" v="336" actId="20577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2CDBD468-9682-4E8E-A0E9-8A4D067D4745}" dt="2021-12-18T12:08:18.618" v="971" actId="1076"/>
        <pc:sldMkLst>
          <pc:docMk/>
          <pc:sldMk cId="1316161972" sldId="542"/>
        </pc:sldMkLst>
      </pc:sldChg>
      <pc:sldChg chg="addSp delSp modSp mod">
        <pc:chgData name="Manuj Agrawal" userId="8275e378daeca5b2" providerId="LiveId" clId="{2CDBD468-9682-4E8E-A0E9-8A4D067D4745}" dt="2021-12-21T11:48:32.560" v="1368" actId="478"/>
        <pc:sldMkLst>
          <pc:docMk/>
          <pc:sldMk cId="477807685" sldId="544"/>
        </pc:sldMkLst>
      </pc:sldChg>
      <pc:sldChg chg="addSp modSp mod">
        <pc:chgData name="Manuj Agrawal" userId="8275e378daeca5b2" providerId="LiveId" clId="{2CDBD468-9682-4E8E-A0E9-8A4D067D4745}" dt="2021-12-21T11:24:11.791" v="1355" actId="1076"/>
        <pc:sldMkLst>
          <pc:docMk/>
          <pc:sldMk cId="1213225221" sldId="546"/>
        </pc:sldMkLst>
      </pc:sldChg>
      <pc:sldChg chg="addSp delSp modSp add del mod">
        <pc:chgData name="Manuj Agrawal" userId="8275e378daeca5b2" providerId="LiveId" clId="{2CDBD468-9682-4E8E-A0E9-8A4D067D4745}" dt="2021-12-18T12:18:40.775" v="1094" actId="47"/>
        <pc:sldMkLst>
          <pc:docMk/>
          <pc:sldMk cId="930509588" sldId="547"/>
        </pc:sldMkLst>
      </pc:sldChg>
      <pc:sldChg chg="addSp delSp modSp add mod">
        <pc:chgData name="Manuj Agrawal" userId="8275e378daeca5b2" providerId="LiveId" clId="{2CDBD468-9682-4E8E-A0E9-8A4D067D4745}" dt="2021-12-18T12:23:11.484" v="1095" actId="14100"/>
        <pc:sldMkLst>
          <pc:docMk/>
          <pc:sldMk cId="286348938" sldId="548"/>
        </pc:sldMkLst>
      </pc:sldChg>
      <pc:sldChg chg="add del">
        <pc:chgData name="Manuj Agrawal" userId="8275e378daeca5b2" providerId="LiveId" clId="{2CDBD468-9682-4E8E-A0E9-8A4D067D4745}" dt="2021-12-18T10:28:27.709" v="616" actId="2890"/>
        <pc:sldMkLst>
          <pc:docMk/>
          <pc:sldMk cId="791809223" sldId="548"/>
        </pc:sldMkLst>
      </pc:sldChg>
      <pc:sldChg chg="add del">
        <pc:chgData name="Manuj Agrawal" userId="8275e378daeca5b2" providerId="LiveId" clId="{2CDBD468-9682-4E8E-A0E9-8A4D067D4745}" dt="2021-12-18T12:18:39.290" v="1093" actId="47"/>
        <pc:sldMkLst>
          <pc:docMk/>
          <pc:sldMk cId="2128622295" sldId="549"/>
        </pc:sldMkLst>
      </pc:sldChg>
      <pc:sldChg chg="delSp modSp add mod ord">
        <pc:chgData name="Manuj Agrawal" userId="8275e378daeca5b2" providerId="LiveId" clId="{2CDBD468-9682-4E8E-A0E9-8A4D067D4745}" dt="2021-12-18T12:39:04.555" v="1140" actId="478"/>
        <pc:sldMkLst>
          <pc:docMk/>
          <pc:sldMk cId="2505042578" sldId="549"/>
        </pc:sldMkLst>
      </pc:sldChg>
      <pc:sldChg chg="add del">
        <pc:chgData name="Manuj Agrawal" userId="8275e378daeca5b2" providerId="LiveId" clId="{2CDBD468-9682-4E8E-A0E9-8A4D067D4745}" dt="2021-12-18T12:39:43.348" v="1142" actId="2890"/>
        <pc:sldMkLst>
          <pc:docMk/>
          <pc:sldMk cId="690020468" sldId="550"/>
        </pc:sldMkLst>
      </pc:sldChg>
      <pc:sldChg chg="modSp mod">
        <pc:chgData name="Manuj Agrawal" userId="8275e378daeca5b2" providerId="LiveId" clId="{2CDBD468-9682-4E8E-A0E9-8A4D067D4745}" dt="2021-12-21T12:33:35.841" v="1375" actId="1076"/>
        <pc:sldMkLst>
          <pc:docMk/>
          <pc:sldMk cId="3840176979" sldId="550"/>
        </pc:sldMkLst>
      </pc:sldChg>
      <pc:sldChg chg="modSp mod">
        <pc:chgData name="Manuj Agrawal" userId="8275e378daeca5b2" providerId="LiveId" clId="{2CDBD468-9682-4E8E-A0E9-8A4D067D4745}" dt="2021-12-21T11:06:15.891" v="1282" actId="1076"/>
        <pc:sldMkLst>
          <pc:docMk/>
          <pc:sldMk cId="505145951" sldId="551"/>
        </pc:sldMkLst>
      </pc:sldChg>
      <pc:sldChg chg="modSp add del mod">
        <pc:chgData name="Manuj Agrawal" userId="8275e378daeca5b2" providerId="LiveId" clId="{2CDBD468-9682-4E8E-A0E9-8A4D067D4745}" dt="2021-12-21T12:39:07.005" v="1437" actId="47"/>
        <pc:sldMkLst>
          <pc:docMk/>
          <pc:sldMk cId="902917179" sldId="552"/>
        </pc:sldMkLst>
      </pc:sldChg>
      <pc:sldChg chg="addSp delSp modSp add mod">
        <pc:chgData name="Manuj Agrawal" userId="8275e378daeca5b2" providerId="LiveId" clId="{2CDBD468-9682-4E8E-A0E9-8A4D067D4745}" dt="2021-12-21T12:42:59.084" v="1567" actId="20577"/>
        <pc:sldMkLst>
          <pc:docMk/>
          <pc:sldMk cId="1004415067" sldId="553"/>
        </pc:sldMkLst>
      </pc:sldChg>
      <pc:sldChg chg="add del">
        <pc:chgData name="Manuj Agrawal" userId="8275e378daeca5b2" providerId="LiveId" clId="{2CDBD468-9682-4E8E-A0E9-8A4D067D4745}" dt="2021-12-21T12:39:10.386" v="1438" actId="47"/>
        <pc:sldMkLst>
          <pc:docMk/>
          <pc:sldMk cId="2472620853" sldId="554"/>
        </pc:sldMkLst>
      </pc:sldChg>
    </pc:docChg>
  </pc:docChgLst>
  <pc:docChgLst>
    <pc:chgData name="Manuj" userId="1a07f523-e16f-486a-b610-37539cc763a0" providerId="ADAL" clId="{26C95123-53BF-4396-BBA0-E2E0D9D22832}"/>
    <pc:docChg chg="undo custSel addSld delSld modSld modMainMaster modNotesMaster">
      <pc:chgData name="Manuj" userId="1a07f523-e16f-486a-b610-37539cc763a0" providerId="ADAL" clId="{26C95123-53BF-4396-BBA0-E2E0D9D22832}" dt="2023-11-21T08:54:53.323" v="12"/>
      <pc:docMkLst>
        <pc:docMk/>
      </pc:docMkLst>
      <pc:sldChg chg="del">
        <pc:chgData name="Manuj" userId="1a07f523-e16f-486a-b610-37539cc763a0" providerId="ADAL" clId="{26C95123-53BF-4396-BBA0-E2E0D9D22832}" dt="2023-11-21T08:52:51.187" v="10" actId="47"/>
        <pc:sldMkLst>
          <pc:docMk/>
          <pc:sldMk cId="2654572283" sldId="456"/>
        </pc:sldMkLst>
      </pc:sldChg>
      <pc:sldChg chg="del">
        <pc:chgData name="Manuj" userId="1a07f523-e16f-486a-b610-37539cc763a0" providerId="ADAL" clId="{26C95123-53BF-4396-BBA0-E2E0D9D22832}" dt="2023-11-21T08:52:38.755" v="3" actId="47"/>
        <pc:sldMkLst>
          <pc:docMk/>
          <pc:sldMk cId="1213225221" sldId="546"/>
        </pc:sldMkLst>
      </pc:sldChg>
      <pc:sldChg chg="del">
        <pc:chgData name="Manuj" userId="1a07f523-e16f-486a-b610-37539cc763a0" providerId="ADAL" clId="{26C95123-53BF-4396-BBA0-E2E0D9D22832}" dt="2023-11-21T08:52:42.918" v="6" actId="47"/>
        <pc:sldMkLst>
          <pc:docMk/>
          <pc:sldMk cId="505145951" sldId="551"/>
        </pc:sldMkLst>
      </pc:sldChg>
      <pc:sldChg chg="del">
        <pc:chgData name="Manuj" userId="1a07f523-e16f-486a-b610-37539cc763a0" providerId="ADAL" clId="{26C95123-53BF-4396-BBA0-E2E0D9D22832}" dt="2023-11-21T08:52:38.045" v="2" actId="47"/>
        <pc:sldMkLst>
          <pc:docMk/>
          <pc:sldMk cId="2191335115" sldId="556"/>
        </pc:sldMkLst>
      </pc:sldChg>
      <pc:sldChg chg="modSp modNotes">
        <pc:chgData name="Manuj" userId="1a07f523-e16f-486a-b610-37539cc763a0" providerId="ADAL" clId="{26C95123-53BF-4396-BBA0-E2E0D9D22832}" dt="2023-11-21T08:54:53.323" v="12"/>
        <pc:sldMkLst>
          <pc:docMk/>
          <pc:sldMk cId="2856650110" sldId="566"/>
        </pc:sldMkLst>
      </pc:sldChg>
      <pc:sldChg chg="modSp modNotes">
        <pc:chgData name="Manuj" userId="1a07f523-e16f-486a-b610-37539cc763a0" providerId="ADAL" clId="{26C95123-53BF-4396-BBA0-E2E0D9D22832}" dt="2023-11-21T08:54:53.323" v="12"/>
        <pc:sldMkLst>
          <pc:docMk/>
          <pc:sldMk cId="2973246647" sldId="568"/>
        </pc:sldMkLst>
      </pc:sldChg>
      <pc:sldChg chg="del">
        <pc:chgData name="Manuj" userId="1a07f523-e16f-486a-b610-37539cc763a0" providerId="ADAL" clId="{26C95123-53BF-4396-BBA0-E2E0D9D22832}" dt="2023-11-21T08:52:45.016" v="7" actId="47"/>
        <pc:sldMkLst>
          <pc:docMk/>
          <pc:sldMk cId="4106624454" sldId="569"/>
        </pc:sldMkLst>
      </pc:sldChg>
      <pc:sldChg chg="del">
        <pc:chgData name="Manuj" userId="1a07f523-e16f-486a-b610-37539cc763a0" providerId="ADAL" clId="{26C95123-53BF-4396-BBA0-E2E0D9D22832}" dt="2023-11-21T08:52:40.190" v="5" actId="47"/>
        <pc:sldMkLst>
          <pc:docMk/>
          <pc:sldMk cId="3324685487" sldId="571"/>
        </pc:sldMkLst>
      </pc:sldChg>
      <pc:sldChg chg="modSp modNotes">
        <pc:chgData name="Manuj" userId="1a07f523-e16f-486a-b610-37539cc763a0" providerId="ADAL" clId="{26C95123-53BF-4396-BBA0-E2E0D9D22832}" dt="2023-11-21T08:54:53.323" v="12"/>
        <pc:sldMkLst>
          <pc:docMk/>
          <pc:sldMk cId="247023824" sldId="572"/>
        </pc:sldMkLst>
      </pc:sldChg>
      <pc:sldChg chg="del">
        <pc:chgData name="Manuj" userId="1a07f523-e16f-486a-b610-37539cc763a0" providerId="ADAL" clId="{26C95123-53BF-4396-BBA0-E2E0D9D22832}" dt="2023-11-21T08:52:32.765" v="1" actId="47"/>
        <pc:sldMkLst>
          <pc:docMk/>
          <pc:sldMk cId="744809073" sldId="574"/>
        </pc:sldMkLst>
      </pc:sldChg>
      <pc:sldChg chg="modSp add del modNotes">
        <pc:chgData name="Manuj" userId="1a07f523-e16f-486a-b610-37539cc763a0" providerId="ADAL" clId="{26C95123-53BF-4396-BBA0-E2E0D9D22832}" dt="2023-11-21T08:54:53.323" v="12"/>
        <pc:sldMkLst>
          <pc:docMk/>
          <pc:sldMk cId="3683471268" sldId="576"/>
        </pc:sldMkLst>
      </pc:sldChg>
      <pc:sldChg chg="modSp add modNotes">
        <pc:chgData name="Manuj" userId="1a07f523-e16f-486a-b610-37539cc763a0" providerId="ADAL" clId="{26C95123-53BF-4396-BBA0-E2E0D9D22832}" dt="2023-11-21T08:54:53.323" v="12"/>
        <pc:sldMkLst>
          <pc:docMk/>
          <pc:sldMk cId="4028893296" sldId="577"/>
        </pc:sldMkLst>
      </pc:sldChg>
      <pc:sldMasterChg chg="modSp modSldLayout">
        <pc:chgData name="Manuj" userId="1a07f523-e16f-486a-b610-37539cc763a0" providerId="ADAL" clId="{26C95123-53BF-4396-BBA0-E2E0D9D22832}" dt="2023-11-21T08:54:53.323" v="12"/>
        <pc:sldMasterMkLst>
          <pc:docMk/>
          <pc:sldMasterMk cId="0" sldId="2147483648"/>
        </pc:sldMasterMkLst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49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0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1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2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3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4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5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6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7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8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Manuj Agrawal" userId="8275e378daeca5b2" providerId="LiveId" clId="{316D9F79-00BA-41CF-AA83-D3F31A222D18}"/>
    <pc:docChg chg="modSld sldOrd">
      <pc:chgData name="Manuj Agrawal" userId="8275e378daeca5b2" providerId="LiveId" clId="{316D9F79-00BA-41CF-AA83-D3F31A222D18}" dt="2022-05-30T12:21:55.439" v="20" actId="1076"/>
      <pc:docMkLst>
        <pc:docMk/>
      </pc:docMkLst>
      <pc:sldChg chg="modSp mod">
        <pc:chgData name="Manuj Agrawal" userId="8275e378daeca5b2" providerId="LiveId" clId="{316D9F79-00BA-41CF-AA83-D3F31A222D18}" dt="2022-05-20T10:41:28.148" v="16" actId="20577"/>
        <pc:sldMkLst>
          <pc:docMk/>
          <pc:sldMk cId="2719421991" sldId="565"/>
        </pc:sldMkLst>
      </pc:sldChg>
      <pc:sldChg chg="modSp mod">
        <pc:chgData name="Manuj Agrawal" userId="8275e378daeca5b2" providerId="LiveId" clId="{316D9F79-00BA-41CF-AA83-D3F31A222D18}" dt="2022-05-30T12:21:55.439" v="20" actId="1076"/>
        <pc:sldMkLst>
          <pc:docMk/>
          <pc:sldMk cId="4106624454" sldId="569"/>
        </pc:sldMkLst>
      </pc:sldChg>
    </pc:docChg>
  </pc:docChgLst>
  <pc:docChgLst>
    <pc:chgData name="Manuj Agrawal" userId="8275e378daeca5b2" providerId="LiveId" clId="{CCEA2C1E-CDD4-48E8-AA49-FFEC3D0C86F8}"/>
    <pc:docChg chg="undo custSel addSld delSld modSld sldOrd">
      <pc:chgData name="Manuj Agrawal" userId="8275e378daeca5b2" providerId="LiveId" clId="{CCEA2C1E-CDD4-48E8-AA49-FFEC3D0C86F8}" dt="2021-11-26T09:44:32.706" v="6026" actId="20577"/>
      <pc:docMkLst>
        <pc:docMk/>
      </pc:docMkLst>
      <pc:sldChg chg="addSp delSp modSp del mod">
        <pc:chgData name="Manuj Agrawal" userId="8275e378daeca5b2" providerId="LiveId" clId="{CCEA2C1E-CDD4-48E8-AA49-FFEC3D0C86F8}" dt="2021-11-24T09:01:59.143" v="216" actId="2696"/>
        <pc:sldMkLst>
          <pc:docMk/>
          <pc:sldMk cId="0" sldId="437"/>
        </pc:sldMkLst>
      </pc:sldChg>
      <pc:sldChg chg="addSp delSp modSp mod ord">
        <pc:chgData name="Manuj Agrawal" userId="8275e378daeca5b2" providerId="LiveId" clId="{CCEA2C1E-CDD4-48E8-AA49-FFEC3D0C86F8}" dt="2021-11-26T08:53:26.030" v="5896"/>
        <pc:sldMkLst>
          <pc:docMk/>
          <pc:sldMk cId="4132242691" sldId="439"/>
        </pc:sldMkLst>
      </pc:sldChg>
      <pc:sldChg chg="ord">
        <pc:chgData name="Manuj Agrawal" userId="8275e378daeca5b2" providerId="LiveId" clId="{CCEA2C1E-CDD4-48E8-AA49-FFEC3D0C86F8}" dt="2021-11-25T14:56:57.110" v="2696"/>
        <pc:sldMkLst>
          <pc:docMk/>
          <pc:sldMk cId="2924652405" sldId="446"/>
        </pc:sldMkLst>
      </pc:sldChg>
      <pc:sldChg chg="modSp mod modNotesTx">
        <pc:chgData name="Manuj Agrawal" userId="8275e378daeca5b2" providerId="LiveId" clId="{CCEA2C1E-CDD4-48E8-AA49-FFEC3D0C86F8}" dt="2021-11-26T09:11:45.931" v="5981" actId="20577"/>
        <pc:sldMkLst>
          <pc:docMk/>
          <pc:sldMk cId="1886868575" sldId="452"/>
        </pc:sldMkLst>
      </pc:sldChg>
      <pc:sldChg chg="modSp add del mod ord">
        <pc:chgData name="Manuj Agrawal" userId="8275e378daeca5b2" providerId="LiveId" clId="{CCEA2C1E-CDD4-48E8-AA49-FFEC3D0C86F8}" dt="2021-11-25T18:51:34.517" v="4140" actId="47"/>
        <pc:sldMkLst>
          <pc:docMk/>
          <pc:sldMk cId="2809880194" sldId="455"/>
        </pc:sldMkLst>
      </pc:sldChg>
      <pc:sldChg chg="ord">
        <pc:chgData name="Manuj Agrawal" userId="8275e378daeca5b2" providerId="LiveId" clId="{CCEA2C1E-CDD4-48E8-AA49-FFEC3D0C86F8}" dt="2021-11-26T07:51:36.529" v="4668"/>
        <pc:sldMkLst>
          <pc:docMk/>
          <pc:sldMk cId="2654572283" sldId="456"/>
        </pc:sldMkLst>
      </pc:sldChg>
      <pc:sldChg chg="addSp delSp modSp mod modNotesTx">
        <pc:chgData name="Manuj Agrawal" userId="8275e378daeca5b2" providerId="LiveId" clId="{CCEA2C1E-CDD4-48E8-AA49-FFEC3D0C86F8}" dt="2021-11-26T08:46:35.554" v="5850" actId="20577"/>
        <pc:sldMkLst>
          <pc:docMk/>
          <pc:sldMk cId="0" sldId="462"/>
        </pc:sldMkLst>
      </pc:sldChg>
      <pc:sldChg chg="modSp mod ord">
        <pc:chgData name="Manuj Agrawal" userId="8275e378daeca5b2" providerId="LiveId" clId="{CCEA2C1E-CDD4-48E8-AA49-FFEC3D0C86F8}" dt="2021-11-26T09:44:32.706" v="6026" actId="20577"/>
        <pc:sldMkLst>
          <pc:docMk/>
          <pc:sldMk cId="3706521388" sldId="468"/>
        </pc:sldMkLst>
      </pc:sldChg>
      <pc:sldChg chg="addSp delSp modSp mod ord">
        <pc:chgData name="Manuj Agrawal" userId="8275e378daeca5b2" providerId="LiveId" clId="{CCEA2C1E-CDD4-48E8-AA49-FFEC3D0C86F8}" dt="2021-11-26T09:02:22.003" v="5970" actId="20577"/>
        <pc:sldMkLst>
          <pc:docMk/>
          <pc:sldMk cId="4070165547" sldId="472"/>
        </pc:sldMkLst>
      </pc:sldChg>
      <pc:sldChg chg="modSp mod ord">
        <pc:chgData name="Manuj Agrawal" userId="8275e378daeca5b2" providerId="LiveId" clId="{CCEA2C1E-CDD4-48E8-AA49-FFEC3D0C86F8}" dt="2021-11-25T14:58:21.902" v="2745" actId="20577"/>
        <pc:sldMkLst>
          <pc:docMk/>
          <pc:sldMk cId="1400922404" sldId="474"/>
        </pc:sldMkLst>
      </pc:sldChg>
      <pc:sldChg chg="addSp delSp modSp del mod">
        <pc:chgData name="Manuj Agrawal" userId="8275e378daeca5b2" providerId="LiveId" clId="{CCEA2C1E-CDD4-48E8-AA49-FFEC3D0C86F8}" dt="2021-11-25T09:31:07.075" v="1820" actId="47"/>
        <pc:sldMkLst>
          <pc:docMk/>
          <pc:sldMk cId="1449667408" sldId="482"/>
        </pc:sldMkLst>
      </pc:sldChg>
      <pc:sldChg chg="modSp mod ord">
        <pc:chgData name="Manuj Agrawal" userId="8275e378daeca5b2" providerId="LiveId" clId="{CCEA2C1E-CDD4-48E8-AA49-FFEC3D0C86F8}" dt="2021-11-25T14:57:33.285" v="2704"/>
        <pc:sldMkLst>
          <pc:docMk/>
          <pc:sldMk cId="321808071" sldId="485"/>
        </pc:sldMkLst>
      </pc:sldChg>
      <pc:sldChg chg="addSp modSp mod ord">
        <pc:chgData name="Manuj Agrawal" userId="8275e378daeca5b2" providerId="LiveId" clId="{CCEA2C1E-CDD4-48E8-AA49-FFEC3D0C86F8}" dt="2021-11-26T07:28:20.368" v="4411" actId="20577"/>
        <pc:sldMkLst>
          <pc:docMk/>
          <pc:sldMk cId="1954424249" sldId="487"/>
        </pc:sldMkLst>
      </pc:sldChg>
      <pc:sldChg chg="modSp mod ord">
        <pc:chgData name="Manuj Agrawal" userId="8275e378daeca5b2" providerId="LiveId" clId="{CCEA2C1E-CDD4-48E8-AA49-FFEC3D0C86F8}" dt="2021-11-25T14:57:41.670" v="2710"/>
        <pc:sldMkLst>
          <pc:docMk/>
          <pc:sldMk cId="3461840701" sldId="489"/>
        </pc:sldMkLst>
      </pc:sldChg>
      <pc:sldChg chg="ord">
        <pc:chgData name="Manuj Agrawal" userId="8275e378daeca5b2" providerId="LiveId" clId="{CCEA2C1E-CDD4-48E8-AA49-FFEC3D0C86F8}" dt="2021-11-25T14:57:52.062" v="2712"/>
        <pc:sldMkLst>
          <pc:docMk/>
          <pc:sldMk cId="3773446992" sldId="490"/>
        </pc:sldMkLst>
      </pc:sldChg>
      <pc:sldChg chg="addSp delSp modSp del mod ord">
        <pc:chgData name="Manuj Agrawal" userId="8275e378daeca5b2" providerId="LiveId" clId="{CCEA2C1E-CDD4-48E8-AA49-FFEC3D0C86F8}" dt="2021-11-25T18:49:26.564" v="4135" actId="47"/>
        <pc:sldMkLst>
          <pc:docMk/>
          <pc:sldMk cId="3329350431" sldId="502"/>
        </pc:sldMkLst>
      </pc:sldChg>
      <pc:sldChg chg="addSp delSp modSp add mod ord modNotesTx">
        <pc:chgData name="Manuj Agrawal" userId="8275e378daeca5b2" providerId="LiveId" clId="{CCEA2C1E-CDD4-48E8-AA49-FFEC3D0C86F8}" dt="2021-11-26T08:38:18.954" v="5491" actId="20577"/>
        <pc:sldMkLst>
          <pc:docMk/>
          <pc:sldMk cId="2332114638" sldId="503"/>
        </pc:sldMkLst>
      </pc:sldChg>
      <pc:sldChg chg="add del">
        <pc:chgData name="Manuj Agrawal" userId="8275e378daeca5b2" providerId="LiveId" clId="{CCEA2C1E-CDD4-48E8-AA49-FFEC3D0C86F8}" dt="2021-11-24T09:19:31.528" v="536" actId="47"/>
        <pc:sldMkLst>
          <pc:docMk/>
          <pc:sldMk cId="2737617716" sldId="504"/>
        </pc:sldMkLst>
      </pc:sldChg>
      <pc:sldChg chg="add del">
        <pc:chgData name="Manuj Agrawal" userId="8275e378daeca5b2" providerId="LiveId" clId="{CCEA2C1E-CDD4-48E8-AA49-FFEC3D0C86F8}" dt="2021-11-25T09:55:14.160" v="1833" actId="47"/>
        <pc:sldMkLst>
          <pc:docMk/>
          <pc:sldMk cId="3152888292" sldId="504"/>
        </pc:sldMkLst>
      </pc:sldChg>
      <pc:sldChg chg="add del">
        <pc:chgData name="Manuj Agrawal" userId="8275e378daeca5b2" providerId="LiveId" clId="{CCEA2C1E-CDD4-48E8-AA49-FFEC3D0C86F8}" dt="2021-11-24T10:45:41.695" v="1008" actId="47"/>
        <pc:sldMkLst>
          <pc:docMk/>
          <pc:sldMk cId="4291861054" sldId="504"/>
        </pc:sldMkLst>
      </pc:sldChg>
      <pc:sldChg chg="addSp delSp modSp add mod ord modNotesTx">
        <pc:chgData name="Manuj Agrawal" userId="8275e378daeca5b2" providerId="LiveId" clId="{CCEA2C1E-CDD4-48E8-AA49-FFEC3D0C86F8}" dt="2021-11-26T08:39:43.530" v="5762" actId="20577"/>
        <pc:sldMkLst>
          <pc:docMk/>
          <pc:sldMk cId="1614889212" sldId="505"/>
        </pc:sldMkLst>
      </pc:sldChg>
      <pc:sldChg chg="addSp delSp modSp add mod">
        <pc:chgData name="Manuj Agrawal" userId="8275e378daeca5b2" providerId="LiveId" clId="{CCEA2C1E-CDD4-48E8-AA49-FFEC3D0C86F8}" dt="2021-11-26T09:36:14.514" v="5982" actId="1076"/>
        <pc:sldMkLst>
          <pc:docMk/>
          <pc:sldMk cId="3139977492" sldId="507"/>
        </pc:sldMkLst>
      </pc:sldChg>
      <pc:sldChg chg="add del">
        <pc:chgData name="Manuj Agrawal" userId="8275e378daeca5b2" providerId="LiveId" clId="{CCEA2C1E-CDD4-48E8-AA49-FFEC3D0C86F8}" dt="2021-11-25T09:54:32.647" v="1832" actId="47"/>
        <pc:sldMkLst>
          <pc:docMk/>
          <pc:sldMk cId="1286174948" sldId="508"/>
        </pc:sldMkLst>
      </pc:sldChg>
      <pc:sldChg chg="addSp delSp modSp add mod">
        <pc:chgData name="Manuj Agrawal" userId="8275e378daeca5b2" providerId="LiveId" clId="{CCEA2C1E-CDD4-48E8-AA49-FFEC3D0C86F8}" dt="2021-11-26T08:54:39.747" v="5906" actId="20577"/>
        <pc:sldMkLst>
          <pc:docMk/>
          <pc:sldMk cId="3558071778" sldId="508"/>
        </pc:sldMkLst>
      </pc:sldChg>
      <pc:sldChg chg="addSp modSp add mod ord">
        <pc:chgData name="Manuj Agrawal" userId="8275e378daeca5b2" providerId="LiveId" clId="{CCEA2C1E-CDD4-48E8-AA49-FFEC3D0C86F8}" dt="2021-11-25T18:49:52.842" v="4137" actId="1076"/>
        <pc:sldMkLst>
          <pc:docMk/>
          <pc:sldMk cId="779782093" sldId="509"/>
        </pc:sldMkLst>
      </pc:sldChg>
      <pc:sldChg chg="addSp delSp modSp add mod ord">
        <pc:chgData name="Manuj Agrawal" userId="8275e378daeca5b2" providerId="LiveId" clId="{CCEA2C1E-CDD4-48E8-AA49-FFEC3D0C86F8}" dt="2021-11-26T09:36:20.938" v="5983" actId="1076"/>
        <pc:sldMkLst>
          <pc:docMk/>
          <pc:sldMk cId="2864755014" sldId="510"/>
        </pc:sldMkLst>
      </pc:sldChg>
      <pc:sldChg chg="addSp delSp modSp add mod">
        <pc:chgData name="Manuj Agrawal" userId="8275e378daeca5b2" providerId="LiveId" clId="{CCEA2C1E-CDD4-48E8-AA49-FFEC3D0C86F8}" dt="2021-11-26T09:02:24.212" v="5971" actId="20577"/>
        <pc:sldMkLst>
          <pc:docMk/>
          <pc:sldMk cId="2155742826" sldId="511"/>
        </pc:sldMkLst>
      </pc:sldChg>
      <pc:sldChg chg="addSp delSp modSp add mod">
        <pc:chgData name="Manuj Agrawal" userId="8275e378daeca5b2" providerId="LiveId" clId="{CCEA2C1E-CDD4-48E8-AA49-FFEC3D0C86F8}" dt="2021-11-26T09:02:26.769" v="5972"/>
        <pc:sldMkLst>
          <pc:docMk/>
          <pc:sldMk cId="320115848" sldId="512"/>
        </pc:sldMkLst>
      </pc:sldChg>
    </pc:docChg>
  </pc:docChgLst>
  <pc:docChgLst>
    <pc:chgData name="Manuj Agrawal" userId="8275e378daeca5b2" providerId="LiveId" clId="{7A90282D-519A-4C8A-8647-E097FFF10555}"/>
    <pc:docChg chg="undo custSel addSld delSld modSld sldOrd">
      <pc:chgData name="Manuj Agrawal" userId="8275e378daeca5b2" providerId="LiveId" clId="{7A90282D-519A-4C8A-8647-E097FFF10555}" dt="2022-01-07T18:20:36.241" v="5380" actId="20577"/>
      <pc:docMkLst>
        <pc:docMk/>
      </pc:docMkLst>
      <pc:sldChg chg="ord">
        <pc:chgData name="Manuj Agrawal" userId="8275e378daeca5b2" providerId="LiveId" clId="{7A90282D-519A-4C8A-8647-E097FFF10555}" dt="2022-01-06T03:11:56.826" v="33"/>
        <pc:sldMkLst>
          <pc:docMk/>
          <pc:sldMk cId="2654572283" sldId="456"/>
        </pc:sldMkLst>
      </pc:sldChg>
      <pc:sldChg chg="modSp mod ord modNotesTx">
        <pc:chgData name="Manuj Agrawal" userId="8275e378daeca5b2" providerId="LiveId" clId="{7A90282D-519A-4C8A-8647-E097FFF10555}" dt="2022-01-07T17:06:01.193" v="5308" actId="20577"/>
        <pc:sldMkLst>
          <pc:docMk/>
          <pc:sldMk cId="722639226" sldId="481"/>
        </pc:sldMkLst>
      </pc:sldChg>
      <pc:sldChg chg="del">
        <pc:chgData name="Manuj Agrawal" userId="8275e378daeca5b2" providerId="LiveId" clId="{7A90282D-519A-4C8A-8647-E097FFF10555}" dt="2022-01-06T04:49:09.042" v="4409" actId="47"/>
        <pc:sldMkLst>
          <pc:docMk/>
          <pc:sldMk cId="2413752973" sldId="486"/>
        </pc:sldMkLst>
      </pc:sldChg>
      <pc:sldChg chg="modSp mod ord modNotesTx">
        <pc:chgData name="Manuj Agrawal" userId="8275e378daeca5b2" providerId="LiveId" clId="{7A90282D-519A-4C8A-8647-E097FFF10555}" dt="2022-01-07T16:40:41.853" v="4875" actId="20577"/>
        <pc:sldMkLst>
          <pc:docMk/>
          <pc:sldMk cId="3922207980" sldId="506"/>
        </pc:sldMkLst>
      </pc:sldChg>
      <pc:sldChg chg="del">
        <pc:chgData name="Manuj Agrawal" userId="8275e378daeca5b2" providerId="LiveId" clId="{7A90282D-519A-4C8A-8647-E097FFF10555}" dt="2022-01-06T04:49:18.448" v="4411" actId="47"/>
        <pc:sldMkLst>
          <pc:docMk/>
          <pc:sldMk cId="2137804776" sldId="529"/>
        </pc:sldMkLst>
      </pc:sldChg>
      <pc:sldChg chg="modNotesTx">
        <pc:chgData name="Manuj Agrawal" userId="8275e378daeca5b2" providerId="LiveId" clId="{7A90282D-519A-4C8A-8647-E097FFF10555}" dt="2022-01-07T18:20:36.241" v="5380" actId="20577"/>
        <pc:sldMkLst>
          <pc:docMk/>
          <pc:sldMk cId="958035667" sldId="537"/>
        </pc:sldMkLst>
      </pc:sldChg>
      <pc:sldChg chg="del">
        <pc:chgData name="Manuj Agrawal" userId="8275e378daeca5b2" providerId="LiveId" clId="{7A90282D-519A-4C8A-8647-E097FFF10555}" dt="2022-01-06T04:49:06.446" v="4408" actId="47"/>
        <pc:sldMkLst>
          <pc:docMk/>
          <pc:sldMk cId="1146830387" sldId="541"/>
        </pc:sldMkLst>
      </pc:sldChg>
      <pc:sldChg chg="modSp mod ord modNotesTx">
        <pc:chgData name="Manuj Agrawal" userId="8275e378daeca5b2" providerId="LiveId" clId="{7A90282D-519A-4C8A-8647-E097FFF10555}" dt="2022-01-07T18:01:22.598" v="5379" actId="20577"/>
        <pc:sldMkLst>
          <pc:docMk/>
          <pc:sldMk cId="1316161972" sldId="542"/>
        </pc:sldMkLst>
      </pc:sldChg>
      <pc:sldChg chg="del ord">
        <pc:chgData name="Manuj Agrawal" userId="8275e378daeca5b2" providerId="LiveId" clId="{7A90282D-519A-4C8A-8647-E097FFF10555}" dt="2022-01-06T04:49:02.044" v="4407" actId="47"/>
        <pc:sldMkLst>
          <pc:docMk/>
          <pc:sldMk cId="477807685" sldId="544"/>
        </pc:sldMkLst>
      </pc:sldChg>
      <pc:sldChg chg="addSp delSp modSp mod ord modNotesTx">
        <pc:chgData name="Manuj Agrawal" userId="8275e378daeca5b2" providerId="LiveId" clId="{7A90282D-519A-4C8A-8647-E097FFF10555}" dt="2022-01-07T16:18:10.456" v="4812" actId="688"/>
        <pc:sldMkLst>
          <pc:docMk/>
          <pc:sldMk cId="1213225221" sldId="546"/>
        </pc:sldMkLst>
      </pc:sldChg>
      <pc:sldChg chg="ord modNotesTx">
        <pc:chgData name="Manuj Agrawal" userId="8275e378daeca5b2" providerId="LiveId" clId="{7A90282D-519A-4C8A-8647-E097FFF10555}" dt="2022-01-07T16:56:03.300" v="5129" actId="6549"/>
        <pc:sldMkLst>
          <pc:docMk/>
          <pc:sldMk cId="505145951" sldId="551"/>
        </pc:sldMkLst>
      </pc:sldChg>
      <pc:sldChg chg="del">
        <pc:chgData name="Manuj Agrawal" userId="8275e378daeca5b2" providerId="LiveId" clId="{7A90282D-519A-4C8A-8647-E097FFF10555}" dt="2022-01-06T04:49:10.740" v="4410" actId="47"/>
        <pc:sldMkLst>
          <pc:docMk/>
          <pc:sldMk cId="1004415067" sldId="553"/>
        </pc:sldMkLst>
      </pc:sldChg>
      <pc:sldChg chg="ord modNotesTx">
        <pc:chgData name="Manuj Agrawal" userId="8275e378daeca5b2" providerId="LiveId" clId="{7A90282D-519A-4C8A-8647-E097FFF10555}" dt="2022-01-07T16:45:35.003" v="5030" actId="20577"/>
        <pc:sldMkLst>
          <pc:docMk/>
          <pc:sldMk cId="2191335115" sldId="556"/>
        </pc:sldMkLst>
      </pc:sldChg>
      <pc:sldChg chg="delSp modSp mod ord modNotesTx">
        <pc:chgData name="Manuj Agrawal" userId="8275e378daeca5b2" providerId="LiveId" clId="{7A90282D-519A-4C8A-8647-E097FFF10555}" dt="2022-01-07T12:01:28.514" v="4506" actId="1076"/>
        <pc:sldMkLst>
          <pc:docMk/>
          <pc:sldMk cId="492392778" sldId="559"/>
        </pc:sldMkLst>
      </pc:sldChg>
      <pc:sldChg chg="ord modNotesTx">
        <pc:chgData name="Manuj Agrawal" userId="8275e378daeca5b2" providerId="LiveId" clId="{7A90282D-519A-4C8A-8647-E097FFF10555}" dt="2022-01-06T04:09:34.802" v="3020" actId="20577"/>
        <pc:sldMkLst>
          <pc:docMk/>
          <pc:sldMk cId="3569473709" sldId="560"/>
        </pc:sldMkLst>
      </pc:sldChg>
      <pc:sldChg chg="new del">
        <pc:chgData name="Manuj Agrawal" userId="8275e378daeca5b2" providerId="LiveId" clId="{7A90282D-519A-4C8A-8647-E097FFF10555}" dt="2022-01-06T06:09:35.098" v="4413" actId="47"/>
        <pc:sldMkLst>
          <pc:docMk/>
          <pc:sldMk cId="1668937640" sldId="561"/>
        </pc:sldMkLst>
      </pc:sldChg>
    </pc:docChg>
  </pc:docChgLst>
  <pc:docChgLst>
    <pc:chgData name="Shyama" userId="S::shyama@webberec.com::6bc29e3b-d18d-4efe-9776-d232efa51d08" providerId="AD" clId="Web-{A8DCE7A1-CDE2-F678-0C53-931023EF5E30}"/>
    <pc:docChg chg="modSld sldOrd">
      <pc:chgData name="Shyama" userId="S::shyama@webberec.com::6bc29e3b-d18d-4efe-9776-d232efa51d08" providerId="AD" clId="Web-{A8DCE7A1-CDE2-F678-0C53-931023EF5E30}" dt="2023-04-22T16:10:05.615" v="132"/>
      <pc:docMkLst>
        <pc:docMk/>
      </pc:docMkLst>
      <pc:sldChg chg="ord">
        <pc:chgData name="Shyama" userId="S::shyama@webberec.com::6bc29e3b-d18d-4efe-9776-d232efa51d08" providerId="AD" clId="Web-{A8DCE7A1-CDE2-F678-0C53-931023EF5E30}" dt="2023-04-22T16:07:52.516" v="50"/>
        <pc:sldMkLst>
          <pc:docMk/>
          <pc:sldMk cId="2191335115" sldId="556"/>
        </pc:sldMkLst>
      </pc:sldChg>
      <pc:sldChg chg="modSp">
        <pc:chgData name="Shyama" userId="S::shyama@webberec.com::6bc29e3b-d18d-4efe-9776-d232efa51d08" providerId="AD" clId="Web-{A8DCE7A1-CDE2-F678-0C53-931023EF5E30}" dt="2023-04-22T16:10:05.615" v="132"/>
        <pc:sldMkLst>
          <pc:docMk/>
          <pc:sldMk cId="2876836253" sldId="573"/>
        </pc:sldMkLst>
      </pc:sldChg>
    </pc:docChg>
  </pc:docChgLst>
  <pc:docChgLst>
    <pc:chgData name="Manuj Agrawal" userId="8275e378daeca5b2" providerId="LiveId" clId="{34F33E52-A1F9-4AD9-B720-39C6CFB5E7BA}"/>
    <pc:docChg chg="undo custSel addSld delSld modSld sldOrd">
      <pc:chgData name="Manuj Agrawal" userId="8275e378daeca5b2" providerId="LiveId" clId="{34F33E52-A1F9-4AD9-B720-39C6CFB5E7BA}" dt="2021-12-08T11:32:35.949" v="2989" actId="20577"/>
      <pc:docMkLst>
        <pc:docMk/>
      </pc:docMkLst>
      <pc:sldChg chg="modSp mod ord">
        <pc:chgData name="Manuj Agrawal" userId="8275e378daeca5b2" providerId="LiveId" clId="{34F33E52-A1F9-4AD9-B720-39C6CFB5E7BA}" dt="2021-12-08T07:55:19.391" v="2112"/>
        <pc:sldMkLst>
          <pc:docMk/>
          <pc:sldMk cId="4132242691" sldId="439"/>
        </pc:sldMkLst>
      </pc:sldChg>
      <pc:sldChg chg="modSp mod">
        <pc:chgData name="Manuj Agrawal" userId="8275e378daeca5b2" providerId="LiveId" clId="{34F33E52-A1F9-4AD9-B720-39C6CFB5E7BA}" dt="2021-12-08T11:32:35.949" v="2989" actId="20577"/>
        <pc:sldMkLst>
          <pc:docMk/>
          <pc:sldMk cId="2654572283" sldId="456"/>
        </pc:sldMkLst>
      </pc:sldChg>
      <pc:sldChg chg="del">
        <pc:chgData name="Manuj Agrawal" userId="8275e378daeca5b2" providerId="LiveId" clId="{34F33E52-A1F9-4AD9-B720-39C6CFB5E7BA}" dt="2021-12-07T12:07:22.953" v="0" actId="47"/>
        <pc:sldMkLst>
          <pc:docMk/>
          <pc:sldMk cId="0" sldId="462"/>
        </pc:sldMkLst>
      </pc:sldChg>
      <pc:sldChg chg="modSp mod ord">
        <pc:chgData name="Manuj Agrawal" userId="8275e378daeca5b2" providerId="LiveId" clId="{34F33E52-A1F9-4AD9-B720-39C6CFB5E7BA}" dt="2021-12-07T14:35:39.420" v="1435" actId="1076"/>
        <pc:sldMkLst>
          <pc:docMk/>
          <pc:sldMk cId="3706521388" sldId="468"/>
        </pc:sldMkLst>
      </pc:sldChg>
      <pc:sldChg chg="modSp mod">
        <pc:chgData name="Manuj Agrawal" userId="8275e378daeca5b2" providerId="LiveId" clId="{34F33E52-A1F9-4AD9-B720-39C6CFB5E7BA}" dt="2021-12-07T14:26:54.190" v="1340" actId="20577"/>
        <pc:sldMkLst>
          <pc:docMk/>
          <pc:sldMk cId="722639226" sldId="481"/>
        </pc:sldMkLst>
      </pc:sldChg>
      <pc:sldChg chg="addSp delSp modSp mod">
        <pc:chgData name="Manuj Agrawal" userId="8275e378daeca5b2" providerId="LiveId" clId="{34F33E52-A1F9-4AD9-B720-39C6CFB5E7BA}" dt="2021-12-07T13:37:48.671" v="1060" actId="1076"/>
        <pc:sldMkLst>
          <pc:docMk/>
          <pc:sldMk cId="1954424249" sldId="487"/>
        </pc:sldMkLst>
      </pc:sldChg>
      <pc:sldChg chg="mod">
        <pc:chgData name="Manuj Agrawal" userId="8275e378daeca5b2" providerId="LiveId" clId="{34F33E52-A1F9-4AD9-B720-39C6CFB5E7BA}" dt="2021-12-07T14:23:43.107" v="1302" actId="27918"/>
        <pc:sldMkLst>
          <pc:docMk/>
          <pc:sldMk cId="57572407" sldId="488"/>
        </pc:sldMkLst>
      </pc:sldChg>
      <pc:sldChg chg="modSp mod ord">
        <pc:chgData name="Manuj Agrawal" userId="8275e378daeca5b2" providerId="LiveId" clId="{34F33E52-A1F9-4AD9-B720-39C6CFB5E7BA}" dt="2021-12-08T07:54:49.215" v="2110"/>
        <pc:sldMkLst>
          <pc:docMk/>
          <pc:sldMk cId="1614889212" sldId="505"/>
        </pc:sldMkLst>
      </pc:sldChg>
      <pc:sldChg chg="modSp mod">
        <pc:chgData name="Manuj Agrawal" userId="8275e378daeca5b2" providerId="LiveId" clId="{34F33E52-A1F9-4AD9-B720-39C6CFB5E7BA}" dt="2021-12-07T14:57:46.778" v="1741" actId="1076"/>
        <pc:sldMkLst>
          <pc:docMk/>
          <pc:sldMk cId="3922207980" sldId="506"/>
        </pc:sldMkLst>
      </pc:sldChg>
      <pc:sldChg chg="addSp delSp modSp mod">
        <pc:chgData name="Manuj Agrawal" userId="8275e378daeca5b2" providerId="LiveId" clId="{34F33E52-A1F9-4AD9-B720-39C6CFB5E7BA}" dt="2021-12-08T10:13:14.404" v="2852" actId="20577"/>
        <pc:sldMkLst>
          <pc:docMk/>
          <pc:sldMk cId="779782093" sldId="509"/>
        </pc:sldMkLst>
      </pc:sldChg>
      <pc:sldChg chg="addSp modSp mod">
        <pc:chgData name="Manuj Agrawal" userId="8275e378daeca5b2" providerId="LiveId" clId="{34F33E52-A1F9-4AD9-B720-39C6CFB5E7BA}" dt="2021-12-08T08:27:57.711" v="2306" actId="14861"/>
        <pc:sldMkLst>
          <pc:docMk/>
          <pc:sldMk cId="2864755014" sldId="510"/>
        </pc:sldMkLst>
      </pc:sldChg>
      <pc:sldChg chg="addSp delSp modSp mod">
        <pc:chgData name="Manuj Agrawal" userId="8275e378daeca5b2" providerId="LiveId" clId="{34F33E52-A1F9-4AD9-B720-39C6CFB5E7BA}" dt="2021-12-07T13:25:15.177" v="687" actId="1076"/>
        <pc:sldMkLst>
          <pc:docMk/>
          <pc:sldMk cId="3900484488" sldId="514"/>
        </pc:sldMkLst>
      </pc:sldChg>
      <pc:sldChg chg="addSp delSp modSp del">
        <pc:chgData name="Manuj Agrawal" userId="8275e378daeca5b2" providerId="LiveId" clId="{34F33E52-A1F9-4AD9-B720-39C6CFB5E7BA}" dt="2021-12-07T14:29:28.326" v="1423" actId="47"/>
        <pc:sldMkLst>
          <pc:docMk/>
          <pc:sldMk cId="3115088553" sldId="515"/>
        </pc:sldMkLst>
      </pc:sldChg>
      <pc:sldChg chg="addSp modSp mod">
        <pc:chgData name="Manuj Agrawal" userId="8275e378daeca5b2" providerId="LiveId" clId="{34F33E52-A1F9-4AD9-B720-39C6CFB5E7BA}" dt="2021-12-08T08:27:41.368" v="2305" actId="14861"/>
        <pc:sldMkLst>
          <pc:docMk/>
          <pc:sldMk cId="3398521564" sldId="516"/>
        </pc:sldMkLst>
      </pc:sldChg>
      <pc:sldChg chg="addSp delSp modSp mod">
        <pc:chgData name="Manuj Agrawal" userId="8275e378daeca5b2" providerId="LiveId" clId="{34F33E52-A1F9-4AD9-B720-39C6CFB5E7BA}" dt="2021-12-07T14:59:53.212" v="1759" actId="20577"/>
        <pc:sldMkLst>
          <pc:docMk/>
          <pc:sldMk cId="3154999266" sldId="517"/>
        </pc:sldMkLst>
      </pc:sldChg>
      <pc:sldChg chg="modSp del mod">
        <pc:chgData name="Manuj Agrawal" userId="8275e378daeca5b2" providerId="LiveId" clId="{34F33E52-A1F9-4AD9-B720-39C6CFB5E7BA}" dt="2021-12-07T13:07:26.983" v="270" actId="2696"/>
        <pc:sldMkLst>
          <pc:docMk/>
          <pc:sldMk cId="2963754046" sldId="520"/>
        </pc:sldMkLst>
      </pc:sldChg>
      <pc:sldChg chg="addSp modSp add mod">
        <pc:chgData name="Manuj Agrawal" userId="8275e378daeca5b2" providerId="LiveId" clId="{34F33E52-A1F9-4AD9-B720-39C6CFB5E7BA}" dt="2021-12-08T07:56:34.623" v="2121" actId="20577"/>
        <pc:sldMkLst>
          <pc:docMk/>
          <pc:sldMk cId="1872303264" sldId="521"/>
        </pc:sldMkLst>
      </pc:sldChg>
      <pc:sldChg chg="addSp delSp modSp add mod">
        <pc:chgData name="Manuj Agrawal" userId="8275e378daeca5b2" providerId="LiveId" clId="{34F33E52-A1F9-4AD9-B720-39C6CFB5E7BA}" dt="2021-12-08T08:13:24.814" v="2236" actId="20577"/>
        <pc:sldMkLst>
          <pc:docMk/>
          <pc:sldMk cId="4275699470" sldId="522"/>
        </pc:sldMkLst>
      </pc:sldChg>
      <pc:sldChg chg="addSp delSp modSp add mod ord">
        <pc:chgData name="Manuj Agrawal" userId="8275e378daeca5b2" providerId="LiveId" clId="{34F33E52-A1F9-4AD9-B720-39C6CFB5E7BA}" dt="2021-12-08T08:25:02.771" v="2302" actId="14100"/>
        <pc:sldMkLst>
          <pc:docMk/>
          <pc:sldMk cId="497741117" sldId="523"/>
        </pc:sldMkLst>
      </pc:sldChg>
      <pc:sldChg chg="addSp delSp modSp add mod">
        <pc:chgData name="Manuj Agrawal" userId="8275e378daeca5b2" providerId="LiveId" clId="{34F33E52-A1F9-4AD9-B720-39C6CFB5E7BA}" dt="2021-12-08T08:12:40.284" v="2232" actId="1076"/>
        <pc:sldMkLst>
          <pc:docMk/>
          <pc:sldMk cId="1786916546" sldId="524"/>
        </pc:sldMkLst>
      </pc:sldChg>
      <pc:sldChg chg="modSp add del mod">
        <pc:chgData name="Manuj Agrawal" userId="8275e378daeca5b2" providerId="LiveId" clId="{34F33E52-A1F9-4AD9-B720-39C6CFB5E7BA}" dt="2021-12-08T08:24:26.270" v="2296" actId="2696"/>
        <pc:sldMkLst>
          <pc:docMk/>
          <pc:sldMk cId="292879640" sldId="525"/>
        </pc:sldMkLst>
      </pc:sldChg>
      <pc:sldChg chg="delSp modSp add del mod">
        <pc:chgData name="Manuj Agrawal" userId="8275e378daeca5b2" providerId="LiveId" clId="{34F33E52-A1F9-4AD9-B720-39C6CFB5E7BA}" dt="2021-12-08T10:06:35.967" v="2821" actId="2696"/>
        <pc:sldMkLst>
          <pc:docMk/>
          <pc:sldMk cId="1704733649" sldId="525"/>
        </pc:sldMkLst>
      </pc:sldChg>
      <pc:sldChg chg="addSp delSp modSp add mod ord">
        <pc:chgData name="Manuj Agrawal" userId="8275e378daeca5b2" providerId="LiveId" clId="{34F33E52-A1F9-4AD9-B720-39C6CFB5E7BA}" dt="2021-12-08T10:17:34.226" v="2933" actId="1076"/>
        <pc:sldMkLst>
          <pc:docMk/>
          <pc:sldMk cId="4219030133" sldId="526"/>
        </pc:sldMkLst>
      </pc:sldChg>
    </pc:docChg>
  </pc:docChgLst>
  <pc:docChgLst>
    <pc:chgData name="Shyama" userId="S::shyama@webberec.com::6bc29e3b-d18d-4efe-9776-d232efa51d08" providerId="AD" clId="Web-{B1E70649-5A6D-B990-E1DC-1EC53A1C5CF2}"/>
    <pc:docChg chg="modSld">
      <pc:chgData name="Shyama" userId="S::shyama@webberec.com::6bc29e3b-d18d-4efe-9776-d232efa51d08" providerId="AD" clId="Web-{B1E70649-5A6D-B990-E1DC-1EC53A1C5CF2}" dt="2023-04-22T14:54:30.263" v="350" actId="20577"/>
      <pc:docMkLst>
        <pc:docMk/>
      </pc:docMkLst>
      <pc:sldChg chg="addSp delSp modSp">
        <pc:chgData name="Shyama" userId="S::shyama@webberec.com::6bc29e3b-d18d-4efe-9776-d232efa51d08" providerId="AD" clId="Web-{B1E70649-5A6D-B990-E1DC-1EC53A1C5CF2}" dt="2023-04-22T14:54:30.263" v="350" actId="20577"/>
        <pc:sldMkLst>
          <pc:docMk/>
          <pc:sldMk cId="3324685487" sldId="571"/>
        </pc:sldMkLst>
      </pc:sldChg>
    </pc:docChg>
  </pc:docChgLst>
  <pc:docChgLst>
    <pc:chgData name="Manuj Agrawal" userId="8275e378daeca5b2" providerId="LiveId" clId="{1B291F93-55DC-4A6B-8142-57A197F4726A}"/>
    <pc:docChg chg="custSel addSld modSld">
      <pc:chgData name="Manuj Agrawal" userId="8275e378daeca5b2" providerId="LiveId" clId="{1B291F93-55DC-4A6B-8142-57A197F4726A}" dt="2022-05-31T05:10:00.290" v="277" actId="1076"/>
      <pc:docMkLst>
        <pc:docMk/>
      </pc:docMkLst>
      <pc:sldChg chg="add">
        <pc:chgData name="Manuj Agrawal" userId="8275e378daeca5b2" providerId="LiveId" clId="{1B291F93-55DC-4A6B-8142-57A197F4726A}" dt="2022-05-31T05:05:27.934" v="240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1B291F93-55DC-4A6B-8142-57A197F4726A}" dt="2022-05-31T05:10:00.290" v="277" actId="1076"/>
        <pc:sldMkLst>
          <pc:docMk/>
          <pc:sldMk cId="2719421991" sldId="565"/>
        </pc:sldMkLst>
      </pc:sldChg>
      <pc:sldChg chg="addSp delSp modSp add mod">
        <pc:chgData name="Manuj Agrawal" userId="8275e378daeca5b2" providerId="LiveId" clId="{1B291F93-55DC-4A6B-8142-57A197F4726A}" dt="2022-05-23T17:14:46.447" v="233" actId="1076"/>
        <pc:sldMkLst>
          <pc:docMk/>
          <pc:sldMk cId="4106624454" sldId="569"/>
        </pc:sldMkLst>
      </pc:sldChg>
    </pc:docChg>
  </pc:docChgLst>
  <pc:docChgLst>
    <pc:chgData name="Manuj" userId="1a07f523-e16f-486a-b610-37539cc763a0" providerId="ADAL" clId="{F5489017-6C9C-42E8-A377-6E345B0F8CF4}"/>
    <pc:docChg chg="undo custSel addSld delSld modSld sldOrd">
      <pc:chgData name="Manuj" userId="1a07f523-e16f-486a-b610-37539cc763a0" providerId="ADAL" clId="{F5489017-6C9C-42E8-A377-6E345B0F8CF4}" dt="2023-12-07T06:56:02.650" v="2849" actId="113"/>
      <pc:docMkLst>
        <pc:docMk/>
      </pc:docMkLst>
      <pc:sldChg chg="addSp delSp modSp mod">
        <pc:chgData name="Manuj" userId="1a07f523-e16f-486a-b610-37539cc763a0" providerId="ADAL" clId="{F5489017-6C9C-42E8-A377-6E345B0F8CF4}" dt="2023-12-03T15:51:19.375" v="2445" actId="1076"/>
        <pc:sldMkLst>
          <pc:docMk/>
          <pc:sldMk cId="2856650110" sldId="566"/>
        </pc:sldMkLst>
      </pc:sldChg>
      <pc:sldChg chg="addSp delSp modSp mod">
        <pc:chgData name="Manuj" userId="1a07f523-e16f-486a-b610-37539cc763a0" providerId="ADAL" clId="{F5489017-6C9C-42E8-A377-6E345B0F8CF4}" dt="2023-12-03T15:56:35.639" v="2475" actId="20577"/>
        <pc:sldMkLst>
          <pc:docMk/>
          <pc:sldMk cId="247023824" sldId="572"/>
        </pc:sldMkLst>
      </pc:sldChg>
      <pc:sldChg chg="modSp del mod">
        <pc:chgData name="Manuj" userId="1a07f523-e16f-486a-b610-37539cc763a0" providerId="ADAL" clId="{F5489017-6C9C-42E8-A377-6E345B0F8CF4}" dt="2023-11-30T10:40:42.992" v="796" actId="2696"/>
        <pc:sldMkLst>
          <pc:docMk/>
          <pc:sldMk cId="3683471268" sldId="576"/>
        </pc:sldMkLst>
      </pc:sldChg>
      <pc:sldChg chg="addSp delSp modSp mod">
        <pc:chgData name="Manuj" userId="1a07f523-e16f-486a-b610-37539cc763a0" providerId="ADAL" clId="{F5489017-6C9C-42E8-A377-6E345B0F8CF4}" dt="2023-11-30T12:25:36.712" v="2245" actId="403"/>
        <pc:sldMkLst>
          <pc:docMk/>
          <pc:sldMk cId="4028893296" sldId="577"/>
        </pc:sldMkLst>
      </pc:sldChg>
      <pc:sldChg chg="modSp add mod">
        <pc:chgData name="Manuj" userId="1a07f523-e16f-486a-b610-37539cc763a0" providerId="ADAL" clId="{F5489017-6C9C-42E8-A377-6E345B0F8CF4}" dt="2023-12-07T06:56:02.650" v="2849" actId="113"/>
        <pc:sldMkLst>
          <pc:docMk/>
          <pc:sldMk cId="2743113738" sldId="578"/>
        </pc:sldMkLst>
      </pc:sldChg>
      <pc:sldChg chg="addSp delSp modSp add del mod">
        <pc:chgData name="Manuj" userId="1a07f523-e16f-486a-b610-37539cc763a0" providerId="ADAL" clId="{F5489017-6C9C-42E8-A377-6E345B0F8CF4}" dt="2023-11-30T11:39:20.205" v="1915" actId="47"/>
        <pc:sldMkLst>
          <pc:docMk/>
          <pc:sldMk cId="499805332" sldId="579"/>
        </pc:sldMkLst>
      </pc:sldChg>
      <pc:sldChg chg="addSp delSp modSp add del mod">
        <pc:chgData name="Manuj" userId="1a07f523-e16f-486a-b610-37539cc763a0" providerId="ADAL" clId="{F5489017-6C9C-42E8-A377-6E345B0F8CF4}" dt="2023-11-30T11:16:56.068" v="1760" actId="47"/>
        <pc:sldMkLst>
          <pc:docMk/>
          <pc:sldMk cId="3102430942" sldId="580"/>
        </pc:sldMkLst>
      </pc:sldChg>
      <pc:sldChg chg="addSp delSp modSp add mod">
        <pc:chgData name="Manuj" userId="1a07f523-e16f-486a-b610-37539cc763a0" providerId="ADAL" clId="{F5489017-6C9C-42E8-A377-6E345B0F8CF4}" dt="2023-12-03T15:51:24.643" v="2446" actId="108"/>
        <pc:sldMkLst>
          <pc:docMk/>
          <pc:sldMk cId="1054229470" sldId="581"/>
        </pc:sldMkLst>
      </pc:sldChg>
      <pc:sldChg chg="addSp delSp modSp add del mod">
        <pc:chgData name="Manuj" userId="1a07f523-e16f-486a-b610-37539cc763a0" providerId="ADAL" clId="{F5489017-6C9C-42E8-A377-6E345B0F8CF4}" dt="2023-11-30T11:39:22.406" v="1916" actId="47"/>
        <pc:sldMkLst>
          <pc:docMk/>
          <pc:sldMk cId="298693287" sldId="582"/>
        </pc:sldMkLst>
      </pc:sldChg>
      <pc:sldChg chg="addSp delSp modSp add mod">
        <pc:chgData name="Manuj" userId="1a07f523-e16f-486a-b610-37539cc763a0" providerId="ADAL" clId="{F5489017-6C9C-42E8-A377-6E345B0F8CF4}" dt="2023-12-03T16:02:07.395" v="2476"/>
        <pc:sldMkLst>
          <pc:docMk/>
          <pc:sldMk cId="1917565795" sldId="583"/>
        </pc:sldMkLst>
      </pc:sldChg>
      <pc:sldChg chg="addSp modSp">
        <pc:chgData name="Manuj" userId="1a07f523-e16f-486a-b610-37539cc763a0" providerId="ADAL" clId="{F5489017-6C9C-42E8-A377-6E345B0F8CF4}" dt="2023-12-03T16:02:17.564" v="2477"/>
        <pc:sldMkLst>
          <pc:docMk/>
          <pc:sldMk cId="3593603217" sldId="584"/>
        </pc:sldMkLst>
      </pc:sldChg>
      <pc:sldChg chg="addSp delSp modSp add mod ord">
        <pc:chgData name="Manuj" userId="1a07f523-e16f-486a-b610-37539cc763a0" providerId="ADAL" clId="{F5489017-6C9C-42E8-A377-6E345B0F8CF4}" dt="2023-12-03T18:58:17.717" v="2485" actId="20577"/>
        <pc:sldMkLst>
          <pc:docMk/>
          <pc:sldMk cId="3203935675" sldId="58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DE1EB4-28E7-47FE-B3B7-30AD8347381D}" type="datetimeFigureOut">
              <a:rPr lang="en-US" smtClean="0"/>
              <a:pPr/>
              <a:t>2/14/2025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AD4B6D-C77D-46CB-B9BC-B12A284B0032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86927-F3CA-44F2-AB7E-BBC9746059E2}" type="datetimeFigureOut">
              <a:rPr lang="en-IN" smtClean="0"/>
              <a:t>14-02-2025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1143000"/>
            <a:ext cx="2133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5ED01-58E1-46B4-9B9B-8F04EAD1F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523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5ED01-58E1-46B4-9B9B-8F04EAD1F5B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870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9932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7076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18096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59865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38709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79613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016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077290"/>
            <a:ext cx="5829300" cy="2123370"/>
          </a:xfrm>
        </p:spPr>
        <p:txBody>
          <a:bodyPr>
            <a:normAutofit/>
          </a:bodyPr>
          <a:lstStyle>
            <a:lvl1pPr>
              <a:defRPr sz="128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4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771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54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31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086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85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062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2400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4172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2/14/2025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Rectangle 6"/>
          <p:cNvSpPr/>
          <p:nvPr userDrawn="1"/>
        </p:nvSpPr>
        <p:spPr>
          <a:xfrm>
            <a:off x="6666683" y="2"/>
            <a:ext cx="191318" cy="9906000"/>
          </a:xfrm>
          <a:prstGeom prst="rect">
            <a:avLst/>
          </a:prstGeom>
          <a:solidFill>
            <a:srgbClr val="F68222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81"/>
          </a:p>
        </p:txBody>
      </p:sp>
      <p:pic>
        <p:nvPicPr>
          <p:cNvPr id="10" name="Google Shape;56;p13"/>
          <p:cNvPicPr preferRelativeResize="0"/>
          <p:nvPr userDrawn="1"/>
        </p:nvPicPr>
        <p:blipFill rotWithShape="1">
          <a:blip r:embed="rId2" cstate="print">
            <a:alphaModFix/>
          </a:blip>
          <a:srcRect l="13989" t="43039" r="72022" b="42972"/>
          <a:stretch/>
        </p:blipFill>
        <p:spPr>
          <a:xfrm>
            <a:off x="3" y="-12212"/>
            <a:ext cx="281537" cy="833889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9"/>
            <a:ext cx="5829300" cy="1967442"/>
          </a:xfrm>
        </p:spPr>
        <p:txBody>
          <a:bodyPr anchor="t"/>
          <a:lstStyle>
            <a:lvl1pPr algn="l">
              <a:defRPr sz="1561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8"/>
          </a:xfrm>
        </p:spPr>
        <p:txBody>
          <a:bodyPr anchor="b"/>
          <a:lstStyle>
            <a:lvl1pPr marL="0" indent="0">
              <a:buNone/>
              <a:defRPr sz="761">
                <a:solidFill>
                  <a:schemeClr val="tx1">
                    <a:tint val="75000"/>
                  </a:schemeClr>
                </a:solidFill>
              </a:defRPr>
            </a:lvl1pPr>
            <a:lvl2pPr marL="177154" indent="0">
              <a:buNone/>
              <a:defRPr sz="681">
                <a:solidFill>
                  <a:schemeClr val="tx1">
                    <a:tint val="75000"/>
                  </a:schemeClr>
                </a:solidFill>
              </a:defRPr>
            </a:lvl2pPr>
            <a:lvl3pPr marL="354308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53146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4pPr>
            <a:lvl5pPr marL="708616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5pPr>
            <a:lvl6pPr marL="885770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6pPr>
            <a:lvl7pPr marL="1062924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7pPr>
            <a:lvl8pPr marL="1240077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8pPr>
            <a:lvl9pPr marL="141723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2/14/2025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4814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07657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2/14/2025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2" y="396701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1" y="2217386"/>
            <a:ext cx="3030142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1" y="3141486"/>
            <a:ext cx="3030142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1" y="2217386"/>
            <a:ext cx="3031331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1" y="3141486"/>
            <a:ext cx="3031331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2/14/2025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2/14/2025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2/14/2025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4" y="394407"/>
            <a:ext cx="2256235" cy="1678517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91" y="394411"/>
            <a:ext cx="3833813" cy="8454496"/>
          </a:xfrm>
        </p:spPr>
        <p:txBody>
          <a:bodyPr/>
          <a:lstStyle>
            <a:lvl1pPr>
              <a:defRPr sz="1241"/>
            </a:lvl1pPr>
            <a:lvl2pPr>
              <a:defRPr sz="1081"/>
            </a:lvl2pPr>
            <a:lvl3pPr>
              <a:defRPr sz="921"/>
            </a:lvl3pPr>
            <a:lvl4pPr>
              <a:defRPr sz="761"/>
            </a:lvl4pPr>
            <a:lvl5pPr>
              <a:defRPr sz="761"/>
            </a:lvl5pPr>
            <a:lvl6pPr>
              <a:defRPr sz="761"/>
            </a:lvl6pPr>
            <a:lvl7pPr>
              <a:defRPr sz="761"/>
            </a:lvl7pPr>
            <a:lvl8pPr>
              <a:defRPr sz="761"/>
            </a:lvl8pPr>
            <a:lvl9pPr>
              <a:defRPr sz="76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4" y="2072926"/>
            <a:ext cx="2256235" cy="67759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2/14/2025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8" y="6934208"/>
            <a:ext cx="4114800" cy="818620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8" y="885124"/>
            <a:ext cx="4114800" cy="5943600"/>
          </a:xfrm>
        </p:spPr>
        <p:txBody>
          <a:bodyPr/>
          <a:lstStyle>
            <a:lvl1pPr marL="0" indent="0">
              <a:buNone/>
              <a:defRPr sz="1241"/>
            </a:lvl1pPr>
            <a:lvl2pPr marL="177154" indent="0">
              <a:buNone/>
              <a:defRPr sz="1081"/>
            </a:lvl2pPr>
            <a:lvl3pPr marL="354308" indent="0">
              <a:buNone/>
              <a:defRPr sz="921"/>
            </a:lvl3pPr>
            <a:lvl4pPr marL="531462" indent="0">
              <a:buNone/>
              <a:defRPr sz="761"/>
            </a:lvl4pPr>
            <a:lvl5pPr marL="708616" indent="0">
              <a:buNone/>
              <a:defRPr sz="761"/>
            </a:lvl5pPr>
            <a:lvl6pPr marL="885770" indent="0">
              <a:buNone/>
              <a:defRPr sz="761"/>
            </a:lvl6pPr>
            <a:lvl7pPr marL="1062924" indent="0">
              <a:buNone/>
              <a:defRPr sz="761"/>
            </a:lvl7pPr>
            <a:lvl8pPr marL="1240077" indent="0">
              <a:buNone/>
              <a:defRPr sz="761"/>
            </a:lvl8pPr>
            <a:lvl9pPr marL="1417232" indent="0">
              <a:buNone/>
              <a:defRPr sz="761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8" y="7752830"/>
            <a:ext cx="4114800" cy="11625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2/14/2025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2/14/2025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73356" y="353140"/>
            <a:ext cx="1822847" cy="754644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4814" y="353140"/>
            <a:ext cx="5354240" cy="754644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2/14/2025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2613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242" y="1260064"/>
            <a:ext cx="6381519" cy="8100634"/>
          </a:xfrm>
          <a:prstGeom prst="rect">
            <a:avLst/>
          </a:prstGeom>
        </p:spPr>
        <p:txBody>
          <a:bodyPr vert="horz" lIns="88514" tIns="44257" rIns="88514" bIns="4425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54308" rtl="0" eaLnBrk="1" latinLnBrk="0" hangingPunct="1">
        <a:spcBef>
          <a:spcPct val="0"/>
        </a:spcBef>
        <a:buNone/>
        <a:defRPr sz="112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2866" indent="-132866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1pPr>
      <a:lvl2pPr marL="287875" indent="-110721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2pPr>
      <a:lvl3pPr marL="442885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3pPr>
      <a:lvl4pPr marL="620039" indent="-88577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4pPr>
      <a:lvl5pPr marL="797193" indent="-88577" algn="l" defTabSz="354308" rtl="0" eaLnBrk="1" latinLnBrk="0" hangingPunct="1">
        <a:spcBef>
          <a:spcPct val="20000"/>
        </a:spcBef>
        <a:buFont typeface="Arial" pitchFamily="34" charset="0"/>
        <a:buChar char="»"/>
        <a:defRPr sz="640" kern="1200">
          <a:solidFill>
            <a:schemeClr val="tx1"/>
          </a:solidFill>
          <a:latin typeface="+mn-lt"/>
          <a:ea typeface="+mn-ea"/>
          <a:cs typeface="+mn-cs"/>
        </a:defRPr>
      </a:lvl5pPr>
      <a:lvl6pPr marL="974347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6pPr>
      <a:lvl7pPr marL="1151501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7pPr>
      <a:lvl8pPr marL="1328654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8pPr>
      <a:lvl9pPr marL="1505810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1pPr>
      <a:lvl2pPr marL="17715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2pPr>
      <a:lvl3pPr marL="354308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3pPr>
      <a:lvl4pPr marL="53146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4pPr>
      <a:lvl5pPr marL="708616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5pPr>
      <a:lvl6pPr marL="88577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6pPr>
      <a:lvl7pPr marL="106292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7pPr>
      <a:lvl8pPr marL="1240077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8pPr>
      <a:lvl9pPr marL="141723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E67FDB5-15C4-D0BE-9554-0196C71826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5838"/>
          <a:stretch/>
        </p:blipFill>
        <p:spPr bwMode="auto">
          <a:xfrm>
            <a:off x="1" y="-21849"/>
            <a:ext cx="6858000" cy="111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959149-75EC-9836-7E67-3B7777D97851}"/>
              </a:ext>
            </a:extLst>
          </p:cNvPr>
          <p:cNvSpPr txBox="1"/>
          <p:nvPr/>
        </p:nvSpPr>
        <p:spPr>
          <a:xfrm>
            <a:off x="454819" y="1816166"/>
            <a:ext cx="59483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44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WBMS-SW 16S 60/80A</a:t>
            </a:r>
            <a:endParaRPr lang="en-US" sz="4400" dirty="0">
              <a:effectLst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7A3816-1FF5-42A6-6AE5-3741FDD1CBA9}"/>
              </a:ext>
            </a:extLst>
          </p:cNvPr>
          <p:cNvSpPr txBox="1"/>
          <p:nvPr/>
        </p:nvSpPr>
        <p:spPr>
          <a:xfrm>
            <a:off x="547478" y="2988950"/>
            <a:ext cx="5948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Smart BMS Manages Lithium Ion Batteries </a:t>
            </a:r>
          </a:p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with Precision and Speed</a:t>
            </a:r>
            <a:endParaRPr lang="en-US" sz="400" dirty="0">
              <a:effectLst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4D091D-50A9-520B-1F2C-76DA6EC04245}"/>
              </a:ext>
            </a:extLst>
          </p:cNvPr>
          <p:cNvSpPr txBox="1"/>
          <p:nvPr/>
        </p:nvSpPr>
        <p:spPr>
          <a:xfrm>
            <a:off x="574087" y="4028981"/>
            <a:ext cx="59483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IN" sz="20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Specification Sheet v3.0</a:t>
            </a:r>
            <a:endParaRPr lang="en-IN" sz="500" dirty="0">
              <a:effectLst/>
            </a:endParaRPr>
          </a:p>
        </p:txBody>
      </p:sp>
      <p:pic>
        <p:nvPicPr>
          <p:cNvPr id="22" name="Picture 21" descr="A close-up of a circuit board&#10;&#10;Description automatically generated">
            <a:extLst>
              <a:ext uri="{FF2B5EF4-FFF2-40B4-BE49-F238E27FC236}">
                <a16:creationId xmlns:a16="http://schemas.microsoft.com/office/drawing/2014/main" id="{A61EF749-F76F-3D2D-C3FD-35D5A102E48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64" t="8949" r="11721" b="17687"/>
          <a:stretch/>
        </p:blipFill>
        <p:spPr>
          <a:xfrm>
            <a:off x="777017" y="5143500"/>
            <a:ext cx="5613464" cy="408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93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2ABC34-2FA5-3876-F9DE-97FD6F113290}"/>
              </a:ext>
            </a:extLst>
          </p:cNvPr>
          <p:cNvSpPr txBox="1"/>
          <p:nvPr/>
        </p:nvSpPr>
        <p:spPr>
          <a:xfrm>
            <a:off x="1437109" y="630343"/>
            <a:ext cx="42373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Application Diagram</a:t>
            </a:r>
            <a:endParaRPr lang="en-IN" sz="28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55F6C0F-5914-8C76-8F10-1C1DDB57C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14" y="7960499"/>
            <a:ext cx="1495425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0BE1287-A6A0-7722-ACDE-A3FE74A8C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860" y="7836674"/>
            <a:ext cx="1609725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951C053-7EEF-CA28-F5E3-6A9A8F2F0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800" y="7892554"/>
            <a:ext cx="1524000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7F229806-6913-5887-1EB5-B506AAC3C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651" y="7946101"/>
            <a:ext cx="1495425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92EAB48D-0C0B-E7A1-48AD-B0C4E2DA91ED}"/>
              </a:ext>
            </a:extLst>
          </p:cNvPr>
          <p:cNvGrpSpPr/>
          <p:nvPr/>
        </p:nvGrpSpPr>
        <p:grpSpPr>
          <a:xfrm>
            <a:off x="260394" y="1661288"/>
            <a:ext cx="6354924" cy="5879202"/>
            <a:chOff x="260394" y="1661288"/>
            <a:chExt cx="6354924" cy="587920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E858527-C18A-2496-35BB-C2C312AC86D9}"/>
                </a:ext>
              </a:extLst>
            </p:cNvPr>
            <p:cNvGrpSpPr/>
            <p:nvPr/>
          </p:nvGrpSpPr>
          <p:grpSpPr>
            <a:xfrm>
              <a:off x="260394" y="1661288"/>
              <a:ext cx="6354924" cy="5879202"/>
              <a:chOff x="260394" y="1661288"/>
              <a:chExt cx="6354924" cy="5879202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5D4C9DF9-38A3-9109-BE35-9A6118D1B7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0394" y="1661288"/>
                <a:ext cx="6354924" cy="58792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0842BA3-8802-E996-0012-92EEB289A04F}"/>
                  </a:ext>
                </a:extLst>
              </p:cNvPr>
              <p:cNvSpPr/>
              <p:nvPr/>
            </p:nvSpPr>
            <p:spPr>
              <a:xfrm>
                <a:off x="3663994" y="5975350"/>
                <a:ext cx="1003300" cy="234950"/>
              </a:xfrm>
              <a:prstGeom prst="rect">
                <a:avLst/>
              </a:prstGeom>
              <a:solidFill>
                <a:srgbClr val="AAD4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accent6">
                        <a:lumMod val="50000"/>
                      </a:schemeClr>
                    </a:solidFill>
                  </a:rPr>
                  <a:t>ISO CAN2.0B</a:t>
                </a:r>
                <a:endParaRPr lang="en-IN" sz="11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58A9FCF-E5B0-A6B5-696F-FBAD38CD1210}"/>
                </a:ext>
              </a:extLst>
            </p:cNvPr>
            <p:cNvGrpSpPr/>
            <p:nvPr/>
          </p:nvGrpSpPr>
          <p:grpSpPr>
            <a:xfrm>
              <a:off x="2161291" y="6285455"/>
              <a:ext cx="1365294" cy="1179967"/>
              <a:chOff x="2161291" y="6285455"/>
              <a:chExt cx="1365294" cy="117996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A92DB96-44D0-6F2B-8033-7A0CAF828682}"/>
                  </a:ext>
                </a:extLst>
              </p:cNvPr>
              <p:cNvSpPr/>
              <p:nvPr/>
            </p:nvSpPr>
            <p:spPr>
              <a:xfrm>
                <a:off x="2161291" y="6285455"/>
                <a:ext cx="1365294" cy="11799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3472AF82-40DE-1076-0DCB-D2A55571C1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17845" y="6314029"/>
                <a:ext cx="761563" cy="1122818"/>
              </a:xfrm>
              <a:prstGeom prst="rect">
                <a:avLst/>
              </a:prstGeom>
            </p:spPr>
          </p:pic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D8D3EC2-EB97-29BE-ADD6-846242E4BEE7}"/>
              </a:ext>
            </a:extLst>
          </p:cNvPr>
          <p:cNvSpPr/>
          <p:nvPr/>
        </p:nvSpPr>
        <p:spPr>
          <a:xfrm>
            <a:off x="4568305" y="3948545"/>
            <a:ext cx="473796" cy="696615"/>
          </a:xfrm>
          <a:prstGeom prst="rect">
            <a:avLst/>
          </a:prstGeom>
          <a:solidFill>
            <a:srgbClr val="AAD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650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7776AC-6D13-6EF2-4DAE-6DC747EE478E}"/>
              </a:ext>
            </a:extLst>
          </p:cNvPr>
          <p:cNvSpPr txBox="1"/>
          <p:nvPr/>
        </p:nvSpPr>
        <p:spPr>
          <a:xfrm>
            <a:off x="522454" y="1251333"/>
            <a:ext cx="6010868" cy="8179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Scalable up to 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16 cells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&amp; 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48-60V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battery packs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AIS-156 PH-II Compliant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Buzzer output 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and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LED Indication 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for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Thermal Runaway, Open Wire Fault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and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MOSFET Failure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Multiple communication options: </a:t>
            </a:r>
            <a:r>
              <a:rPr lang="en-US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I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solated CAN2.0 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and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BLE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Onboard: </a:t>
            </a:r>
            <a:r>
              <a:rPr lang="en-US" sz="1600" b="1" i="0" u="none" strike="noStrike" dirty="0" err="1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uSD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Card 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and 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EEPROM</a:t>
            </a:r>
            <a:endParaRPr lang="en-US" sz="1600" dirty="0">
              <a:solidFill>
                <a:srgbClr val="222222"/>
              </a:solidFill>
              <a:latin typeface="Calibri" panose="020F050202020403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High side N-MOSFET control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provides safe and uninterrupted ground connection to external subsystems.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Predischarge control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for preventing inrush currents to capacitive loads. Prevents MOSFET failures and increases cell life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Short Circuit and Overcurrent in discharge latches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ensure automatic locking of discharge path after repeated short circuit and overcurrent faults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High cell balancing current up to 400mA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minimizes cell to cell voltage and SOC variations and optimal charging of battery pack 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Individual Cell over and under voltage and temperature protection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Pack level over current and short circuit protection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Deep Discharge Prevention (Auto BMS Shutdown)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when cell 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voltage is critically low</a:t>
            </a:r>
          </a:p>
          <a:p>
            <a:pPr marL="285750" indent="-285750" fontAlgn="base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222222"/>
                </a:solidFill>
                <a:latin typeface="Calibri" panose="020F0502020204030204" pitchFamily="34" charset="0"/>
              </a:rPr>
              <a:t>Proprietary </a:t>
            </a:r>
            <a:r>
              <a:rPr lang="en-IN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CAN based field servicing tools </a:t>
            </a:r>
            <a:r>
              <a:rPr lang="en-IN" sz="1600" dirty="0">
                <a:solidFill>
                  <a:srgbClr val="222222"/>
                </a:solidFill>
                <a:latin typeface="Calibri" panose="020F0502020204030204" pitchFamily="34" charset="0"/>
              </a:rPr>
              <a:t>for </a:t>
            </a:r>
            <a:r>
              <a:rPr lang="en-IN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data monitoring, logging </a:t>
            </a:r>
            <a:r>
              <a:rPr lang="en-IN" sz="1600" dirty="0">
                <a:solidFill>
                  <a:srgbClr val="222222"/>
                </a:solidFill>
                <a:latin typeface="Calibri" panose="020F0502020204030204" pitchFamily="34" charset="0"/>
              </a:rPr>
              <a:t>and</a:t>
            </a:r>
            <a:r>
              <a:rPr lang="en-IN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 firmware update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2DC885-ACAD-D435-AD3E-F56D0C423F1F}"/>
              </a:ext>
            </a:extLst>
          </p:cNvPr>
          <p:cNvSpPr txBox="1"/>
          <p:nvPr/>
        </p:nvSpPr>
        <p:spPr>
          <a:xfrm>
            <a:off x="1712844" y="563945"/>
            <a:ext cx="3432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 i="0" u="none" strike="noStrike">
                <a:solidFill>
                  <a:srgbClr val="073763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IN" dirty="0"/>
              <a:t>Salient Features</a:t>
            </a:r>
          </a:p>
        </p:txBody>
      </p:sp>
    </p:spTree>
    <p:extLst>
      <p:ext uri="{BB962C8B-B14F-4D97-AF65-F5344CB8AC3E}">
        <p14:creationId xmlns:p14="http://schemas.microsoft.com/office/powerpoint/2010/main" val="1054229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79A8D3-628D-7E3E-8F3C-441BDEA0E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302455"/>
              </p:ext>
            </p:extLst>
          </p:nvPr>
        </p:nvGraphicFramePr>
        <p:xfrm>
          <a:off x="397794" y="212383"/>
          <a:ext cx="6131250" cy="9188542"/>
        </p:xfrm>
        <a:graphic>
          <a:graphicData uri="http://schemas.openxmlformats.org/drawingml/2006/table">
            <a:tbl>
              <a:tblPr/>
              <a:tblGrid>
                <a:gridCol w="1082520">
                  <a:extLst>
                    <a:ext uri="{9D8B030D-6E8A-4147-A177-3AD203B41FA5}">
                      <a16:colId xmlns:a16="http://schemas.microsoft.com/office/drawing/2014/main" val="2801197913"/>
                    </a:ext>
                  </a:extLst>
                </a:gridCol>
                <a:gridCol w="2066762">
                  <a:extLst>
                    <a:ext uri="{9D8B030D-6E8A-4147-A177-3AD203B41FA5}">
                      <a16:colId xmlns:a16="http://schemas.microsoft.com/office/drawing/2014/main" val="2027509784"/>
                    </a:ext>
                  </a:extLst>
                </a:gridCol>
                <a:gridCol w="971584">
                  <a:extLst>
                    <a:ext uri="{9D8B030D-6E8A-4147-A177-3AD203B41FA5}">
                      <a16:colId xmlns:a16="http://schemas.microsoft.com/office/drawing/2014/main" val="254840671"/>
                    </a:ext>
                  </a:extLst>
                </a:gridCol>
                <a:gridCol w="218312">
                  <a:extLst>
                    <a:ext uri="{9D8B030D-6E8A-4147-A177-3AD203B41FA5}">
                      <a16:colId xmlns:a16="http://schemas.microsoft.com/office/drawing/2014/main" val="747300535"/>
                    </a:ext>
                  </a:extLst>
                </a:gridCol>
                <a:gridCol w="1792072">
                  <a:extLst>
                    <a:ext uri="{9D8B030D-6E8A-4147-A177-3AD203B41FA5}">
                      <a16:colId xmlns:a16="http://schemas.microsoft.com/office/drawing/2014/main" val="2053155507"/>
                    </a:ext>
                  </a:extLst>
                </a:gridCol>
              </a:tblGrid>
              <a:tr h="291886">
                <a:tc gridSpan="4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Specifications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191759"/>
                  </a:ext>
                </a:extLst>
              </a:tr>
              <a:tr h="269932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Number of Cells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Min: 3  Max: 16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079049"/>
                  </a:ext>
                </a:extLst>
              </a:tr>
              <a:tr h="269932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Cell Voltage Sensing Range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1.6 - 4.5V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759985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Peak Battery Terminal Voltage 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 V (16S)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870743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Sensing Accuracy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Cell Voltage: ±3mV   Current: ±1% 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669318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Dimension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156 mm X 94 mm X 21 mm (L X B X H)</a:t>
                      </a:r>
                      <a:endParaRPr lang="pt-BR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487532"/>
                  </a:ext>
                </a:extLst>
              </a:tr>
              <a:tr h="42023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Rated Nominal Continuous Current Rating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Charging and Discharging Current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 to 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60A and 80A.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Needs thermal connection to metal battery pack casing for PDU heat dissipation to maintain continuous current rating. Continuous current rating to be derated to ~65% of the rated value if no thermal connection is present.</a:t>
                      </a:r>
                      <a:endParaRPr lang="en-US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 to 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60A/80A</a:t>
                      </a:r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Needs thermal connection to metal battery pack casing for PDU heat dissipation to maintain continuous current rating. Continuous current rating to be derated to ~65% of the rated value if no thermal connection is present.</a:t>
                      </a:r>
                      <a:endParaRPr lang="en-US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Needs thermal connection to metal battery pack casing. Derating </a:t>
                      </a: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076851"/>
                  </a:ext>
                </a:extLst>
              </a:tr>
              <a:tr h="57054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>
                          <a:effectLst/>
                        </a:rPr>
                      </a:br>
                      <a:br>
                        <a:rPr lang="en-IN" sz="700">
                          <a:effectLst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Cell Balancing 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Balancing Current per Cell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 to ~400mA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balancing current with thermal connection to onboard heat sink for heat dissipation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balancing current with thermal connection to onboard heat sink for heat dissipation</a:t>
                      </a: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818540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Pre-discharge control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Nominal Capacitive load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3-6mF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in 0.5 seconds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203264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BMS Self Current Consumption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354308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Active Mode, Shutdown Mode 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Active Mode: ~13mA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Shutdown Mode: ~0.15mA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/>
                </a:tc>
                <a:extLst>
                  <a:ext uri="{0D108BD9-81ED-4DB2-BD59-A6C34878D82A}">
                    <a16:rowId xmlns:a16="http://schemas.microsoft.com/office/drawing/2014/main" val="765411157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 dirty="0">
                          <a:effectLst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Temperature Sensing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Onboard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channel for onboard MOSFET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276400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Six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external channels for cell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899110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Range and Accuracy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Range: -10℃ to 120℃    Accuracy ±1℃, 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157289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Onboard Data Storage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uSD Card or EEPROM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uSD Card: every 1 second, logged over last 60 days</a:t>
                      </a:r>
                    </a:p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EEPROM: every 90 seconds, logged over last 30 days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56221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Voltage Protection</a:t>
                      </a:r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Configurable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Configurable, based on target fully charged voltage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318742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355976"/>
                  </a:ext>
                </a:extLst>
              </a:tr>
              <a:tr h="29774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Through Hysteresis, Automatic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204148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Voltage Protection</a:t>
                      </a:r>
                      <a:endParaRPr lang="en-US" sz="700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Configurable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Configurable, based on target fully charged voltage</a:t>
                      </a: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985585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981484"/>
                  </a:ext>
                </a:extLst>
              </a:tr>
              <a:tr h="4202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Hysteresis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load removal required. Charging current is allowed.</a:t>
                      </a: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248760"/>
                  </a:ext>
                </a:extLst>
              </a:tr>
              <a:tr h="42145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Protection Level-1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allow up to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160A/200A</a:t>
                      </a: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for up to 60 seconds  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744089"/>
                  </a:ext>
                </a:extLst>
              </a:tr>
              <a:tr h="2711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942932"/>
                  </a:ext>
                </a:extLst>
              </a:tr>
              <a:tr h="30002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discharge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6812"/>
                  </a:ext>
                </a:extLst>
              </a:tr>
              <a:tr h="42145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Protection Level-2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instantaneously cut off at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160A/200A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discharge current in 100 mSec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168907"/>
                  </a:ext>
                </a:extLst>
              </a:tr>
              <a:tr h="2711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8355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discharge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61428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0EC871F-F600-DB79-D206-8A475D1BD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8" y="11541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55CC7-EA7A-4F05-5B86-B806945EC278}"/>
              </a:ext>
            </a:extLst>
          </p:cNvPr>
          <p:cNvSpPr txBox="1"/>
          <p:nvPr/>
        </p:nvSpPr>
        <p:spPr>
          <a:xfrm>
            <a:off x="368232" y="9395177"/>
            <a:ext cx="6535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t">
              <a:spcBef>
                <a:spcPts val="0"/>
              </a:spcBef>
              <a:spcAft>
                <a:spcPts val="0"/>
              </a:spcAft>
            </a:pPr>
            <a:r>
              <a:rPr lang="en-IN" sz="800" b="1" i="0" u="none" strike="noStrike" dirty="0">
                <a:effectLst/>
                <a:latin typeface="Calibri" panose="020F0502020204030204" pitchFamily="34" charset="0"/>
              </a:rPr>
              <a:t>Note: Specifications are indicative only. Final specifications and behaviour including continuous discharge/charge current, balancing current, protection thresholds, etc. may vary depending upon BMS version, BMS mounting scheme, PDU heat dissipation, programmed parameters and application logic.   </a:t>
            </a:r>
            <a:endParaRPr lang="en-IN" sz="1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43113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010099-24C3-67D9-1873-CB11E709E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25583"/>
              </p:ext>
            </p:extLst>
          </p:nvPr>
        </p:nvGraphicFramePr>
        <p:xfrm>
          <a:off x="372590" y="292341"/>
          <a:ext cx="6193378" cy="9022828"/>
        </p:xfrm>
        <a:graphic>
          <a:graphicData uri="http://schemas.openxmlformats.org/drawingml/2006/table">
            <a:tbl>
              <a:tblPr/>
              <a:tblGrid>
                <a:gridCol w="1497805">
                  <a:extLst>
                    <a:ext uri="{9D8B030D-6E8A-4147-A177-3AD203B41FA5}">
                      <a16:colId xmlns:a16="http://schemas.microsoft.com/office/drawing/2014/main" val="2652335837"/>
                    </a:ext>
                  </a:extLst>
                </a:gridCol>
                <a:gridCol w="2038996">
                  <a:extLst>
                    <a:ext uri="{9D8B030D-6E8A-4147-A177-3AD203B41FA5}">
                      <a16:colId xmlns:a16="http://schemas.microsoft.com/office/drawing/2014/main" val="3812545294"/>
                    </a:ext>
                  </a:extLst>
                </a:gridCol>
                <a:gridCol w="1140394">
                  <a:extLst>
                    <a:ext uri="{9D8B030D-6E8A-4147-A177-3AD203B41FA5}">
                      <a16:colId xmlns:a16="http://schemas.microsoft.com/office/drawing/2014/main" val="2924204521"/>
                    </a:ext>
                  </a:extLst>
                </a:gridCol>
                <a:gridCol w="1516183">
                  <a:extLst>
                    <a:ext uri="{9D8B030D-6E8A-4147-A177-3AD203B41FA5}">
                      <a16:colId xmlns:a16="http://schemas.microsoft.com/office/drawing/2014/main" val="494862359"/>
                    </a:ext>
                  </a:extLst>
                </a:gridCol>
              </a:tblGrid>
              <a:tr h="284246"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Specifications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076408"/>
                  </a:ext>
                </a:extLst>
              </a:tr>
              <a:tr h="16768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Latch Protection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Threshold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consecutive over discharge current faults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196761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6177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Removal</a:t>
                      </a: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 Auto release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975985"/>
                  </a:ext>
                </a:extLst>
              </a:tr>
              <a:tr h="416567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Charge Protection Level-1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allow up to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60A/120A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charge current for up to 60 seconds  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501753"/>
                  </a:ext>
                </a:extLst>
              </a:tr>
              <a:tr h="2719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ON,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533923"/>
                  </a:ext>
                </a:extLst>
              </a:tr>
              <a:tr h="2332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579595"/>
                  </a:ext>
                </a:extLst>
              </a:tr>
              <a:tr h="416567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br>
                        <a:rPr lang="en-US" sz="500" dirty="0">
                          <a:effectLst/>
                        </a:rPr>
                      </a:b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Over Current in Charge Protection Level-2</a:t>
                      </a:r>
                    </a:p>
                    <a:p>
                      <a:pPr fontAlgn="t"/>
                      <a:endParaRPr lang="en-US" sz="10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Threshold, Protection Trigger Delay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instantaneously cut off at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64A/128A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charge current in 100 mSec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077668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4137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687820"/>
                  </a:ext>
                </a:extLst>
              </a:tr>
              <a:tr h="27658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Short Circuit in Discharge Protection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Protection Trigger Delay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～30 </a:t>
                      </a:r>
                      <a:r>
                        <a:rPr lang="en-IN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uSec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fontAlgn="t"/>
                      <a:br>
                        <a:rPr lang="en-IN" sz="700" dirty="0">
                          <a:effectLst/>
                        </a:rPr>
                      </a:b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933796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66735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5 seconds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219597"/>
                  </a:ext>
                </a:extLst>
              </a:tr>
              <a:tr h="269544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Short Circuit in Discharge Latch Protection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Threshold 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consecutive short circuit faults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654822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58956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Removal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43635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 dirty="0">
                          <a:effectLst/>
                        </a:rPr>
                      </a:br>
                      <a:br>
                        <a:rPr lang="en-IN" sz="700" dirty="0">
                          <a:effectLst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Temperature in Discharge Protection</a:t>
                      </a:r>
                      <a:endParaRPr lang="en-IN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35638942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03565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below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732382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Temperature in Discharge Protection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6640665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2498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above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09938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Temperature in Charge Protection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2221740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1056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below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02362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Temperature in Charge Protection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3965067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4017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above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063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Buzzer Output</a:t>
                      </a:r>
                      <a:endParaRPr lang="en-IN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Alert on Permanent Failure</a:t>
                      </a:r>
                      <a:endParaRPr lang="en-IN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Thermal Runaway, MOSFET Failure, Cell Open Wire, Short Circuit Latch, Over Current in Discharge Latch, Insulation Failure 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894519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496BCF32-4A66-8EC5-3ABB-89A2DCFFA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8" y="11668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23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AA2BC1C-0A0D-4DE2-8D51-A244D0A9BB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250273"/>
              </p:ext>
            </p:extLst>
          </p:nvPr>
        </p:nvGraphicFramePr>
        <p:xfrm>
          <a:off x="466090" y="396399"/>
          <a:ext cx="5944870" cy="5248560"/>
        </p:xfrm>
        <a:graphic>
          <a:graphicData uri="http://schemas.openxmlformats.org/drawingml/2006/table">
            <a:tbl>
              <a:tblPr/>
              <a:tblGrid>
                <a:gridCol w="1695699">
                  <a:extLst>
                    <a:ext uri="{9D8B030D-6E8A-4147-A177-3AD203B41FA5}">
                      <a16:colId xmlns:a16="http://schemas.microsoft.com/office/drawing/2014/main" val="2270713232"/>
                    </a:ext>
                  </a:extLst>
                </a:gridCol>
                <a:gridCol w="2318771">
                  <a:extLst>
                    <a:ext uri="{9D8B030D-6E8A-4147-A177-3AD203B41FA5}">
                      <a16:colId xmlns:a16="http://schemas.microsoft.com/office/drawing/2014/main" val="3812545294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924204521"/>
                    </a:ext>
                  </a:extLst>
                </a:gridCol>
              </a:tblGrid>
              <a:tr h="284246">
                <a:tc gridSpan="3"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Product Naming Convention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800" b="1" i="0" u="none" strike="noStrike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WBMS-SW-16S-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A-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BBBB</a:t>
                      </a: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CCCC</a:t>
                      </a: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-V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  <a:endParaRPr lang="en-IN" sz="12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WBMS-SW-Mini-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B-16S-45A-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BBB</a:t>
                      </a: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CCCC</a:t>
                      </a: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-HV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.0</a:t>
                      </a:r>
                      <a:endParaRPr lang="en-IN" sz="12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76076408"/>
                  </a:ext>
                </a:extLst>
              </a:tr>
              <a:tr h="167680">
                <a:tc row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Continuous Current</a:t>
                      </a:r>
                      <a:endParaRPr lang="en-IN" sz="13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60  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(WBMS-SW-16S-60A-)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Continuous Discharge Current = 60A</a:t>
                      </a:r>
                      <a:endParaRPr lang="en-US" sz="12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196761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80  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(WBMS-SW-16S-80A-)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Continuous Discharge Current = 80A</a:t>
                      </a:r>
                      <a:endParaRPr lang="en-US" sz="12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617785"/>
                  </a:ext>
                </a:extLst>
              </a:tr>
              <a:tr h="269544">
                <a:tc rowSpan="2">
                  <a:txBody>
                    <a:bodyPr/>
                    <a:lstStyle/>
                    <a:p>
                      <a:pPr marL="0" algn="ctr" defTabSz="354308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BBBB</a:t>
                      </a:r>
                    </a:p>
                    <a:p>
                      <a:pPr marL="0" algn="ctr" defTabSz="354308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8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354308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CAN Communication Hardware Option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NISO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(WBMS-SW-16S-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A-NISO-)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 Isolated CAN</a:t>
                      </a:r>
                      <a:endParaRPr lang="en-US" sz="12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287508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ISO 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(WBMS-SW-16S-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A-ISO-)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Isolated CAN</a:t>
                      </a:r>
                      <a:endParaRPr lang="en-US" sz="12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597572"/>
                  </a:ext>
                </a:extLst>
              </a:tr>
              <a:tr h="269544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CCCC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8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Onboard Data Storage Option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MSDH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(WBMS-SW-16S-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BBBB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-MSDH)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uSD</a:t>
                      </a: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Card Holder only</a:t>
                      </a:r>
                      <a:endParaRPr lang="en-US" sz="12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477974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MSDHC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(WBMS-SW-16S-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BBBB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-MSDHC)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uSD</a:t>
                      </a: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Card Holder + </a:t>
                      </a:r>
                      <a:r>
                        <a:rPr lang="en-IN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uSD</a:t>
                      </a: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Card</a:t>
                      </a:r>
                      <a:endParaRPr lang="en-US" sz="12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942602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pPr marL="0" algn="ctr" defTabSz="354308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3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EPRM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(WBMS-SW-16S-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BBBB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-EPRM)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EEPROM</a:t>
                      </a:r>
                      <a:endParaRPr lang="en-US" sz="1200" b="0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602698"/>
                  </a:ext>
                </a:extLst>
              </a:tr>
              <a:tr h="269544">
                <a:tc row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Hardware Version</a:t>
                      </a:r>
                      <a:endParaRPr lang="en-IN" sz="13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null  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(WBMS-SW-16S-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BBBB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CCCC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Initial release with multiple daughter boards</a:t>
                      </a:r>
                      <a:endParaRPr lang="en-US" sz="12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142684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2.0</a:t>
                      </a: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(WBMS-SW-16S-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BBBB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CCCC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-V2.0)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Latest release two board architecture with onboard buzzer </a:t>
                      </a:r>
                      <a:endParaRPr lang="en-US" sz="12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7107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3935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A4E303-9247-A569-6510-45CF2D72726B}"/>
              </a:ext>
            </a:extLst>
          </p:cNvPr>
          <p:cNvSpPr txBox="1"/>
          <p:nvPr/>
        </p:nvSpPr>
        <p:spPr>
          <a:xfrm>
            <a:off x="482958" y="312294"/>
            <a:ext cx="42373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73763"/>
                </a:solidFill>
                <a:latin typeface="Calibri" panose="020F0502020204030204" pitchFamily="34" charset="0"/>
              </a:rPr>
              <a:t>Pin Diagram</a:t>
            </a: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245646-B7CF-4C64-997F-1E305FD39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520701" y="1989811"/>
            <a:ext cx="7899400" cy="630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565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73260BC-891D-2C3D-FD1F-74C32BD349D8}"/>
              </a:ext>
            </a:extLst>
          </p:cNvPr>
          <p:cNvSpPr txBox="1"/>
          <p:nvPr/>
        </p:nvSpPr>
        <p:spPr>
          <a:xfrm>
            <a:off x="4455207" y="7935636"/>
            <a:ext cx="24027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IN" sz="1200" b="1" i="0" u="none" strike="noStrike" dirty="0">
                <a:effectLst/>
                <a:latin typeface="Calibri" panose="020F0502020204030204" pitchFamily="34" charset="0"/>
              </a:rPr>
              <a:t>All dimensions in mm</a:t>
            </a:r>
            <a:endParaRPr lang="en-IN" sz="100" dirty="0"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10C3B4-A4FC-5D8F-A707-85E277FDA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59" y="3261602"/>
            <a:ext cx="6741741" cy="44713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F77BDE-8BF3-49D7-01D4-038269D17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5" y="1800225"/>
            <a:ext cx="6748630" cy="12586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83940BA-89E7-9206-8E18-DEC446857078}"/>
              </a:ext>
            </a:extLst>
          </p:cNvPr>
          <p:cNvSpPr txBox="1"/>
          <p:nvPr/>
        </p:nvSpPr>
        <p:spPr>
          <a:xfrm>
            <a:off x="482958" y="312294"/>
            <a:ext cx="42373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73763"/>
                </a:solidFill>
                <a:latin typeface="Calibri" panose="020F0502020204030204" pitchFamily="34" charset="0"/>
              </a:rPr>
              <a:t>Mechanical Dimensions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93603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4787</TotalTime>
  <Words>1086</Words>
  <Application>Microsoft Office PowerPoint</Application>
  <PresentationFormat>A4 Paper (210x297 mm)</PresentationFormat>
  <Paragraphs>224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vivek</dc:creator>
  <cp:lastModifiedBy>Bhanu Marwaha</cp:lastModifiedBy>
  <cp:revision>44</cp:revision>
  <cp:lastPrinted>2023-11-21T08:53:41Z</cp:lastPrinted>
  <dcterms:created xsi:type="dcterms:W3CDTF">2018-05-28T01:20:05Z</dcterms:created>
  <dcterms:modified xsi:type="dcterms:W3CDTF">2025-02-14T05:54:37Z</dcterms:modified>
</cp:coreProperties>
</file>